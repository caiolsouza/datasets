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slides/slide12.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slides/slide13.xml" ContentType="application/vnd.openxmlformats-officedocument.presentationml.slide+xml"/>
  <Override PartName="/ppt/charts/chart15.xml" ContentType="application/vnd.openxmlformats-officedocument.drawingml.chart+xml"/>
  <Override PartName="/ppt/slides/slide14.xml" ContentType="application/vnd.openxmlformats-officedocument.presentationml.slide+xml"/>
  <Override PartName="/ppt/charts/chart16.xml" ContentType="application/vnd.openxmlformats-officedocument.drawingml.chart+xml"/>
  <Override PartName="/ppt/charts/chart17.xml" ContentType="application/vnd.openxmlformats-officedocument.drawingml.chart+xml"/>
  <Override PartName="/ppt/slides/slide15.xml" ContentType="application/vnd.openxmlformats-officedocument.presentationml.slide+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slides/slide1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22" r:id="rId2"/>
  </p:sldMasterIdLst>
  <p:notesMasterIdLst>
    <p:notesMasterId r:id="rId14"/>
  </p:notesMasterIdLst>
  <p:sldIdLst>
    <p:sldId id="293" r:id="rId3"/>
    <p:sldId id="262" r:id="rId4"/>
    <p:sldId id="287" r:id="rId5"/>
    <p:sldId id="295" r:id="rId6"/>
    <p:sldId id="290" r:id="rId7"/>
    <p:sldId id="289" r:id="rId8"/>
    <p:sldId id="288" r:id="rId9"/>
    <p:sldId id="291" r:id="rId10"/>
    <p:sldId id="296" r:id="rId19"/>
    <p:sldId id="297" r:id="rId20"/>
    <p:sldId id="298" r:id="rId21"/>
    <p:sldId id="299" r:id="rId22"/>
    <p:sldId id="300" r:id="rId23"/>
    <p:sldId id="292" r:id="rId11"/>
    <p:sldId id="274" r:id="rId12"/>
    <p:sldId id="286" r:id="rId13"/>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2F2F2"/>
    <a:srgbClr val="4F95BB"/>
    <a:srgbClr val="8EB3DF"/>
    <a:srgbClr val="E8E8E8"/>
    <a:srgbClr val="FCB105"/>
    <a:srgbClr val="2F476A"/>
    <a:srgbClr val="F9C113"/>
    <a:srgbClr val="36537B"/>
    <a:srgbClr val="2F48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70" autoAdjust="0"/>
    <p:restoredTop sz="96849"/>
  </p:normalViewPr>
  <p:slideViewPr>
    <p:cSldViewPr snapToGrid="0">
      <p:cViewPr varScale="1">
        <p:scale>
          <a:sx n="77" d="100"/>
          <a:sy n="77" d="100"/>
        </p:scale>
        <p:origin x="3570"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3" Type="http://schemas.openxmlformats.org/officeDocument/2006/relationships/oleObject" Target="file:///\\xpdocs\Research\Equities\Estrategia\Raio-XP%20da%20Bolsa\2026\8.%20Agosto\Big%20Sectors%20P_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3" Type="http://schemas.openxmlformats.org/officeDocument/2006/relationships/oleObject" Target="file:///\\xpdocs\Research\Equities\Estrategia\Raio-XP%20da%20Bolsa\2026\8.%20Agosto\Big%20Sectors%20P_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020715\AppData\Local\Microsoft\Windows\INetCache\Content.Outlook\TUOCJQ5E\out_of_favor_quality_sector_scatter_0_100.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xpdocs\Research\Equities\Estrategia\Reports\2026\Exploring%20assymetries\xp_score\XP_Divergence_Index_componentes_series_diarias_retificado.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xpdocs\Research\Equities\Estrategia\Reports\2026\Exploring%20assymetries\xp_score\XP_Divergence_Index_componentes_series_diarias_retificado.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xpdocs\Research\Equities\Estrategia\Reports\2026\Exploring%20assymetries\xp_score\XP_Divergence_Index_componentes_series_diarias_retificado.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xpdocs\Research\Equities\Estrategia\Reports\2026\Exploring%20assymetries\xp_score\XP_Divergence_Index_componentes_series_diarias_retificado.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768806005044134E-2"/>
          <c:y val="8.8531187122736416E-2"/>
          <c:w val="0.91523119399495589"/>
          <c:h val="0.65559974017332345"/>
        </c:manualLayout>
      </c:layout>
      <c:lineChart>
        <c:grouping val="standard"/>
        <c:varyColors val="0"/>
        <c:ser>
          <c:idx val="0"/>
          <c:order val="0"/>
          <c:spPr>
            <a:ln w="19050" cap="rnd">
              <a:solidFill>
                <a:srgbClr val="1F2F44"/>
              </a:solidFill>
              <a:round/>
            </a:ln>
            <a:effectLst/>
          </c:spPr>
          <c:marker>
            <c:symbol val="none"/>
          </c:marker>
          <c:cat>
            <c:numRef>
              <c:f>Sheet1!$B$3:$B$81</c:f>
              <c:numCache>
                <c:formatCode>m/d/yyyy</c:formatCode>
                <c:ptCount val="79"/>
                <c:pt idx="0">
                  <c:v>43861</c:v>
                </c:pt>
                <c:pt idx="1">
                  <c:v>43890</c:v>
                </c:pt>
                <c:pt idx="2">
                  <c:v>43921</c:v>
                </c:pt>
                <c:pt idx="3">
                  <c:v>43951</c:v>
                </c:pt>
                <c:pt idx="4">
                  <c:v>43982</c:v>
                </c:pt>
                <c:pt idx="5">
                  <c:v>44012</c:v>
                </c:pt>
                <c:pt idx="6">
                  <c:v>44043</c:v>
                </c:pt>
                <c:pt idx="7">
                  <c:v>44074</c:v>
                </c:pt>
                <c:pt idx="8">
                  <c:v>44104</c:v>
                </c:pt>
                <c:pt idx="9">
                  <c:v>44135</c:v>
                </c:pt>
                <c:pt idx="10">
                  <c:v>44165</c:v>
                </c:pt>
                <c:pt idx="11">
                  <c:v>44196</c:v>
                </c:pt>
                <c:pt idx="12">
                  <c:v>44227</c:v>
                </c:pt>
                <c:pt idx="13">
                  <c:v>44255</c:v>
                </c:pt>
                <c:pt idx="14">
                  <c:v>44286</c:v>
                </c:pt>
                <c:pt idx="15">
                  <c:v>44316</c:v>
                </c:pt>
                <c:pt idx="16">
                  <c:v>44347</c:v>
                </c:pt>
                <c:pt idx="17">
                  <c:v>44377</c:v>
                </c:pt>
                <c:pt idx="18">
                  <c:v>44408</c:v>
                </c:pt>
                <c:pt idx="19">
                  <c:v>44439</c:v>
                </c:pt>
                <c:pt idx="20">
                  <c:v>44469</c:v>
                </c:pt>
                <c:pt idx="21">
                  <c:v>44500</c:v>
                </c:pt>
                <c:pt idx="22">
                  <c:v>44530</c:v>
                </c:pt>
                <c:pt idx="23">
                  <c:v>44561</c:v>
                </c:pt>
                <c:pt idx="24">
                  <c:v>44592</c:v>
                </c:pt>
                <c:pt idx="25">
                  <c:v>44620</c:v>
                </c:pt>
                <c:pt idx="26">
                  <c:v>44651</c:v>
                </c:pt>
                <c:pt idx="27">
                  <c:v>44681</c:v>
                </c:pt>
                <c:pt idx="28">
                  <c:v>44712</c:v>
                </c:pt>
                <c:pt idx="29">
                  <c:v>44742</c:v>
                </c:pt>
                <c:pt idx="30">
                  <c:v>44773</c:v>
                </c:pt>
                <c:pt idx="31">
                  <c:v>44804</c:v>
                </c:pt>
                <c:pt idx="32">
                  <c:v>44834</c:v>
                </c:pt>
                <c:pt idx="33">
                  <c:v>44865</c:v>
                </c:pt>
                <c:pt idx="34">
                  <c:v>44895</c:v>
                </c:pt>
                <c:pt idx="35">
                  <c:v>44926</c:v>
                </c:pt>
                <c:pt idx="36">
                  <c:v>44957</c:v>
                </c:pt>
                <c:pt idx="37">
                  <c:v>44985</c:v>
                </c:pt>
                <c:pt idx="38">
                  <c:v>45016</c:v>
                </c:pt>
                <c:pt idx="39">
                  <c:v>45046</c:v>
                </c:pt>
                <c:pt idx="40">
                  <c:v>45077</c:v>
                </c:pt>
                <c:pt idx="41">
                  <c:v>45107</c:v>
                </c:pt>
                <c:pt idx="42">
                  <c:v>45138</c:v>
                </c:pt>
                <c:pt idx="43">
                  <c:v>45169</c:v>
                </c:pt>
                <c:pt idx="44">
                  <c:v>45199</c:v>
                </c:pt>
                <c:pt idx="45">
                  <c:v>45230</c:v>
                </c:pt>
                <c:pt idx="46">
                  <c:v>45260</c:v>
                </c:pt>
                <c:pt idx="47">
                  <c:v>45291</c:v>
                </c:pt>
                <c:pt idx="48">
                  <c:v>45322</c:v>
                </c:pt>
                <c:pt idx="49">
                  <c:v>45351</c:v>
                </c:pt>
                <c:pt idx="50">
                  <c:v>45382</c:v>
                </c:pt>
                <c:pt idx="51">
                  <c:v>45412</c:v>
                </c:pt>
                <c:pt idx="52">
                  <c:v>45443</c:v>
                </c:pt>
                <c:pt idx="53">
                  <c:v>45473</c:v>
                </c:pt>
                <c:pt idx="54">
                  <c:v>45504</c:v>
                </c:pt>
                <c:pt idx="55">
                  <c:v>45535</c:v>
                </c:pt>
                <c:pt idx="56">
                  <c:v>45565</c:v>
                </c:pt>
                <c:pt idx="57">
                  <c:v>45596</c:v>
                </c:pt>
                <c:pt idx="58">
                  <c:v>45626</c:v>
                </c:pt>
                <c:pt idx="59">
                  <c:v>45657</c:v>
                </c:pt>
                <c:pt idx="60">
                  <c:v>45688</c:v>
                </c:pt>
                <c:pt idx="61">
                  <c:v>45716</c:v>
                </c:pt>
                <c:pt idx="62">
                  <c:v>45747</c:v>
                </c:pt>
                <c:pt idx="63">
                  <c:v>45777</c:v>
                </c:pt>
                <c:pt idx="64">
                  <c:v>45808</c:v>
                </c:pt>
                <c:pt idx="65">
                  <c:v>45838</c:v>
                </c:pt>
                <c:pt idx="66">
                  <c:v>45869</c:v>
                </c:pt>
                <c:pt idx="67">
                  <c:v>45900</c:v>
                </c:pt>
                <c:pt idx="68">
                  <c:v>45930</c:v>
                </c:pt>
                <c:pt idx="69">
                  <c:v>45961</c:v>
                </c:pt>
                <c:pt idx="70">
                  <c:v>45991</c:v>
                </c:pt>
                <c:pt idx="71">
                  <c:v>46022</c:v>
                </c:pt>
                <c:pt idx="72">
                  <c:v>46053</c:v>
                </c:pt>
                <c:pt idx="73">
                  <c:v>46081</c:v>
                </c:pt>
                <c:pt idx="74">
                  <c:v>46112</c:v>
                </c:pt>
                <c:pt idx="75">
                  <c:v>46142</c:v>
                </c:pt>
                <c:pt idx="76">
                  <c:v>46173</c:v>
                </c:pt>
                <c:pt idx="77">
                  <c:v>46203</c:v>
                </c:pt>
                <c:pt idx="78">
                  <c:v>46234</c:v>
                </c:pt>
              </c:numCache>
            </c:numRef>
          </c:cat>
          <c:val>
            <c:numRef>
              <c:f>Sheet1!$F$3:$F$81</c:f>
              <c:numCache>
                <c:formatCode>0.00</c:formatCode>
                <c:ptCount val="79"/>
                <c:pt idx="0">
                  <c:v>1.957992956495723</c:v>
                </c:pt>
                <c:pt idx="1">
                  <c:v>1.8812173589711294</c:v>
                </c:pt>
                <c:pt idx="2">
                  <c:v>1.8338941962466389</c:v>
                </c:pt>
                <c:pt idx="3">
                  <c:v>2.9153167884815434</c:v>
                </c:pt>
                <c:pt idx="4">
                  <c:v>2.5281276712723852</c:v>
                </c:pt>
                <c:pt idx="5">
                  <c:v>2.9805513761678313</c:v>
                </c:pt>
                <c:pt idx="6">
                  <c:v>3.1724649053718195</c:v>
                </c:pt>
                <c:pt idx="7">
                  <c:v>3.2826340935232881</c:v>
                </c:pt>
                <c:pt idx="8">
                  <c:v>2.9376135463583264</c:v>
                </c:pt>
                <c:pt idx="9">
                  <c:v>3.0920632326797008</c:v>
                </c:pt>
                <c:pt idx="10">
                  <c:v>2.9847710941035333</c:v>
                </c:pt>
                <c:pt idx="11">
                  <c:v>2.6447705646771911</c:v>
                </c:pt>
                <c:pt idx="12">
                  <c:v>2.812006881374614</c:v>
                </c:pt>
                <c:pt idx="13">
                  <c:v>2.9009148055029148</c:v>
                </c:pt>
                <c:pt idx="14">
                  <c:v>3.1641697790694678</c:v>
                </c:pt>
                <c:pt idx="15">
                  <c:v>3.3582949299050169</c:v>
                </c:pt>
                <c:pt idx="16">
                  <c:v>3.0811828013002787</c:v>
                </c:pt>
                <c:pt idx="17">
                  <c:v>3.1342905329009318</c:v>
                </c:pt>
                <c:pt idx="18">
                  <c:v>3.186136730272064</c:v>
                </c:pt>
                <c:pt idx="19">
                  <c:v>3.1368828648805165</c:v>
                </c:pt>
                <c:pt idx="20">
                  <c:v>2.9912808071640757</c:v>
                </c:pt>
                <c:pt idx="21">
                  <c:v>2.7774039254844816</c:v>
                </c:pt>
                <c:pt idx="22">
                  <c:v>3.0272295217642706</c:v>
                </c:pt>
                <c:pt idx="23">
                  <c:v>2.9727053443639262</c:v>
                </c:pt>
                <c:pt idx="24">
                  <c:v>2.7568685489224842</c:v>
                </c:pt>
                <c:pt idx="25">
                  <c:v>2.5540280528597044</c:v>
                </c:pt>
                <c:pt idx="26">
                  <c:v>2.7747527696301786</c:v>
                </c:pt>
                <c:pt idx="27">
                  <c:v>2.7031330307177686</c:v>
                </c:pt>
                <c:pt idx="28">
                  <c:v>2.5356737492091916</c:v>
                </c:pt>
                <c:pt idx="29">
                  <c:v>2.5464027851773015</c:v>
                </c:pt>
                <c:pt idx="30">
                  <c:v>2.5431605276663403</c:v>
                </c:pt>
                <c:pt idx="31">
                  <c:v>2.6545644039357352</c:v>
                </c:pt>
                <c:pt idx="32">
                  <c:v>2.4978798172813299</c:v>
                </c:pt>
                <c:pt idx="33">
                  <c:v>2.5965597539914409</c:v>
                </c:pt>
                <c:pt idx="34">
                  <c:v>2.3200497259923352</c:v>
                </c:pt>
                <c:pt idx="35">
                  <c:v>2.2694144296579055</c:v>
                </c:pt>
                <c:pt idx="36">
                  <c:v>2.2813697632696508</c:v>
                </c:pt>
                <c:pt idx="37">
                  <c:v>2.2626263981804597</c:v>
                </c:pt>
                <c:pt idx="38">
                  <c:v>2.3268924277988794</c:v>
                </c:pt>
                <c:pt idx="39">
                  <c:v>2.2697986323397941</c:v>
                </c:pt>
                <c:pt idx="40">
                  <c:v>2.2526816259624423</c:v>
                </c:pt>
                <c:pt idx="41">
                  <c:v>2.3055772667426697</c:v>
                </c:pt>
                <c:pt idx="42">
                  <c:v>2.0917955510968751</c:v>
                </c:pt>
                <c:pt idx="43">
                  <c:v>1.9584990544229377</c:v>
                </c:pt>
                <c:pt idx="44">
                  <c:v>1.8675022327336941</c:v>
                </c:pt>
                <c:pt idx="45">
                  <c:v>1.8411431074104199</c:v>
                </c:pt>
                <c:pt idx="46">
                  <c:v>1.8028862573746525</c:v>
                </c:pt>
                <c:pt idx="47">
                  <c:v>1.8071025952822293</c:v>
                </c:pt>
                <c:pt idx="48">
                  <c:v>1.6651882255911041</c:v>
                </c:pt>
                <c:pt idx="49">
                  <c:v>1.6896894512966125</c:v>
                </c:pt>
                <c:pt idx="50">
                  <c:v>1.7706547244589839</c:v>
                </c:pt>
                <c:pt idx="51">
                  <c:v>1.7040743619075291</c:v>
                </c:pt>
                <c:pt idx="52">
                  <c:v>1.6238375617319245</c:v>
                </c:pt>
                <c:pt idx="53">
                  <c:v>1.6207677416625472</c:v>
                </c:pt>
                <c:pt idx="54">
                  <c:v>1.8011403456747885</c:v>
                </c:pt>
                <c:pt idx="55">
                  <c:v>1.8128061026335147</c:v>
                </c:pt>
                <c:pt idx="56">
                  <c:v>1.7148539169939501</c:v>
                </c:pt>
                <c:pt idx="57">
                  <c:v>1.650567899335496</c:v>
                </c:pt>
                <c:pt idx="58">
                  <c:v>1.6586170981704031</c:v>
                </c:pt>
                <c:pt idx="59">
                  <c:v>1.5483727210543756</c:v>
                </c:pt>
                <c:pt idx="60">
                  <c:v>1.5819118324406587</c:v>
                </c:pt>
                <c:pt idx="61">
                  <c:v>1.5705102169575118</c:v>
                </c:pt>
                <c:pt idx="62">
                  <c:v>1.5038959522090423</c:v>
                </c:pt>
                <c:pt idx="63">
                  <c:v>1.4848202241996804</c:v>
                </c:pt>
                <c:pt idx="64">
                  <c:v>1.5051073781364697</c:v>
                </c:pt>
                <c:pt idx="65">
                  <c:v>1.5578744002873437</c:v>
                </c:pt>
                <c:pt idx="66">
                  <c:v>1.4802940203725976</c:v>
                </c:pt>
                <c:pt idx="67">
                  <c:v>1.4634974015692528</c:v>
                </c:pt>
                <c:pt idx="68">
                  <c:v>1.4093286349316112</c:v>
                </c:pt>
                <c:pt idx="69">
                  <c:v>1.3710458878041272</c:v>
                </c:pt>
                <c:pt idx="70">
                  <c:v>1.2713633337359267</c:v>
                </c:pt>
                <c:pt idx="71">
                  <c:v>1.217188085032519</c:v>
                </c:pt>
                <c:pt idx="72">
                  <c:v>1.2447169173740491</c:v>
                </c:pt>
                <c:pt idx="73">
                  <c:v>1.2072124689266501</c:v>
                </c:pt>
                <c:pt idx="74">
                  <c:v>1.1833120564475246</c:v>
                </c:pt>
                <c:pt idx="75">
                  <c:v>1.2479322174104654</c:v>
                </c:pt>
                <c:pt idx="76">
                  <c:v>1.1889614968374347</c:v>
                </c:pt>
                <c:pt idx="77">
                  <c:v>1.1928860365352429</c:v>
                </c:pt>
                <c:pt idx="78">
                  <c:v>1.1628736138823115</c:v>
                </c:pt>
              </c:numCache>
            </c:numRef>
          </c:val>
          <c:smooth val="0"/>
          <c:extLst>
            <c:ext xmlns:c16="http://schemas.microsoft.com/office/drawing/2014/chart" uri="{C3380CC4-5D6E-409C-BE32-E72D297353CC}">
              <c16:uniqueId val="{00000000-DFC4-4D12-82B5-C6AB2CE7EB3C}"/>
            </c:ext>
          </c:extLst>
        </c:ser>
        <c:dLbls>
          <c:showLegendKey val="0"/>
          <c:showVal val="0"/>
          <c:showCatName val="0"/>
          <c:showSerName val="0"/>
          <c:showPercent val="0"/>
          <c:showBubbleSize val="0"/>
        </c:dLbls>
        <c:smooth val="0"/>
        <c:axId val="1012436800"/>
        <c:axId val="1020992176"/>
      </c:lineChart>
      <c:dateAx>
        <c:axId val="1012436800"/>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20992176"/>
        <c:crosses val="autoZero"/>
        <c:auto val="1"/>
        <c:lblOffset val="100"/>
        <c:baseTimeUnit val="months"/>
      </c:dateAx>
      <c:valAx>
        <c:axId val="1020992176"/>
        <c:scaling>
          <c:orientation val="minMax"/>
          <c:min val="1"/>
        </c:scaling>
        <c:delete val="0"/>
        <c:axPos val="l"/>
        <c:majorGridlines>
          <c:spPr>
            <a:ln w="6350" cap="flat" cmpd="sng" algn="ctr">
              <a:solidFill>
                <a:schemeClr val="tx1">
                  <a:lumMod val="15000"/>
                  <a:lumOff val="85000"/>
                </a:schemeClr>
              </a:solidFill>
              <a:prstDash val="dash"/>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124368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1470060230712253E-2"/>
          <c:y val="0.18152957608244311"/>
          <c:w val="0.90721997633561646"/>
          <c:h val="0.67464799365822359"/>
        </c:manualLayout>
      </c:layout>
      <c:lineChart>
        <c:grouping val="standard"/>
        <c:varyColors val="0"/>
        <c:ser>
          <c:idx val="0"/>
          <c:order val="0"/>
          <c:tx>
            <c:strRef>
              <c:f>index_base100!$B$1</c:f>
              <c:strCache>
                <c:ptCount val="1"/>
                <c:pt idx="0">
                  <c:v>Commodities</c:v>
                </c:pt>
              </c:strCache>
            </c:strRef>
          </c:tx>
          <c:spPr>
            <a:ln w="19050" cap="rnd">
              <a:solidFill>
                <a:srgbClr val="1F2F44"/>
              </a:solidFill>
              <a:round/>
            </a:ln>
            <a:effectLst/>
          </c:spPr>
          <c:marker>
            <c:symbol val="none"/>
          </c:marker>
          <c:cat>
            <c:numRef>
              <c:f>index_base100!$A$2:$A$144</c:f>
              <c:numCache>
                <c:formatCode>m/d/yyyy</c:formatCode>
                <c:ptCount val="143"/>
                <c:pt idx="0">
                  <c:v>46021</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numCache>
            </c:numRef>
          </c:cat>
          <c:val>
            <c:numRef>
              <c:f>index_base100!$B$2:$B$144</c:f>
              <c:numCache>
                <c:formatCode>General</c:formatCode>
                <c:ptCount val="143"/>
                <c:pt idx="0">
                  <c:v>100</c:v>
                </c:pt>
                <c:pt idx="1">
                  <c:v>100.1665612980006</c:v>
                </c:pt>
                <c:pt idx="2">
                  <c:v>99.828559748794532</c:v>
                </c:pt>
                <c:pt idx="3">
                  <c:v>100.8029795805548</c:v>
                </c:pt>
                <c:pt idx="4">
                  <c:v>101.2066199281506</c:v>
                </c:pt>
                <c:pt idx="5">
                  <c:v>101.53282268127209</c:v>
                </c:pt>
                <c:pt idx="6">
                  <c:v>101.3552681305044</c:v>
                </c:pt>
                <c:pt idx="7">
                  <c:v>101.7859237386759</c:v>
                </c:pt>
                <c:pt idx="8">
                  <c:v>103.0107821466476</c:v>
                </c:pt>
                <c:pt idx="9">
                  <c:v>106.57365264618581</c:v>
                </c:pt>
                <c:pt idx="10">
                  <c:v>106.187781143816</c:v>
                </c:pt>
                <c:pt idx="11">
                  <c:v>106.0771908140608</c:v>
                </c:pt>
                <c:pt idx="12">
                  <c:v>106.0451793852372</c:v>
                </c:pt>
                <c:pt idx="13">
                  <c:v>107.2097899195783</c:v>
                </c:pt>
                <c:pt idx="14">
                  <c:v>110.8041067789859</c:v>
                </c:pt>
                <c:pt idx="15">
                  <c:v>111.6831839063471</c:v>
                </c:pt>
                <c:pt idx="16">
                  <c:v>114.94804764698701</c:v>
                </c:pt>
                <c:pt idx="17">
                  <c:v>113.9844391724349</c:v>
                </c:pt>
                <c:pt idx="18">
                  <c:v>116.42085909724641</c:v>
                </c:pt>
                <c:pt idx="19">
                  <c:v>119.3743281230275</c:v>
                </c:pt>
                <c:pt idx="20">
                  <c:v>119.2648979571058</c:v>
                </c:pt>
                <c:pt idx="21">
                  <c:v>117.4686883868127</c:v>
                </c:pt>
                <c:pt idx="22">
                  <c:v>117.2276967306761</c:v>
                </c:pt>
                <c:pt idx="23">
                  <c:v>120.3471183930001</c:v>
                </c:pt>
                <c:pt idx="24">
                  <c:v>120.012324567633</c:v>
                </c:pt>
                <c:pt idx="25">
                  <c:v>117.7766022368085</c:v>
                </c:pt>
                <c:pt idx="26">
                  <c:v>117.28006127238299</c:v>
                </c:pt>
                <c:pt idx="27">
                  <c:v>119.3841241956881</c:v>
                </c:pt>
                <c:pt idx="28">
                  <c:v>119.2219320702242</c:v>
                </c:pt>
                <c:pt idx="29">
                  <c:v>123.1715857246659</c:v>
                </c:pt>
                <c:pt idx="30">
                  <c:v>120.8800997776238</c:v>
                </c:pt>
                <c:pt idx="31">
                  <c:v>119.4068742008146</c:v>
                </c:pt>
                <c:pt idx="32">
                  <c:v>118.1819831799089</c:v>
                </c:pt>
                <c:pt idx="33">
                  <c:v>119.3073441086277</c:v>
                </c:pt>
                <c:pt idx="34">
                  <c:v>120.87392350390481</c:v>
                </c:pt>
                <c:pt idx="35">
                  <c:v>121.435555032308</c:v>
                </c:pt>
                <c:pt idx="36">
                  <c:v>123.068953716877</c:v>
                </c:pt>
                <c:pt idx="37">
                  <c:v>124.11543232511519</c:v>
                </c:pt>
                <c:pt idx="38">
                  <c:v>123.5729017570798</c:v>
                </c:pt>
                <c:pt idx="39">
                  <c:v>122.7186307236021</c:v>
                </c:pt>
                <c:pt idx="40">
                  <c:v>124.82873420143</c:v>
                </c:pt>
                <c:pt idx="41">
                  <c:v>121.6035532317109</c:v>
                </c:pt>
                <c:pt idx="42">
                  <c:v>121.3039420669661</c:v>
                </c:pt>
                <c:pt idx="43">
                  <c:v>119.6817441827382</c:v>
                </c:pt>
                <c:pt idx="44">
                  <c:v>120.25835777668399</c:v>
                </c:pt>
                <c:pt idx="45">
                  <c:v>121.7071829261221</c:v>
                </c:pt>
                <c:pt idx="46">
                  <c:v>122.4460268642141</c:v>
                </c:pt>
                <c:pt idx="47">
                  <c:v>124.1091083831239</c:v>
                </c:pt>
                <c:pt idx="48">
                  <c:v>123.0117608052263</c:v>
                </c:pt>
                <c:pt idx="49">
                  <c:v>121.7585072543491</c:v>
                </c:pt>
                <c:pt idx="50">
                  <c:v>123.3285205311085</c:v>
                </c:pt>
                <c:pt idx="51">
                  <c:v>124.61258087513281</c:v>
                </c:pt>
                <c:pt idx="52">
                  <c:v>124.40035350792949</c:v>
                </c:pt>
                <c:pt idx="53">
                  <c:v>123.9111037343728</c:v>
                </c:pt>
                <c:pt idx="54">
                  <c:v>121.7378846943824</c:v>
                </c:pt>
                <c:pt idx="55">
                  <c:v>123.9342918542044</c:v>
                </c:pt>
                <c:pt idx="56">
                  <c:v>125.9702896720808</c:v>
                </c:pt>
                <c:pt idx="57">
                  <c:v>127.4064342478818</c:v>
                </c:pt>
                <c:pt idx="58">
                  <c:v>127.8430168308205</c:v>
                </c:pt>
                <c:pt idx="59">
                  <c:v>129.0443145833523</c:v>
                </c:pt>
                <c:pt idx="60">
                  <c:v>129.91912212496879</c:v>
                </c:pt>
                <c:pt idx="61">
                  <c:v>130.54351729063509</c:v>
                </c:pt>
                <c:pt idx="62">
                  <c:v>129.12319554704561</c:v>
                </c:pt>
                <c:pt idx="63">
                  <c:v>130.7210000289607</c:v>
                </c:pt>
                <c:pt idx="64">
                  <c:v>130.95702713719771</c:v>
                </c:pt>
                <c:pt idx="65">
                  <c:v>130.89586954497611</c:v>
                </c:pt>
                <c:pt idx="66">
                  <c:v>129.5368686259676</c:v>
                </c:pt>
                <c:pt idx="67">
                  <c:v>131.37612647370341</c:v>
                </c:pt>
                <c:pt idx="68">
                  <c:v>133.52213193975501</c:v>
                </c:pt>
                <c:pt idx="69">
                  <c:v>135.19606403111729</c:v>
                </c:pt>
                <c:pt idx="70">
                  <c:v>133.40579028254919</c:v>
                </c:pt>
                <c:pt idx="71">
                  <c:v>132.3594443899988</c:v>
                </c:pt>
                <c:pt idx="72">
                  <c:v>133.56384268361131</c:v>
                </c:pt>
                <c:pt idx="73">
                  <c:v>131.64216257688619</c:v>
                </c:pt>
                <c:pt idx="74">
                  <c:v>132.0849099551321</c:v>
                </c:pt>
                <c:pt idx="75">
                  <c:v>132.0305885899102</c:v>
                </c:pt>
                <c:pt idx="76">
                  <c:v>131.8377038921796</c:v>
                </c:pt>
                <c:pt idx="77">
                  <c:v>131.06456067734331</c:v>
                </c:pt>
                <c:pt idx="78">
                  <c:v>131.14245506845279</c:v>
                </c:pt>
                <c:pt idx="79">
                  <c:v>131.10736885819469</c:v>
                </c:pt>
                <c:pt idx="80">
                  <c:v>129.92448417928219</c:v>
                </c:pt>
                <c:pt idx="81">
                  <c:v>131.35485949132601</c:v>
                </c:pt>
                <c:pt idx="82">
                  <c:v>130.18038090197209</c:v>
                </c:pt>
                <c:pt idx="83">
                  <c:v>129.56401046080299</c:v>
                </c:pt>
                <c:pt idx="84">
                  <c:v>129.43253293175721</c:v>
                </c:pt>
                <c:pt idx="85">
                  <c:v>127.14008722883349</c:v>
                </c:pt>
                <c:pt idx="86">
                  <c:v>127.7646460005252</c:v>
                </c:pt>
                <c:pt idx="87">
                  <c:v>129.2739880258672</c:v>
                </c:pt>
                <c:pt idx="88">
                  <c:v>128.7094388375817</c:v>
                </c:pt>
                <c:pt idx="89">
                  <c:v>127.8162310425908</c:v>
                </c:pt>
                <c:pt idx="90">
                  <c:v>127.9640367403224</c:v>
                </c:pt>
                <c:pt idx="91">
                  <c:v>128.69784789598151</c:v>
                </c:pt>
                <c:pt idx="92">
                  <c:v>128.8455642752898</c:v>
                </c:pt>
                <c:pt idx="93">
                  <c:v>127.5501641806777</c:v>
                </c:pt>
                <c:pt idx="94">
                  <c:v>127.1703352862892</c:v>
                </c:pt>
                <c:pt idx="95">
                  <c:v>127.9939544365178</c:v>
                </c:pt>
                <c:pt idx="96">
                  <c:v>127.8328994999632</c:v>
                </c:pt>
                <c:pt idx="97">
                  <c:v>126.3448812245577</c:v>
                </c:pt>
                <c:pt idx="98">
                  <c:v>125.84397397899239</c:v>
                </c:pt>
                <c:pt idx="99">
                  <c:v>124.9968970306557</c:v>
                </c:pt>
                <c:pt idx="100">
                  <c:v>124.7154587462426</c:v>
                </c:pt>
                <c:pt idx="101">
                  <c:v>122.7994319742135</c:v>
                </c:pt>
                <c:pt idx="102">
                  <c:v>122.6353802634417</c:v>
                </c:pt>
                <c:pt idx="103">
                  <c:v>124.8371227101628</c:v>
                </c:pt>
                <c:pt idx="104">
                  <c:v>122.16402596247281</c:v>
                </c:pt>
                <c:pt idx="105">
                  <c:v>119.69841398969319</c:v>
                </c:pt>
                <c:pt idx="106">
                  <c:v>119.7858871843795</c:v>
                </c:pt>
                <c:pt idx="107">
                  <c:v>120.1416374765942</c:v>
                </c:pt>
                <c:pt idx="108">
                  <c:v>120.1900357669963</c:v>
                </c:pt>
                <c:pt idx="109">
                  <c:v>120.89453165090001</c:v>
                </c:pt>
                <c:pt idx="110">
                  <c:v>120.341400970797</c:v>
                </c:pt>
                <c:pt idx="111">
                  <c:v>118.4284515795313</c:v>
                </c:pt>
                <c:pt idx="112">
                  <c:v>117.7393591653005</c:v>
                </c:pt>
                <c:pt idx="113">
                  <c:v>116.6515699532553</c:v>
                </c:pt>
                <c:pt idx="114">
                  <c:v>116.79742243365919</c:v>
                </c:pt>
                <c:pt idx="115">
                  <c:v>117.4087746275134</c:v>
                </c:pt>
                <c:pt idx="116">
                  <c:v>117.8468987292093</c:v>
                </c:pt>
                <c:pt idx="117">
                  <c:v>117.2502134487865</c:v>
                </c:pt>
                <c:pt idx="118">
                  <c:v>114.86484255667609</c:v>
                </c:pt>
                <c:pt idx="119">
                  <c:v>115.4042160860091</c:v>
                </c:pt>
                <c:pt idx="120">
                  <c:v>114.54603323463191</c:v>
                </c:pt>
                <c:pt idx="121">
                  <c:v>114.6294879095329</c:v>
                </c:pt>
                <c:pt idx="122">
                  <c:v>113.79840376053551</c:v>
                </c:pt>
                <c:pt idx="123">
                  <c:v>113.81750015080939</c:v>
                </c:pt>
                <c:pt idx="124">
                  <c:v>114.4723328211529</c:v>
                </c:pt>
                <c:pt idx="125">
                  <c:v>115.5421393959402</c:v>
                </c:pt>
                <c:pt idx="126">
                  <c:v>114.672024531308</c:v>
                </c:pt>
                <c:pt idx="127">
                  <c:v>115.2087182639069</c:v>
                </c:pt>
                <c:pt idx="128">
                  <c:v>114.93893352554871</c:v>
                </c:pt>
                <c:pt idx="129">
                  <c:v>115.0263108916083</c:v>
                </c:pt>
                <c:pt idx="130">
                  <c:v>116.8051791246816</c:v>
                </c:pt>
                <c:pt idx="131">
                  <c:v>117.4037348446434</c:v>
                </c:pt>
                <c:pt idx="132">
                  <c:v>117.99809140798629</c:v>
                </c:pt>
                <c:pt idx="133">
                  <c:v>118.7536835262716</c:v>
                </c:pt>
                <c:pt idx="134">
                  <c:v>117.23423183927579</c:v>
                </c:pt>
                <c:pt idx="135">
                  <c:v>118.5613498336951</c:v>
                </c:pt>
                <c:pt idx="136">
                  <c:v>117.9538483622439</c:v>
                </c:pt>
                <c:pt idx="137">
                  <c:v>118.7513165480967</c:v>
                </c:pt>
                <c:pt idx="138">
                  <c:v>122.3334488006565</c:v>
                </c:pt>
                <c:pt idx="139">
                  <c:v>123.39650324831111</c:v>
                </c:pt>
                <c:pt idx="140">
                  <c:v>121.7632257491872</c:v>
                </c:pt>
                <c:pt idx="141">
                  <c:v>120.3557073395623</c:v>
                </c:pt>
                <c:pt idx="142">
                  <c:v>121.2578524249287</c:v>
                </c:pt>
              </c:numCache>
            </c:numRef>
          </c:val>
          <c:smooth val="0"/>
          <c:extLst>
            <c:ext xmlns:c16="http://schemas.microsoft.com/office/drawing/2014/chart" uri="{C3380CC4-5D6E-409C-BE32-E72D297353CC}">
              <c16:uniqueId val="{00000000-8136-433B-B1CC-EB8066E433E0}"/>
            </c:ext>
          </c:extLst>
        </c:ser>
        <c:ser>
          <c:idx val="1"/>
          <c:order val="1"/>
          <c:tx>
            <c:v>Domestic Cyclicals</c:v>
          </c:tx>
          <c:spPr>
            <a:ln w="19050" cap="rnd">
              <a:solidFill>
                <a:srgbClr val="F9C113"/>
              </a:solidFill>
              <a:round/>
            </a:ln>
            <a:effectLst/>
          </c:spPr>
          <c:marker>
            <c:symbol val="none"/>
          </c:marker>
          <c:cat>
            <c:numRef>
              <c:f>index_base100!$A$2:$A$144</c:f>
              <c:numCache>
                <c:formatCode>m/d/yyyy</c:formatCode>
                <c:ptCount val="143"/>
                <c:pt idx="0">
                  <c:v>46021</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numCache>
            </c:numRef>
          </c:cat>
          <c:val>
            <c:numRef>
              <c:f>index_base100!$C$2:$C$144</c:f>
              <c:numCache>
                <c:formatCode>General</c:formatCode>
                <c:ptCount val="143"/>
                <c:pt idx="0">
                  <c:v>100</c:v>
                </c:pt>
                <c:pt idx="1">
                  <c:v>99.381264411572573</c:v>
                </c:pt>
                <c:pt idx="2">
                  <c:v>100.6543788959486</c:v>
                </c:pt>
                <c:pt idx="3">
                  <c:v>101.3742474641337</c:v>
                </c:pt>
                <c:pt idx="4">
                  <c:v>100.8253914244716</c:v>
                </c:pt>
                <c:pt idx="5">
                  <c:v>100.61678034242161</c:v>
                </c:pt>
                <c:pt idx="6">
                  <c:v>101.4162225952311</c:v>
                </c:pt>
                <c:pt idx="7">
                  <c:v>101.9460521010562</c:v>
                </c:pt>
                <c:pt idx="8">
                  <c:v>100.15227276489701</c:v>
                </c:pt>
                <c:pt idx="9">
                  <c:v>100.67270302523301</c:v>
                </c:pt>
                <c:pt idx="10">
                  <c:v>100.9537017309255</c:v>
                </c:pt>
                <c:pt idx="11">
                  <c:v>99.984764360326466</c:v>
                </c:pt>
                <c:pt idx="12">
                  <c:v>100.1296822338165</c:v>
                </c:pt>
                <c:pt idx="13">
                  <c:v>100.9068381174481</c:v>
                </c:pt>
                <c:pt idx="14">
                  <c:v>103.7495772421869</c:v>
                </c:pt>
                <c:pt idx="15">
                  <c:v>106.7070403480012</c:v>
                </c:pt>
                <c:pt idx="16">
                  <c:v>108.3559780309844</c:v>
                </c:pt>
                <c:pt idx="17">
                  <c:v>109.1895408677393</c:v>
                </c:pt>
                <c:pt idx="18">
                  <c:v>111.1381372350897</c:v>
                </c:pt>
                <c:pt idx="19">
                  <c:v>111.1797318571261</c:v>
                </c:pt>
                <c:pt idx="20">
                  <c:v>109.6986039481225</c:v>
                </c:pt>
                <c:pt idx="21">
                  <c:v>109.2188168408517</c:v>
                </c:pt>
                <c:pt idx="22">
                  <c:v>110.2470770674029</c:v>
                </c:pt>
                <c:pt idx="23">
                  <c:v>111.5934064218426</c:v>
                </c:pt>
                <c:pt idx="24">
                  <c:v>107.8754193056029</c:v>
                </c:pt>
                <c:pt idx="25">
                  <c:v>108.6433744246671</c:v>
                </c:pt>
                <c:pt idx="26">
                  <c:v>109.1821372099083</c:v>
                </c:pt>
                <c:pt idx="27">
                  <c:v>110.9047271055921</c:v>
                </c:pt>
                <c:pt idx="28">
                  <c:v>110.47818569485869</c:v>
                </c:pt>
                <c:pt idx="29">
                  <c:v>111.86713452170819</c:v>
                </c:pt>
                <c:pt idx="30">
                  <c:v>111.49742626329051</c:v>
                </c:pt>
                <c:pt idx="31">
                  <c:v>110.825926473359</c:v>
                </c:pt>
                <c:pt idx="32">
                  <c:v>111.1097992281794</c:v>
                </c:pt>
                <c:pt idx="33">
                  <c:v>111.41422589969321</c:v>
                </c:pt>
                <c:pt idx="34">
                  <c:v>112.34157330821419</c:v>
                </c:pt>
                <c:pt idx="35">
                  <c:v>111.4666393410679</c:v>
                </c:pt>
                <c:pt idx="36">
                  <c:v>112.6053709905035</c:v>
                </c:pt>
                <c:pt idx="37">
                  <c:v>110.71791259672329</c:v>
                </c:pt>
                <c:pt idx="38">
                  <c:v>111.26351720695889</c:v>
                </c:pt>
                <c:pt idx="39">
                  <c:v>110.1790578567928</c:v>
                </c:pt>
                <c:pt idx="40">
                  <c:v>109.2673179535435</c:v>
                </c:pt>
                <c:pt idx="41">
                  <c:v>106.056174055033</c:v>
                </c:pt>
                <c:pt idx="42">
                  <c:v>107.6737810434508</c:v>
                </c:pt>
                <c:pt idx="43">
                  <c:v>104.04223566579439</c:v>
                </c:pt>
                <c:pt idx="44">
                  <c:v>101.8277505989039</c:v>
                </c:pt>
                <c:pt idx="45">
                  <c:v>102.4388869342235</c:v>
                </c:pt>
                <c:pt idx="46">
                  <c:v>104.67845129998339</c:v>
                </c:pt>
                <c:pt idx="47">
                  <c:v>104.2095774043983</c:v>
                </c:pt>
                <c:pt idx="48">
                  <c:v>99.408030682046174</c:v>
                </c:pt>
                <c:pt idx="49">
                  <c:v>98.257191953268872</c:v>
                </c:pt>
                <c:pt idx="50">
                  <c:v>99.755060326525452</c:v>
                </c:pt>
                <c:pt idx="51">
                  <c:v>99.652663518864031</c:v>
                </c:pt>
                <c:pt idx="52">
                  <c:v>98.823330447102464</c:v>
                </c:pt>
                <c:pt idx="53">
                  <c:v>99.204419062517047</c:v>
                </c:pt>
                <c:pt idx="54">
                  <c:v>96.767473720628999</c:v>
                </c:pt>
                <c:pt idx="55">
                  <c:v>101.55372624912749</c:v>
                </c:pt>
                <c:pt idx="56">
                  <c:v>101.1360626584956</c:v>
                </c:pt>
                <c:pt idx="57">
                  <c:v>102.8247692909698</c:v>
                </c:pt>
                <c:pt idx="58">
                  <c:v>100.3180025413473</c:v>
                </c:pt>
                <c:pt idx="59">
                  <c:v>98.815363486990464</c:v>
                </c:pt>
                <c:pt idx="60">
                  <c:v>99.422408127635549</c:v>
                </c:pt>
                <c:pt idx="61">
                  <c:v>103.4747937202649</c:v>
                </c:pt>
                <c:pt idx="62">
                  <c:v>104.99733421559191</c:v>
                </c:pt>
                <c:pt idx="63">
                  <c:v>104.1515915962085</c:v>
                </c:pt>
                <c:pt idx="64">
                  <c:v>103.81895329574991</c:v>
                </c:pt>
                <c:pt idx="65">
                  <c:v>103.6895569660507</c:v>
                </c:pt>
                <c:pt idx="66">
                  <c:v>107.4819529262965</c:v>
                </c:pt>
                <c:pt idx="67">
                  <c:v>108.2127470393205</c:v>
                </c:pt>
                <c:pt idx="68">
                  <c:v>108.2180008701947</c:v>
                </c:pt>
                <c:pt idx="69">
                  <c:v>107.6385307580841</c:v>
                </c:pt>
                <c:pt idx="70">
                  <c:v>108.81633807882351</c:v>
                </c:pt>
                <c:pt idx="71">
                  <c:v>108.2022106853446</c:v>
                </c:pt>
                <c:pt idx="72">
                  <c:v>105.68832860997389</c:v>
                </c:pt>
                <c:pt idx="73">
                  <c:v>106.876880154513</c:v>
                </c:pt>
                <c:pt idx="74">
                  <c:v>106.8702248375117</c:v>
                </c:pt>
                <c:pt idx="75">
                  <c:v>103.3643841373311</c:v>
                </c:pt>
                <c:pt idx="76">
                  <c:v>102.4106120480176</c:v>
                </c:pt>
                <c:pt idx="77">
                  <c:v>101.832649340126</c:v>
                </c:pt>
                <c:pt idx="78">
                  <c:v>100.59481113469261</c:v>
                </c:pt>
                <c:pt idx="79">
                  <c:v>99.510236345459404</c:v>
                </c:pt>
                <c:pt idx="80">
                  <c:v>96.066196244171792</c:v>
                </c:pt>
                <c:pt idx="81">
                  <c:v>97.834951720519356</c:v>
                </c:pt>
                <c:pt idx="82">
                  <c:v>97.5017755456755</c:v>
                </c:pt>
                <c:pt idx="83">
                  <c:v>98.131734192798788</c:v>
                </c:pt>
                <c:pt idx="84">
                  <c:v>100.717739736883</c:v>
                </c:pt>
                <c:pt idx="85">
                  <c:v>99.722343648136658</c:v>
                </c:pt>
                <c:pt idx="86">
                  <c:v>99.238326072561051</c:v>
                </c:pt>
                <c:pt idx="87">
                  <c:v>96.032609038032916</c:v>
                </c:pt>
                <c:pt idx="88">
                  <c:v>94.803600430987231</c:v>
                </c:pt>
                <c:pt idx="89">
                  <c:v>92.384321943241758</c:v>
                </c:pt>
                <c:pt idx="90">
                  <c:v>93.298195372513973</c:v>
                </c:pt>
                <c:pt idx="91">
                  <c:v>92.009298962743983</c:v>
                </c:pt>
                <c:pt idx="92">
                  <c:v>91.430864518761652</c:v>
                </c:pt>
                <c:pt idx="93">
                  <c:v>89.893307405612035</c:v>
                </c:pt>
                <c:pt idx="94">
                  <c:v>93.02889258677655</c:v>
                </c:pt>
                <c:pt idx="95">
                  <c:v>92.781453020571377</c:v>
                </c:pt>
                <c:pt idx="96">
                  <c:v>92.089920219284323</c:v>
                </c:pt>
                <c:pt idx="97">
                  <c:v>93.948546945610204</c:v>
                </c:pt>
                <c:pt idx="98">
                  <c:v>93.00597404760984</c:v>
                </c:pt>
                <c:pt idx="99">
                  <c:v>92.639180145444527</c:v>
                </c:pt>
                <c:pt idx="100">
                  <c:v>92.730120529592668</c:v>
                </c:pt>
                <c:pt idx="101">
                  <c:v>92.443581520326617</c:v>
                </c:pt>
                <c:pt idx="102">
                  <c:v>91.508879827448894</c:v>
                </c:pt>
                <c:pt idx="103">
                  <c:v>91.575509163477136</c:v>
                </c:pt>
                <c:pt idx="104">
                  <c:v>89.449267712842968</c:v>
                </c:pt>
                <c:pt idx="105">
                  <c:v>89.926447192263026</c:v>
                </c:pt>
                <c:pt idx="106">
                  <c:v>90.39812662251731</c:v>
                </c:pt>
                <c:pt idx="107">
                  <c:v>90.283991362950118</c:v>
                </c:pt>
                <c:pt idx="108">
                  <c:v>88.199656701374593</c:v>
                </c:pt>
                <c:pt idx="109">
                  <c:v>90.193908571006787</c:v>
                </c:pt>
                <c:pt idx="110">
                  <c:v>90.179837678978402</c:v>
                </c:pt>
                <c:pt idx="111">
                  <c:v>90.956996379403463</c:v>
                </c:pt>
                <c:pt idx="112">
                  <c:v>90.256962839420112</c:v>
                </c:pt>
                <c:pt idx="113">
                  <c:v>90.083475719510119</c:v>
                </c:pt>
                <c:pt idx="114">
                  <c:v>90.520424108088321</c:v>
                </c:pt>
                <c:pt idx="115">
                  <c:v>90.433484025992243</c:v>
                </c:pt>
                <c:pt idx="116">
                  <c:v>91.380751916832068</c:v>
                </c:pt>
                <c:pt idx="117">
                  <c:v>92.446782294454096</c:v>
                </c:pt>
                <c:pt idx="118">
                  <c:v>93.326539242326433</c:v>
                </c:pt>
                <c:pt idx="119">
                  <c:v>94.233396583140362</c:v>
                </c:pt>
                <c:pt idx="120">
                  <c:v>95.57521485586723</c:v>
                </c:pt>
                <c:pt idx="121">
                  <c:v>94.926228650817151</c:v>
                </c:pt>
                <c:pt idx="122">
                  <c:v>94.729209681997446</c:v>
                </c:pt>
                <c:pt idx="123">
                  <c:v>94.214654844503826</c:v>
                </c:pt>
                <c:pt idx="124">
                  <c:v>95.129148971787316</c:v>
                </c:pt>
                <c:pt idx="125">
                  <c:v>96.01516713837097</c:v>
                </c:pt>
                <c:pt idx="126">
                  <c:v>94.823273186802879</c:v>
                </c:pt>
                <c:pt idx="127">
                  <c:v>93.767637859445102</c:v>
                </c:pt>
                <c:pt idx="128">
                  <c:v>92.173866169221398</c:v>
                </c:pt>
                <c:pt idx="129">
                  <c:v>94.001007563251477</c:v>
                </c:pt>
                <c:pt idx="130">
                  <c:v>96.677013027013459</c:v>
                </c:pt>
                <c:pt idx="131">
                  <c:v>94.167746971262801</c:v>
                </c:pt>
                <c:pt idx="132">
                  <c:v>94.575071178917071</c:v>
                </c:pt>
                <c:pt idx="133">
                  <c:v>94.26590872208665</c:v>
                </c:pt>
                <c:pt idx="134">
                  <c:v>92.818994673433835</c:v>
                </c:pt>
                <c:pt idx="135">
                  <c:v>92.052786857636121</c:v>
                </c:pt>
                <c:pt idx="136">
                  <c:v>91.546613575216085</c:v>
                </c:pt>
                <c:pt idx="137">
                  <c:v>90.552412369373926</c:v>
                </c:pt>
                <c:pt idx="138">
                  <c:v>93.154074899797351</c:v>
                </c:pt>
                <c:pt idx="139">
                  <c:v>91.643326644759441</c:v>
                </c:pt>
                <c:pt idx="140">
                  <c:v>91.365760316414892</c:v>
                </c:pt>
                <c:pt idx="141">
                  <c:v>93.699931144683831</c:v>
                </c:pt>
                <c:pt idx="142">
                  <c:v>94.082882361898569</c:v>
                </c:pt>
              </c:numCache>
            </c:numRef>
          </c:val>
          <c:smooth val="0"/>
          <c:extLst>
            <c:ext xmlns:c16="http://schemas.microsoft.com/office/drawing/2014/chart" uri="{C3380CC4-5D6E-409C-BE32-E72D297353CC}">
              <c16:uniqueId val="{00000001-8136-433B-B1CC-EB8066E433E0}"/>
            </c:ext>
          </c:extLst>
        </c:ser>
        <c:ser>
          <c:idx val="2"/>
          <c:order val="2"/>
          <c:tx>
            <c:v>Domestic Defensives</c:v>
          </c:tx>
          <c:spPr>
            <a:ln w="19050" cap="rnd">
              <a:solidFill>
                <a:srgbClr val="FFFFFF">
                  <a:lumMod val="85000"/>
                </a:srgbClr>
              </a:solidFill>
              <a:round/>
            </a:ln>
            <a:effectLst/>
          </c:spPr>
          <c:marker>
            <c:symbol val="none"/>
          </c:marker>
          <c:cat>
            <c:numRef>
              <c:f>index_base100!$A$2:$A$144</c:f>
              <c:numCache>
                <c:formatCode>m/d/yyyy</c:formatCode>
                <c:ptCount val="143"/>
                <c:pt idx="0">
                  <c:v>46021</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numCache>
            </c:numRef>
          </c:cat>
          <c:val>
            <c:numRef>
              <c:f>index_base100!$D$2:$D$144</c:f>
              <c:numCache>
                <c:formatCode>General</c:formatCode>
                <c:ptCount val="143"/>
                <c:pt idx="0">
                  <c:v>100</c:v>
                </c:pt>
                <c:pt idx="1">
                  <c:v>99.248033885327587</c:v>
                </c:pt>
                <c:pt idx="2">
                  <c:v>99.603792629558825</c:v>
                </c:pt>
                <c:pt idx="3">
                  <c:v>101.1267424420823</c:v>
                </c:pt>
                <c:pt idx="4">
                  <c:v>98.735362507779939</c:v>
                </c:pt>
                <c:pt idx="5">
                  <c:v>100.00704431441589</c:v>
                </c:pt>
                <c:pt idx="6">
                  <c:v>100.5136085793353</c:v>
                </c:pt>
                <c:pt idx="7">
                  <c:v>99.866118325791433</c:v>
                </c:pt>
                <c:pt idx="8">
                  <c:v>97.986240055479286</c:v>
                </c:pt>
                <c:pt idx="9">
                  <c:v>99.499556396636947</c:v>
                </c:pt>
                <c:pt idx="10">
                  <c:v>99.60037899486106</c:v>
                </c:pt>
                <c:pt idx="11">
                  <c:v>98.946309380879001</c:v>
                </c:pt>
                <c:pt idx="12">
                  <c:v>99.090965041629573</c:v>
                </c:pt>
                <c:pt idx="13">
                  <c:v>100.06269844897351</c:v>
                </c:pt>
                <c:pt idx="14">
                  <c:v>102.773566211275</c:v>
                </c:pt>
                <c:pt idx="15">
                  <c:v>105.6935218958768</c:v>
                </c:pt>
                <c:pt idx="16">
                  <c:v>106.93737680489809</c:v>
                </c:pt>
                <c:pt idx="17">
                  <c:v>106.26182722312529</c:v>
                </c:pt>
                <c:pt idx="18">
                  <c:v>106.9886512745325</c:v>
                </c:pt>
                <c:pt idx="19">
                  <c:v>107.863990808309</c:v>
                </c:pt>
                <c:pt idx="20">
                  <c:v>106.023443219003</c:v>
                </c:pt>
                <c:pt idx="21">
                  <c:v>105.93757303025311</c:v>
                </c:pt>
                <c:pt idx="22">
                  <c:v>107.4761335247489</c:v>
                </c:pt>
                <c:pt idx="23">
                  <c:v>109.12097498995411</c:v>
                </c:pt>
                <c:pt idx="24">
                  <c:v>106.51420630462199</c:v>
                </c:pt>
                <c:pt idx="25">
                  <c:v>108.2321873970857</c:v>
                </c:pt>
                <c:pt idx="26">
                  <c:v>108.685888420213</c:v>
                </c:pt>
                <c:pt idx="27">
                  <c:v>110.1388134594073</c:v>
                </c:pt>
                <c:pt idx="28">
                  <c:v>110.01468482036159</c:v>
                </c:pt>
                <c:pt idx="29">
                  <c:v>111.6930559113913</c:v>
                </c:pt>
                <c:pt idx="30">
                  <c:v>111.3707378763642</c:v>
                </c:pt>
                <c:pt idx="31">
                  <c:v>111.2954762678643</c:v>
                </c:pt>
                <c:pt idx="32">
                  <c:v>110.94899801618421</c:v>
                </c:pt>
                <c:pt idx="33">
                  <c:v>113.48508641445549</c:v>
                </c:pt>
                <c:pt idx="34">
                  <c:v>113.85262562228139</c:v>
                </c:pt>
                <c:pt idx="35">
                  <c:v>112.93107352085291</c:v>
                </c:pt>
                <c:pt idx="36">
                  <c:v>114.6763557605309</c:v>
                </c:pt>
                <c:pt idx="37">
                  <c:v>114.61215372717081</c:v>
                </c:pt>
                <c:pt idx="38">
                  <c:v>114.7862913775389</c:v>
                </c:pt>
                <c:pt idx="39">
                  <c:v>112.6899972309831</c:v>
                </c:pt>
                <c:pt idx="40">
                  <c:v>112.3388359277872</c:v>
                </c:pt>
                <c:pt idx="41">
                  <c:v>108.487289058033</c:v>
                </c:pt>
                <c:pt idx="42">
                  <c:v>110.9217409337476</c:v>
                </c:pt>
                <c:pt idx="43">
                  <c:v>107.5563589490809</c:v>
                </c:pt>
                <c:pt idx="44">
                  <c:v>107.1754007825251</c:v>
                </c:pt>
                <c:pt idx="45">
                  <c:v>108.26927953983029</c:v>
                </c:pt>
                <c:pt idx="46">
                  <c:v>109.596366229978</c:v>
                </c:pt>
                <c:pt idx="47">
                  <c:v>109.15499429581919</c:v>
                </c:pt>
                <c:pt idx="48">
                  <c:v>105.96917640052099</c:v>
                </c:pt>
                <c:pt idx="49">
                  <c:v>105.63017485378801</c:v>
                </c:pt>
                <c:pt idx="50">
                  <c:v>106.8652472059823</c:v>
                </c:pt>
                <c:pt idx="51">
                  <c:v>106.9380023886059</c:v>
                </c:pt>
                <c:pt idx="52">
                  <c:v>107.2749199111481</c:v>
                </c:pt>
                <c:pt idx="53">
                  <c:v>108.92064884926501</c:v>
                </c:pt>
                <c:pt idx="54">
                  <c:v>106.00008547180219</c:v>
                </c:pt>
                <c:pt idx="55">
                  <c:v>109.8572248066898</c:v>
                </c:pt>
                <c:pt idx="56">
                  <c:v>109.48124819812659</c:v>
                </c:pt>
                <c:pt idx="57">
                  <c:v>111.7513293589123</c:v>
                </c:pt>
                <c:pt idx="58">
                  <c:v>109.0755068003327</c:v>
                </c:pt>
                <c:pt idx="59">
                  <c:v>107.83756892096901</c:v>
                </c:pt>
                <c:pt idx="60">
                  <c:v>108.8387079112559</c:v>
                </c:pt>
                <c:pt idx="61">
                  <c:v>112.136274074623</c:v>
                </c:pt>
                <c:pt idx="62">
                  <c:v>112.4242297081193</c:v>
                </c:pt>
                <c:pt idx="63">
                  <c:v>112.3694658479547</c:v>
                </c:pt>
                <c:pt idx="64">
                  <c:v>112.2515364156946</c:v>
                </c:pt>
                <c:pt idx="65">
                  <c:v>112.6818444799424</c:v>
                </c:pt>
                <c:pt idx="66">
                  <c:v>116.40442700848909</c:v>
                </c:pt>
                <c:pt idx="67">
                  <c:v>118.92828094357959</c:v>
                </c:pt>
                <c:pt idx="68">
                  <c:v>120.834028643891</c:v>
                </c:pt>
                <c:pt idx="69">
                  <c:v>120.9651761202215</c:v>
                </c:pt>
                <c:pt idx="70">
                  <c:v>122.50544267524771</c:v>
                </c:pt>
                <c:pt idx="71">
                  <c:v>121.50979530505521</c:v>
                </c:pt>
                <c:pt idx="72">
                  <c:v>119.78572870391061</c:v>
                </c:pt>
                <c:pt idx="73">
                  <c:v>118.8533712739992</c:v>
                </c:pt>
                <c:pt idx="74">
                  <c:v>119.9641207431668</c:v>
                </c:pt>
                <c:pt idx="75">
                  <c:v>117.8289706018268</c:v>
                </c:pt>
                <c:pt idx="76">
                  <c:v>117.23808383190389</c:v>
                </c:pt>
                <c:pt idx="77">
                  <c:v>117.0499868405451</c:v>
                </c:pt>
                <c:pt idx="78">
                  <c:v>116.0528691201763</c:v>
                </c:pt>
                <c:pt idx="79">
                  <c:v>114.85992609226921</c:v>
                </c:pt>
                <c:pt idx="80">
                  <c:v>112.51403840508929</c:v>
                </c:pt>
                <c:pt idx="81">
                  <c:v>114.36887000870431</c:v>
                </c:pt>
                <c:pt idx="82">
                  <c:v>113.87556550213699</c:v>
                </c:pt>
                <c:pt idx="83">
                  <c:v>116.35981969594459</c:v>
                </c:pt>
                <c:pt idx="84">
                  <c:v>116.9855748583168</c:v>
                </c:pt>
                <c:pt idx="85">
                  <c:v>112.64920722907721</c:v>
                </c:pt>
                <c:pt idx="86">
                  <c:v>113.1143167736969</c:v>
                </c:pt>
                <c:pt idx="87">
                  <c:v>110.6703191969608</c:v>
                </c:pt>
                <c:pt idx="88">
                  <c:v>109.5462846072858</c:v>
                </c:pt>
                <c:pt idx="89">
                  <c:v>106.464647229698</c:v>
                </c:pt>
                <c:pt idx="90">
                  <c:v>107.11343284168279</c:v>
                </c:pt>
                <c:pt idx="91">
                  <c:v>106.0173867847457</c:v>
                </c:pt>
                <c:pt idx="92">
                  <c:v>105.8485404212549</c:v>
                </c:pt>
                <c:pt idx="93">
                  <c:v>104.1831168940643</c:v>
                </c:pt>
                <c:pt idx="94">
                  <c:v>106.8788428292376</c:v>
                </c:pt>
                <c:pt idx="95">
                  <c:v>106.074283178149</c:v>
                </c:pt>
                <c:pt idx="96">
                  <c:v>104.70851195115949</c:v>
                </c:pt>
                <c:pt idx="97">
                  <c:v>106.2547116695572</c:v>
                </c:pt>
                <c:pt idx="98">
                  <c:v>105.7054973899652</c:v>
                </c:pt>
                <c:pt idx="99">
                  <c:v>104.9524156626981</c:v>
                </c:pt>
                <c:pt idx="100">
                  <c:v>104.48060321005499</c:v>
                </c:pt>
                <c:pt idx="101">
                  <c:v>104.1735741421689</c:v>
                </c:pt>
                <c:pt idx="102">
                  <c:v>102.71410049968379</c:v>
                </c:pt>
                <c:pt idx="103">
                  <c:v>104.312335539248</c:v>
                </c:pt>
                <c:pt idx="104">
                  <c:v>102.3912459231649</c:v>
                </c:pt>
                <c:pt idx="105">
                  <c:v>101.85763998765761</c:v>
                </c:pt>
                <c:pt idx="106">
                  <c:v>101.45123817183121</c:v>
                </c:pt>
                <c:pt idx="107">
                  <c:v>102.48758675833589</c:v>
                </c:pt>
                <c:pt idx="108">
                  <c:v>101.5139930039127</c:v>
                </c:pt>
                <c:pt idx="109">
                  <c:v>103.5650129810315</c:v>
                </c:pt>
                <c:pt idx="110">
                  <c:v>103.2969637335607</c:v>
                </c:pt>
                <c:pt idx="111">
                  <c:v>103.7334550804415</c:v>
                </c:pt>
                <c:pt idx="112">
                  <c:v>103.09638624396329</c:v>
                </c:pt>
                <c:pt idx="113">
                  <c:v>101.4711340217392</c:v>
                </c:pt>
                <c:pt idx="114">
                  <c:v>100.9921983652827</c:v>
                </c:pt>
                <c:pt idx="115">
                  <c:v>100.9653409769346</c:v>
                </c:pt>
                <c:pt idx="116">
                  <c:v>102.7292570672189</c:v>
                </c:pt>
                <c:pt idx="117">
                  <c:v>104.3244843730927</c:v>
                </c:pt>
                <c:pt idx="118">
                  <c:v>104.6150832798908</c:v>
                </c:pt>
                <c:pt idx="119">
                  <c:v>105.9383642256317</c:v>
                </c:pt>
                <c:pt idx="120">
                  <c:v>107.6177799791415</c:v>
                </c:pt>
                <c:pt idx="121">
                  <c:v>107.46503877044989</c:v>
                </c:pt>
                <c:pt idx="122">
                  <c:v>106.5861521859468</c:v>
                </c:pt>
                <c:pt idx="123">
                  <c:v>106.1506382097262</c:v>
                </c:pt>
                <c:pt idx="124">
                  <c:v>106.7000108726164</c:v>
                </c:pt>
                <c:pt idx="125">
                  <c:v>107.0917743926185</c:v>
                </c:pt>
                <c:pt idx="126">
                  <c:v>105.73653552765199</c:v>
                </c:pt>
                <c:pt idx="127">
                  <c:v>105.2728721475667</c:v>
                </c:pt>
                <c:pt idx="128">
                  <c:v>104.5229861455656</c:v>
                </c:pt>
                <c:pt idx="129">
                  <c:v>105.80044808628659</c:v>
                </c:pt>
                <c:pt idx="130">
                  <c:v>109.47183551448489</c:v>
                </c:pt>
                <c:pt idx="131">
                  <c:v>107.2487061975899</c:v>
                </c:pt>
                <c:pt idx="132">
                  <c:v>107.92346881563471</c:v>
                </c:pt>
                <c:pt idx="133">
                  <c:v>106.0529715518619</c:v>
                </c:pt>
                <c:pt idx="134">
                  <c:v>104.6063166208032</c:v>
                </c:pt>
                <c:pt idx="135">
                  <c:v>104.5582731104456</c:v>
                </c:pt>
                <c:pt idx="136">
                  <c:v>104.46986741557539</c:v>
                </c:pt>
                <c:pt idx="137">
                  <c:v>103.54438163700409</c:v>
                </c:pt>
                <c:pt idx="138">
                  <c:v>105.6168323260632</c:v>
                </c:pt>
                <c:pt idx="139">
                  <c:v>104.5608935520651</c:v>
                </c:pt>
                <c:pt idx="140">
                  <c:v>102.2413854383495</c:v>
                </c:pt>
                <c:pt idx="141">
                  <c:v>103.9880828316111</c:v>
                </c:pt>
                <c:pt idx="142">
                  <c:v>104.8210528511064</c:v>
                </c:pt>
              </c:numCache>
            </c:numRef>
          </c:val>
          <c:smooth val="0"/>
          <c:extLst>
            <c:ext xmlns:c16="http://schemas.microsoft.com/office/drawing/2014/chart" uri="{C3380CC4-5D6E-409C-BE32-E72D297353CC}">
              <c16:uniqueId val="{00000002-8136-433B-B1CC-EB8066E433E0}"/>
            </c:ext>
          </c:extLst>
        </c:ser>
        <c:ser>
          <c:idx val="3"/>
          <c:order val="3"/>
          <c:tx>
            <c:strRef>
              <c:f>index_base100!$E$1</c:f>
              <c:strCache>
                <c:ptCount val="1"/>
                <c:pt idx="0">
                  <c:v>Financials</c:v>
                </c:pt>
              </c:strCache>
            </c:strRef>
          </c:tx>
          <c:spPr>
            <a:ln w="19050" cap="rnd">
              <a:solidFill>
                <a:srgbClr val="FFFFFF">
                  <a:lumMod val="50000"/>
                </a:srgbClr>
              </a:solidFill>
              <a:round/>
            </a:ln>
            <a:effectLst/>
          </c:spPr>
          <c:marker>
            <c:symbol val="none"/>
          </c:marker>
          <c:cat>
            <c:numRef>
              <c:f>index_base100!$A$2:$A$144</c:f>
              <c:numCache>
                <c:formatCode>m/d/yyyy</c:formatCode>
                <c:ptCount val="143"/>
                <c:pt idx="0">
                  <c:v>46021</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numCache>
            </c:numRef>
          </c:cat>
          <c:val>
            <c:numRef>
              <c:f>index_base100!$E$2:$E$144</c:f>
              <c:numCache>
                <c:formatCode>General</c:formatCode>
                <c:ptCount val="143"/>
                <c:pt idx="0">
                  <c:v>100</c:v>
                </c:pt>
                <c:pt idx="1">
                  <c:v>99.591440547998303</c:v>
                </c:pt>
                <c:pt idx="2">
                  <c:v>101.88508485680541</c:v>
                </c:pt>
                <c:pt idx="3">
                  <c:v>102.99157029251769</c:v>
                </c:pt>
                <c:pt idx="4">
                  <c:v>101.3424580292547</c:v>
                </c:pt>
                <c:pt idx="5">
                  <c:v>102.0636382601447</c:v>
                </c:pt>
                <c:pt idx="6">
                  <c:v>102.2869911548959</c:v>
                </c:pt>
                <c:pt idx="7">
                  <c:v>101.62637004370789</c:v>
                </c:pt>
                <c:pt idx="8">
                  <c:v>100.46707799331649</c:v>
                </c:pt>
                <c:pt idx="9">
                  <c:v>101.9711984915929</c:v>
                </c:pt>
                <c:pt idx="10">
                  <c:v>103.0848830559238</c:v>
                </c:pt>
                <c:pt idx="11">
                  <c:v>102.6627455872358</c:v>
                </c:pt>
                <c:pt idx="12">
                  <c:v>102.5870212663126</c:v>
                </c:pt>
                <c:pt idx="13">
                  <c:v>103.1504758816256</c:v>
                </c:pt>
                <c:pt idx="14">
                  <c:v>107.4633250982431</c:v>
                </c:pt>
                <c:pt idx="15">
                  <c:v>110.49740188500679</c:v>
                </c:pt>
                <c:pt idx="16">
                  <c:v>112.14163718463941</c:v>
                </c:pt>
                <c:pt idx="17">
                  <c:v>113.0416882275872</c:v>
                </c:pt>
                <c:pt idx="18">
                  <c:v>115.75032150704349</c:v>
                </c:pt>
                <c:pt idx="19">
                  <c:v>117.9041192708976</c:v>
                </c:pt>
                <c:pt idx="20">
                  <c:v>117.1299303155664</c:v>
                </c:pt>
                <c:pt idx="21">
                  <c:v>115.47455833196879</c:v>
                </c:pt>
                <c:pt idx="22">
                  <c:v>116.8986156218871</c:v>
                </c:pt>
                <c:pt idx="23">
                  <c:v>117.62639654336721</c:v>
                </c:pt>
                <c:pt idx="24">
                  <c:v>113.7056120705851</c:v>
                </c:pt>
                <c:pt idx="25">
                  <c:v>115.0170729851544</c:v>
                </c:pt>
                <c:pt idx="26">
                  <c:v>116.6683859699158</c:v>
                </c:pt>
                <c:pt idx="27">
                  <c:v>119.3934103088859</c:v>
                </c:pt>
                <c:pt idx="28">
                  <c:v>119.2357941779356</c:v>
                </c:pt>
                <c:pt idx="29">
                  <c:v>120.99761641187069</c:v>
                </c:pt>
                <c:pt idx="30">
                  <c:v>119.6751491334969</c:v>
                </c:pt>
                <c:pt idx="31">
                  <c:v>118.81903299673731</c:v>
                </c:pt>
                <c:pt idx="32">
                  <c:v>119.3169091591535</c:v>
                </c:pt>
                <c:pt idx="33">
                  <c:v>121.1684593792226</c:v>
                </c:pt>
                <c:pt idx="34">
                  <c:v>123.069935264666</c:v>
                </c:pt>
                <c:pt idx="35">
                  <c:v>120.0504724765071</c:v>
                </c:pt>
                <c:pt idx="36">
                  <c:v>121.8976415596125</c:v>
                </c:pt>
                <c:pt idx="37">
                  <c:v>121.3652717977151</c:v>
                </c:pt>
                <c:pt idx="38">
                  <c:v>120.9284803537859</c:v>
                </c:pt>
                <c:pt idx="39">
                  <c:v>119.4959859715174</c:v>
                </c:pt>
                <c:pt idx="40">
                  <c:v>119.2269093252624</c:v>
                </c:pt>
                <c:pt idx="41">
                  <c:v>114.3267394254281</c:v>
                </c:pt>
                <c:pt idx="42">
                  <c:v>116.4937631661827</c:v>
                </c:pt>
                <c:pt idx="43">
                  <c:v>112.5401979470297</c:v>
                </c:pt>
                <c:pt idx="44">
                  <c:v>111.0839139912073</c:v>
                </c:pt>
                <c:pt idx="45">
                  <c:v>111.59186555741211</c:v>
                </c:pt>
                <c:pt idx="46">
                  <c:v>113.9208568322055</c:v>
                </c:pt>
                <c:pt idx="47">
                  <c:v>113.9652225575505</c:v>
                </c:pt>
                <c:pt idx="48">
                  <c:v>110.4463300652461</c:v>
                </c:pt>
                <c:pt idx="49">
                  <c:v>109.1374385460046</c:v>
                </c:pt>
                <c:pt idx="50">
                  <c:v>110.3753351905344</c:v>
                </c:pt>
                <c:pt idx="51">
                  <c:v>110.16224754496329</c:v>
                </c:pt>
                <c:pt idx="52">
                  <c:v>108.8219486368736</c:v>
                </c:pt>
                <c:pt idx="53">
                  <c:v>108.9910610427504</c:v>
                </c:pt>
                <c:pt idx="54">
                  <c:v>106.52116816075841</c:v>
                </c:pt>
                <c:pt idx="55">
                  <c:v>110.5352559223894</c:v>
                </c:pt>
                <c:pt idx="56">
                  <c:v>110.2093216555897</c:v>
                </c:pt>
                <c:pt idx="57">
                  <c:v>112.0814759911917</c:v>
                </c:pt>
                <c:pt idx="58">
                  <c:v>109.54013822127961</c:v>
                </c:pt>
                <c:pt idx="59">
                  <c:v>107.6348086217444</c:v>
                </c:pt>
                <c:pt idx="60">
                  <c:v>107.5438181146566</c:v>
                </c:pt>
                <c:pt idx="61">
                  <c:v>112.53076115674909</c:v>
                </c:pt>
                <c:pt idx="62">
                  <c:v>114.0561838710356</c:v>
                </c:pt>
                <c:pt idx="63">
                  <c:v>113.06958288522181</c:v>
                </c:pt>
                <c:pt idx="64">
                  <c:v>113.3656764502047</c:v>
                </c:pt>
                <c:pt idx="65">
                  <c:v>113.3729802068254</c:v>
                </c:pt>
                <c:pt idx="66">
                  <c:v>118.02247932243149</c:v>
                </c:pt>
                <c:pt idx="67">
                  <c:v>119.7824873990707</c:v>
                </c:pt>
                <c:pt idx="68">
                  <c:v>120.558609935185</c:v>
                </c:pt>
                <c:pt idx="69">
                  <c:v>120.4577256588379</c:v>
                </c:pt>
                <c:pt idx="70">
                  <c:v>121.75928279035919</c:v>
                </c:pt>
                <c:pt idx="71">
                  <c:v>122.14544170216629</c:v>
                </c:pt>
                <c:pt idx="72">
                  <c:v>121.8583918124063</c:v>
                </c:pt>
                <c:pt idx="73">
                  <c:v>121.71642777603</c:v>
                </c:pt>
                <c:pt idx="74">
                  <c:v>121.07102144652011</c:v>
                </c:pt>
                <c:pt idx="75">
                  <c:v>117.8864663384396</c:v>
                </c:pt>
                <c:pt idx="76">
                  <c:v>115.93872724050421</c:v>
                </c:pt>
                <c:pt idx="77">
                  <c:v>115.8743257299277</c:v>
                </c:pt>
                <c:pt idx="78">
                  <c:v>114.8315674885596</c:v>
                </c:pt>
                <c:pt idx="79">
                  <c:v>114.47799059847701</c:v>
                </c:pt>
                <c:pt idx="80">
                  <c:v>111.2883480886466</c:v>
                </c:pt>
                <c:pt idx="81">
                  <c:v>112.6009572731511</c:v>
                </c:pt>
                <c:pt idx="82">
                  <c:v>110.67819387145551</c:v>
                </c:pt>
                <c:pt idx="83">
                  <c:v>111.20961268502469</c:v>
                </c:pt>
                <c:pt idx="84">
                  <c:v>111.31299128136401</c:v>
                </c:pt>
                <c:pt idx="85">
                  <c:v>108.4297227931373</c:v>
                </c:pt>
                <c:pt idx="86">
                  <c:v>109.6058018245965</c:v>
                </c:pt>
                <c:pt idx="87">
                  <c:v>107.2815821253285</c:v>
                </c:pt>
                <c:pt idx="88">
                  <c:v>106.175089592948</c:v>
                </c:pt>
                <c:pt idx="89">
                  <c:v>104.2149063215673</c:v>
                </c:pt>
                <c:pt idx="90">
                  <c:v>105.737836996148</c:v>
                </c:pt>
                <c:pt idx="91">
                  <c:v>104.33143951282091</c:v>
                </c:pt>
                <c:pt idx="92">
                  <c:v>103.98856755654759</c:v>
                </c:pt>
                <c:pt idx="93">
                  <c:v>101.82623732701791</c:v>
                </c:pt>
                <c:pt idx="94">
                  <c:v>104.71041460964121</c:v>
                </c:pt>
                <c:pt idx="95">
                  <c:v>105.39298924639689</c:v>
                </c:pt>
                <c:pt idx="96">
                  <c:v>104.039781428151</c:v>
                </c:pt>
                <c:pt idx="97">
                  <c:v>106.66506079048879</c:v>
                </c:pt>
                <c:pt idx="98">
                  <c:v>105.53454839158</c:v>
                </c:pt>
                <c:pt idx="99">
                  <c:v>105.4789813643085</c:v>
                </c:pt>
                <c:pt idx="100">
                  <c:v>104.6495296945948</c:v>
                </c:pt>
                <c:pt idx="101">
                  <c:v>104.3055776091602</c:v>
                </c:pt>
                <c:pt idx="102">
                  <c:v>102.8600475853158</c:v>
                </c:pt>
                <c:pt idx="103">
                  <c:v>103.58417041151461</c:v>
                </c:pt>
                <c:pt idx="104">
                  <c:v>100.863443014308</c:v>
                </c:pt>
                <c:pt idx="105">
                  <c:v>100.7539421290445</c:v>
                </c:pt>
                <c:pt idx="106">
                  <c:v>99.976237448089563</c:v>
                </c:pt>
                <c:pt idx="107">
                  <c:v>101.2477800468553</c:v>
                </c:pt>
                <c:pt idx="108">
                  <c:v>100.6872372203061</c:v>
                </c:pt>
                <c:pt idx="109">
                  <c:v>103.2498281795676</c:v>
                </c:pt>
                <c:pt idx="110">
                  <c:v>103.2853283738486</c:v>
                </c:pt>
                <c:pt idx="111">
                  <c:v>102.84449524339909</c:v>
                </c:pt>
                <c:pt idx="112">
                  <c:v>102.88545979826461</c:v>
                </c:pt>
                <c:pt idx="113">
                  <c:v>103.0098024447299</c:v>
                </c:pt>
                <c:pt idx="114">
                  <c:v>102.6508692071771</c:v>
                </c:pt>
                <c:pt idx="115">
                  <c:v>102.2744539385117</c:v>
                </c:pt>
                <c:pt idx="116">
                  <c:v>104.1426468787045</c:v>
                </c:pt>
                <c:pt idx="117">
                  <c:v>104.6536078297182</c:v>
                </c:pt>
                <c:pt idx="118">
                  <c:v>104.7443354413123</c:v>
                </c:pt>
                <c:pt idx="119">
                  <c:v>105.7254730972308</c:v>
                </c:pt>
                <c:pt idx="120">
                  <c:v>107.1737817655322</c:v>
                </c:pt>
                <c:pt idx="121">
                  <c:v>107.4356677263596</c:v>
                </c:pt>
                <c:pt idx="122">
                  <c:v>106.627257465171</c:v>
                </c:pt>
                <c:pt idx="123">
                  <c:v>106.58201623320259</c:v>
                </c:pt>
                <c:pt idx="124">
                  <c:v>107.285993523006</c:v>
                </c:pt>
                <c:pt idx="125">
                  <c:v>108.12430432848529</c:v>
                </c:pt>
                <c:pt idx="126">
                  <c:v>107.4834740440899</c:v>
                </c:pt>
                <c:pt idx="127">
                  <c:v>107.0222174238571</c:v>
                </c:pt>
                <c:pt idx="128">
                  <c:v>105.9017616139853</c:v>
                </c:pt>
                <c:pt idx="129">
                  <c:v>108.1999992229578</c:v>
                </c:pt>
                <c:pt idx="130">
                  <c:v>112.71995010101401</c:v>
                </c:pt>
                <c:pt idx="131">
                  <c:v>110.91944575878389</c:v>
                </c:pt>
                <c:pt idx="132">
                  <c:v>111.42337621524401</c:v>
                </c:pt>
                <c:pt idx="133">
                  <c:v>111.17812585320701</c:v>
                </c:pt>
                <c:pt idx="134">
                  <c:v>110.1366809208255</c:v>
                </c:pt>
                <c:pt idx="135">
                  <c:v>108.96315035784259</c:v>
                </c:pt>
                <c:pt idx="136">
                  <c:v>109.2309447615052</c:v>
                </c:pt>
                <c:pt idx="137">
                  <c:v>109.7602148792557</c:v>
                </c:pt>
                <c:pt idx="138">
                  <c:v>111.894296571075</c:v>
                </c:pt>
                <c:pt idx="139">
                  <c:v>110.8136593246131</c:v>
                </c:pt>
                <c:pt idx="140">
                  <c:v>108.91527333884601</c:v>
                </c:pt>
                <c:pt idx="141">
                  <c:v>110.264750910633</c:v>
                </c:pt>
                <c:pt idx="142">
                  <c:v>111.0433633686434</c:v>
                </c:pt>
              </c:numCache>
            </c:numRef>
          </c:val>
          <c:smooth val="0"/>
          <c:extLst>
            <c:ext xmlns:c16="http://schemas.microsoft.com/office/drawing/2014/chart" uri="{C3380CC4-5D6E-409C-BE32-E72D297353CC}">
              <c16:uniqueId val="{00000003-8136-433B-B1CC-EB8066E433E0}"/>
            </c:ext>
          </c:extLst>
        </c:ser>
        <c:ser>
          <c:idx val="4"/>
          <c:order val="4"/>
          <c:tx>
            <c:v>Ibovespa</c:v>
          </c:tx>
          <c:spPr>
            <a:ln w="19050" cap="rnd" cmpd="sng">
              <a:solidFill>
                <a:srgbClr val="8EB3DF"/>
              </a:solidFill>
              <a:prstDash val="dash"/>
              <a:round/>
            </a:ln>
            <a:effectLst/>
          </c:spPr>
          <c:marker>
            <c:symbol val="none"/>
          </c:marker>
          <c:cat>
            <c:numRef>
              <c:f>index_base100!$A$2:$A$144</c:f>
              <c:numCache>
                <c:formatCode>m/d/yyyy</c:formatCode>
                <c:ptCount val="143"/>
                <c:pt idx="0">
                  <c:v>46021</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numCache>
            </c:numRef>
          </c:cat>
          <c:val>
            <c:numRef>
              <c:f>index_base100!$F$2:$F$144</c:f>
              <c:numCache>
                <c:formatCode>General</c:formatCode>
                <c:ptCount val="143"/>
                <c:pt idx="0">
                  <c:v>100</c:v>
                </c:pt>
                <c:pt idx="1">
                  <c:v>99.635886018446385</c:v>
                </c:pt>
                <c:pt idx="2">
                  <c:v>100.46199428432659</c:v>
                </c:pt>
                <c:pt idx="3">
                  <c:v>101.5754874604788</c:v>
                </c:pt>
                <c:pt idx="4">
                  <c:v>100.5274588353156</c:v>
                </c:pt>
                <c:pt idx="5">
                  <c:v>101.1240377601616</c:v>
                </c:pt>
                <c:pt idx="6">
                  <c:v>101.39328772371481</c:v>
                </c:pt>
                <c:pt idx="7">
                  <c:v>101.25677290919489</c:v>
                </c:pt>
                <c:pt idx="8">
                  <c:v>100.5260996452638</c:v>
                </c:pt>
                <c:pt idx="9">
                  <c:v>102.49533018915641</c:v>
                </c:pt>
                <c:pt idx="10">
                  <c:v>102.7574490596981</c:v>
                </c:pt>
                <c:pt idx="11">
                  <c:v>102.2805905736633</c:v>
                </c:pt>
                <c:pt idx="12">
                  <c:v>102.3111816593501</c:v>
                </c:pt>
                <c:pt idx="13">
                  <c:v>103.1972184144558</c:v>
                </c:pt>
                <c:pt idx="14">
                  <c:v>106.6353920552673</c:v>
                </c:pt>
                <c:pt idx="15">
                  <c:v>108.9768482765936</c:v>
                </c:pt>
                <c:pt idx="16">
                  <c:v>111.0058211192937</c:v>
                </c:pt>
                <c:pt idx="17">
                  <c:v>110.9202604158489</c:v>
                </c:pt>
                <c:pt idx="18">
                  <c:v>112.9053295579709</c:v>
                </c:pt>
                <c:pt idx="19">
                  <c:v>114.6256793700458</c:v>
                </c:pt>
                <c:pt idx="20">
                  <c:v>113.6591649099084</c:v>
                </c:pt>
                <c:pt idx="21">
                  <c:v>112.56073453857699</c:v>
                </c:pt>
                <c:pt idx="22">
                  <c:v>113.44793188062189</c:v>
                </c:pt>
                <c:pt idx="23">
                  <c:v>115.23599914774439</c:v>
                </c:pt>
                <c:pt idx="24">
                  <c:v>112.7744376940764</c:v>
                </c:pt>
                <c:pt idx="25">
                  <c:v>113.0344960573248</c:v>
                </c:pt>
                <c:pt idx="26">
                  <c:v>113.5449867392081</c:v>
                </c:pt>
                <c:pt idx="27">
                  <c:v>115.5877252601499</c:v>
                </c:pt>
                <c:pt idx="28">
                  <c:v>115.39419893962069</c:v>
                </c:pt>
                <c:pt idx="29">
                  <c:v>117.7338615265864</c:v>
                </c:pt>
                <c:pt idx="30">
                  <c:v>116.5343607899861</c:v>
                </c:pt>
                <c:pt idx="31">
                  <c:v>115.72621989944849</c:v>
                </c:pt>
                <c:pt idx="32">
                  <c:v>115.4481817481629</c:v>
                </c:pt>
                <c:pt idx="33">
                  <c:v>117.0110082602138</c:v>
                </c:pt>
                <c:pt idx="34">
                  <c:v>118.2522777139317</c:v>
                </c:pt>
                <c:pt idx="35">
                  <c:v>117.2090341825126</c:v>
                </c:pt>
                <c:pt idx="36">
                  <c:v>118.8455921001143</c:v>
                </c:pt>
                <c:pt idx="37">
                  <c:v>118.6948150995712</c:v>
                </c:pt>
                <c:pt idx="38">
                  <c:v>118.5443484163915</c:v>
                </c:pt>
                <c:pt idx="39">
                  <c:v>117.1677557668292</c:v>
                </c:pt>
                <c:pt idx="40">
                  <c:v>117.490510650185</c:v>
                </c:pt>
                <c:pt idx="41">
                  <c:v>113.64124097899671</c:v>
                </c:pt>
                <c:pt idx="42">
                  <c:v>115.0448498582191</c:v>
                </c:pt>
                <c:pt idx="43">
                  <c:v>112.0021260463203</c:v>
                </c:pt>
                <c:pt idx="44">
                  <c:v>111.3200360688078</c:v>
                </c:pt>
                <c:pt idx="45">
                  <c:v>112.2823550381917</c:v>
                </c:pt>
                <c:pt idx="46">
                  <c:v>113.8535787380969</c:v>
                </c:pt>
                <c:pt idx="47">
                  <c:v>114.1777672876717</c:v>
                </c:pt>
                <c:pt idx="48">
                  <c:v>111.2701804811992</c:v>
                </c:pt>
                <c:pt idx="49">
                  <c:v>110.2578135274414</c:v>
                </c:pt>
                <c:pt idx="50">
                  <c:v>111.6369445730365</c:v>
                </c:pt>
                <c:pt idx="51">
                  <c:v>111.96854350125</c:v>
                </c:pt>
                <c:pt idx="52">
                  <c:v>111.4907664758194</c:v>
                </c:pt>
                <c:pt idx="53">
                  <c:v>111.88220700439661</c:v>
                </c:pt>
                <c:pt idx="54">
                  <c:v>109.367879186251</c:v>
                </c:pt>
                <c:pt idx="55">
                  <c:v>112.9132736824747</c:v>
                </c:pt>
                <c:pt idx="56">
                  <c:v>113.27151025316491</c:v>
                </c:pt>
                <c:pt idx="57">
                  <c:v>115.0807473708206</c:v>
                </c:pt>
                <c:pt idx="58">
                  <c:v>113.41024073365971</c:v>
                </c:pt>
                <c:pt idx="59">
                  <c:v>112.680430151999</c:v>
                </c:pt>
                <c:pt idx="60">
                  <c:v>113.2746506648829</c:v>
                </c:pt>
                <c:pt idx="61">
                  <c:v>116.34532786487939</c:v>
                </c:pt>
                <c:pt idx="62">
                  <c:v>116.650102960198</c:v>
                </c:pt>
                <c:pt idx="63">
                  <c:v>116.711614067977</c:v>
                </c:pt>
                <c:pt idx="64">
                  <c:v>116.77985285619511</c:v>
                </c:pt>
                <c:pt idx="65">
                  <c:v>116.84001718661681</c:v>
                </c:pt>
                <c:pt idx="66">
                  <c:v>119.2867144385766</c:v>
                </c:pt>
                <c:pt idx="67">
                  <c:v>121.1039887759451</c:v>
                </c:pt>
                <c:pt idx="68">
                  <c:v>122.4660461602044</c:v>
                </c:pt>
                <c:pt idx="69">
                  <c:v>122.88611656873159</c:v>
                </c:pt>
                <c:pt idx="70">
                  <c:v>123.2936377430817</c:v>
                </c:pt>
                <c:pt idx="71">
                  <c:v>122.722827572095</c:v>
                </c:pt>
                <c:pt idx="72">
                  <c:v>122.152451845417</c:v>
                </c:pt>
                <c:pt idx="73">
                  <c:v>121.4790135159969</c:v>
                </c:pt>
                <c:pt idx="74">
                  <c:v>121.72636748638659</c:v>
                </c:pt>
                <c:pt idx="75">
                  <c:v>119.7135870037102</c:v>
                </c:pt>
                <c:pt idx="76">
                  <c:v>118.776099629748</c:v>
                </c:pt>
                <c:pt idx="77">
                  <c:v>118.3829833874082</c:v>
                </c:pt>
                <c:pt idx="78">
                  <c:v>117.6591805499035</c:v>
                </c:pt>
                <c:pt idx="79">
                  <c:v>117.0633091486462</c:v>
                </c:pt>
                <c:pt idx="80">
                  <c:v>114.66252645377951</c:v>
                </c:pt>
                <c:pt idx="81">
                  <c:v>116.2558323372664</c:v>
                </c:pt>
                <c:pt idx="82">
                  <c:v>115.18987978119161</c:v>
                </c:pt>
                <c:pt idx="83">
                  <c:v>115.9059060655687</c:v>
                </c:pt>
                <c:pt idx="84">
                  <c:v>116.4874656300246</c:v>
                </c:pt>
                <c:pt idx="85">
                  <c:v>113.7116147506752</c:v>
                </c:pt>
                <c:pt idx="86">
                  <c:v>114.26399827662151</c:v>
                </c:pt>
                <c:pt idx="87">
                  <c:v>112.8989618456734</c:v>
                </c:pt>
                <c:pt idx="88">
                  <c:v>111.92671272065969</c:v>
                </c:pt>
                <c:pt idx="89">
                  <c:v>109.91334884134019</c:v>
                </c:pt>
                <c:pt idx="90">
                  <c:v>110.7000468020648</c:v>
                </c:pt>
                <c:pt idx="91">
                  <c:v>110.0285014085616</c:v>
                </c:pt>
                <c:pt idx="92">
                  <c:v>109.83733970634169</c:v>
                </c:pt>
                <c:pt idx="93">
                  <c:v>108.1635126733922</c:v>
                </c:pt>
                <c:pt idx="94">
                  <c:v>110.0731250454227</c:v>
                </c:pt>
                <c:pt idx="95">
                  <c:v>110.2556723376338</c:v>
                </c:pt>
                <c:pt idx="96">
                  <c:v>109.3618031722751</c:v>
                </c:pt>
                <c:pt idx="97">
                  <c:v>110.3586108134306</c:v>
                </c:pt>
                <c:pt idx="98">
                  <c:v>109.59728440034</c:v>
                </c:pt>
                <c:pt idx="99">
                  <c:v>109.07305907195131</c:v>
                </c:pt>
                <c:pt idx="100">
                  <c:v>108.6504316483494</c:v>
                </c:pt>
                <c:pt idx="101">
                  <c:v>107.8585513876555</c:v>
                </c:pt>
                <c:pt idx="102">
                  <c:v>106.87172355290799</c:v>
                </c:pt>
                <c:pt idx="103">
                  <c:v>108.11310472087671</c:v>
                </c:pt>
                <c:pt idx="104">
                  <c:v>105.7131040257658</c:v>
                </c:pt>
                <c:pt idx="105">
                  <c:v>104.899135375143</c:v>
                </c:pt>
                <c:pt idx="106">
                  <c:v>104.6816649668516</c:v>
                </c:pt>
                <c:pt idx="107">
                  <c:v>105.3919379673108</c:v>
                </c:pt>
                <c:pt idx="108">
                  <c:v>104.65096837326119</c:v>
                </c:pt>
                <c:pt idx="109">
                  <c:v>106.43714270446669</c:v>
                </c:pt>
                <c:pt idx="110">
                  <c:v>106.21087169574849</c:v>
                </c:pt>
                <c:pt idx="111">
                  <c:v>105.7655476601854</c:v>
                </c:pt>
                <c:pt idx="112">
                  <c:v>105.2897318404917</c:v>
                </c:pt>
                <c:pt idx="113">
                  <c:v>104.5483588338696</c:v>
                </c:pt>
                <c:pt idx="114">
                  <c:v>104.4388912807462</c:v>
                </c:pt>
                <c:pt idx="115">
                  <c:v>104.4736840635339</c:v>
                </c:pt>
                <c:pt idx="116">
                  <c:v>105.7377742561585</c:v>
                </c:pt>
                <c:pt idx="117">
                  <c:v>106.28920200462539</c:v>
                </c:pt>
                <c:pt idx="118">
                  <c:v>105.82235435673481</c:v>
                </c:pt>
                <c:pt idx="119">
                  <c:v>106.74309079941921</c:v>
                </c:pt>
                <c:pt idx="120">
                  <c:v>107.5529818798865</c:v>
                </c:pt>
                <c:pt idx="121">
                  <c:v>107.4972550877618</c:v>
                </c:pt>
                <c:pt idx="122">
                  <c:v>106.76414272935421</c:v>
                </c:pt>
                <c:pt idx="123">
                  <c:v>106.5559135721458</c:v>
                </c:pt>
                <c:pt idx="124">
                  <c:v>107.23799734331099</c:v>
                </c:pt>
                <c:pt idx="125">
                  <c:v>108.0340544757167</c:v>
                </c:pt>
                <c:pt idx="126">
                  <c:v>107.0269567107899</c:v>
                </c:pt>
                <c:pt idx="127">
                  <c:v>106.7620077458938</c:v>
                </c:pt>
                <c:pt idx="128">
                  <c:v>105.91345732829051</c:v>
                </c:pt>
                <c:pt idx="129">
                  <c:v>107.209758463239</c:v>
                </c:pt>
                <c:pt idx="130">
                  <c:v>110.39004596234599</c:v>
                </c:pt>
                <c:pt idx="131">
                  <c:v>109.06977591424619</c:v>
                </c:pt>
                <c:pt idx="132">
                  <c:v>109.6296008505675</c:v>
                </c:pt>
                <c:pt idx="133">
                  <c:v>109.238476845701</c:v>
                </c:pt>
                <c:pt idx="134">
                  <c:v>107.88199896763631</c:v>
                </c:pt>
                <c:pt idx="135">
                  <c:v>107.8129905923568</c:v>
                </c:pt>
                <c:pt idx="136">
                  <c:v>107.60028045242041</c:v>
                </c:pt>
                <c:pt idx="137">
                  <c:v>107.571917445403</c:v>
                </c:pt>
                <c:pt idx="138">
                  <c:v>110.19218761142341</c:v>
                </c:pt>
                <c:pt idx="139">
                  <c:v>109.6808156282279</c:v>
                </c:pt>
                <c:pt idx="140">
                  <c:v>108.0164781002521</c:v>
                </c:pt>
                <c:pt idx="141">
                  <c:v>108.81865469106449</c:v>
                </c:pt>
                <c:pt idx="142">
                  <c:v>109.58221538917179</c:v>
                </c:pt>
              </c:numCache>
            </c:numRef>
          </c:val>
          <c:smooth val="0"/>
          <c:extLst>
            <c:ext xmlns:c16="http://schemas.microsoft.com/office/drawing/2014/chart" uri="{C3380CC4-5D6E-409C-BE32-E72D297353CC}">
              <c16:uniqueId val="{00000004-8136-433B-B1CC-EB8066E433E0}"/>
            </c:ext>
          </c:extLst>
        </c:ser>
        <c:dLbls>
          <c:showLegendKey val="0"/>
          <c:showVal val="0"/>
          <c:showCatName val="0"/>
          <c:showSerName val="0"/>
          <c:showPercent val="0"/>
          <c:showBubbleSize val="0"/>
        </c:dLbls>
        <c:smooth val="0"/>
        <c:axId val="1253544303"/>
        <c:axId val="1253544783"/>
      </c:lineChart>
      <c:dateAx>
        <c:axId val="1253544303"/>
        <c:scaling>
          <c:orientation val="minMax"/>
          <c:max val="46234"/>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53544783"/>
        <c:crosses val="autoZero"/>
        <c:auto val="1"/>
        <c:lblOffset val="100"/>
        <c:baseTimeUnit val="days"/>
        <c:majorUnit val="1"/>
        <c:majorTimeUnit val="months"/>
      </c:dateAx>
      <c:valAx>
        <c:axId val="1253544783"/>
        <c:scaling>
          <c:orientation val="minMax"/>
          <c:min val="80"/>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53544303"/>
        <c:crosses val="autoZero"/>
        <c:crossBetween val="between"/>
      </c:valAx>
      <c:spPr>
        <a:noFill/>
        <a:ln>
          <a:noFill/>
        </a:ln>
        <a:effectLst/>
      </c:spPr>
    </c:plotArea>
    <c:legend>
      <c:legendPos val="t"/>
      <c:layout>
        <c:manualLayout>
          <c:xMode val="edge"/>
          <c:yMode val="edge"/>
          <c:x val="5.1391862955032119E-2"/>
          <c:y val="2.9825698263815496E-3"/>
          <c:w val="0.91006423982869378"/>
          <c:h val="0.13910870559609795"/>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1222977681203638E-2"/>
          <c:y val="0.20951649545570714"/>
          <c:w val="0.94877702231879635"/>
          <c:h val="0.64369456084677834"/>
        </c:manualLayout>
      </c:layout>
      <c:lineChart>
        <c:grouping val="standard"/>
        <c:varyColors val="0"/>
        <c:ser>
          <c:idx val="0"/>
          <c:order val="0"/>
          <c:tx>
            <c:strRef>
              <c:f>Foreign!$D$2</c:f>
              <c:strCache>
                <c:ptCount val="1"/>
                <c:pt idx="0">
                  <c:v>Commodities</c:v>
                </c:pt>
              </c:strCache>
            </c:strRef>
          </c:tx>
          <c:spPr>
            <a:ln w="19050" cap="rnd">
              <a:solidFill>
                <a:srgbClr val="1F2F44"/>
              </a:solidFill>
              <a:round/>
            </a:ln>
            <a:effectLst/>
          </c:spPr>
          <c:marker>
            <c:symbol val="none"/>
          </c:marker>
          <c:cat>
            <c:numRef>
              <c:f>Foreign!$C$3:$C$570</c:f>
              <c:numCache>
                <c:formatCode>m/d/yyyy</c:formatCode>
                <c:ptCount val="568"/>
                <c:pt idx="0">
                  <c:v>46024</c:v>
                </c:pt>
                <c:pt idx="1">
                  <c:v>46027</c:v>
                </c:pt>
                <c:pt idx="2">
                  <c:v>46028</c:v>
                </c:pt>
                <c:pt idx="3">
                  <c:v>46029</c:v>
                </c:pt>
                <c:pt idx="4">
                  <c:v>46030</c:v>
                </c:pt>
                <c:pt idx="5">
                  <c:v>46031</c:v>
                </c:pt>
                <c:pt idx="6">
                  <c:v>46034</c:v>
                </c:pt>
                <c:pt idx="7">
                  <c:v>46035</c:v>
                </c:pt>
                <c:pt idx="8">
                  <c:v>46036</c:v>
                </c:pt>
                <c:pt idx="9">
                  <c:v>46037</c:v>
                </c:pt>
                <c:pt idx="10">
                  <c:v>46038</c:v>
                </c:pt>
                <c:pt idx="11">
                  <c:v>46041</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46071</c:v>
                </c:pt>
                <c:pt idx="32">
                  <c:v>46072</c:v>
                </c:pt>
                <c:pt idx="33">
                  <c:v>46073</c:v>
                </c:pt>
                <c:pt idx="34">
                  <c:v>46076</c:v>
                </c:pt>
                <c:pt idx="35">
                  <c:v>46077</c:v>
                </c:pt>
                <c:pt idx="36">
                  <c:v>46078</c:v>
                </c:pt>
                <c:pt idx="37">
                  <c:v>46079</c:v>
                </c:pt>
                <c:pt idx="38">
                  <c:v>46080</c:v>
                </c:pt>
                <c:pt idx="39">
                  <c:v>46083</c:v>
                </c:pt>
                <c:pt idx="40">
                  <c:v>46084</c:v>
                </c:pt>
                <c:pt idx="41">
                  <c:v>46085</c:v>
                </c:pt>
                <c:pt idx="42">
                  <c:v>46086</c:v>
                </c:pt>
                <c:pt idx="43">
                  <c:v>46087</c:v>
                </c:pt>
                <c:pt idx="44">
                  <c:v>46090</c:v>
                </c:pt>
                <c:pt idx="45">
                  <c:v>46091</c:v>
                </c:pt>
                <c:pt idx="46">
                  <c:v>46092</c:v>
                </c:pt>
                <c:pt idx="47">
                  <c:v>46093</c:v>
                </c:pt>
                <c:pt idx="48">
                  <c:v>46094</c:v>
                </c:pt>
                <c:pt idx="49">
                  <c:v>46097</c:v>
                </c:pt>
                <c:pt idx="50">
                  <c:v>46098</c:v>
                </c:pt>
                <c:pt idx="51">
                  <c:v>46099</c:v>
                </c:pt>
                <c:pt idx="52">
                  <c:v>46100</c:v>
                </c:pt>
                <c:pt idx="53">
                  <c:v>46101</c:v>
                </c:pt>
                <c:pt idx="54">
                  <c:v>46104</c:v>
                </c:pt>
                <c:pt idx="55">
                  <c:v>46105</c:v>
                </c:pt>
                <c:pt idx="56">
                  <c:v>46106</c:v>
                </c:pt>
                <c:pt idx="57">
                  <c:v>46107</c:v>
                </c:pt>
                <c:pt idx="58">
                  <c:v>46108</c:v>
                </c:pt>
                <c:pt idx="59">
                  <c:v>46111</c:v>
                </c:pt>
                <c:pt idx="60">
                  <c:v>46112</c:v>
                </c:pt>
                <c:pt idx="61">
                  <c:v>46113</c:v>
                </c:pt>
                <c:pt idx="62">
                  <c:v>46114</c:v>
                </c:pt>
                <c:pt idx="63">
                  <c:v>46118</c:v>
                </c:pt>
                <c:pt idx="64">
                  <c:v>46119</c:v>
                </c:pt>
                <c:pt idx="65">
                  <c:v>46120</c:v>
                </c:pt>
                <c:pt idx="66">
                  <c:v>46121</c:v>
                </c:pt>
                <c:pt idx="67">
                  <c:v>46122</c:v>
                </c:pt>
                <c:pt idx="68">
                  <c:v>46125</c:v>
                </c:pt>
                <c:pt idx="69">
                  <c:v>46126</c:v>
                </c:pt>
                <c:pt idx="70">
                  <c:v>46127</c:v>
                </c:pt>
                <c:pt idx="71">
                  <c:v>46128</c:v>
                </c:pt>
                <c:pt idx="72">
                  <c:v>46129</c:v>
                </c:pt>
                <c:pt idx="73">
                  <c:v>46132</c:v>
                </c:pt>
                <c:pt idx="74">
                  <c:v>46134</c:v>
                </c:pt>
                <c:pt idx="75">
                  <c:v>46135</c:v>
                </c:pt>
                <c:pt idx="76">
                  <c:v>46136</c:v>
                </c:pt>
                <c:pt idx="77">
                  <c:v>46139</c:v>
                </c:pt>
                <c:pt idx="78">
                  <c:v>46140</c:v>
                </c:pt>
                <c:pt idx="79">
                  <c:v>46141</c:v>
                </c:pt>
                <c:pt idx="80">
                  <c:v>46142</c:v>
                </c:pt>
                <c:pt idx="81">
                  <c:v>46146</c:v>
                </c:pt>
                <c:pt idx="82">
                  <c:v>46147</c:v>
                </c:pt>
                <c:pt idx="83">
                  <c:v>46148</c:v>
                </c:pt>
                <c:pt idx="84">
                  <c:v>46149</c:v>
                </c:pt>
                <c:pt idx="85">
                  <c:v>46150</c:v>
                </c:pt>
                <c:pt idx="86">
                  <c:v>46153</c:v>
                </c:pt>
                <c:pt idx="87">
                  <c:v>46154</c:v>
                </c:pt>
                <c:pt idx="88">
                  <c:v>46155</c:v>
                </c:pt>
                <c:pt idx="89">
                  <c:v>46156</c:v>
                </c:pt>
                <c:pt idx="90">
                  <c:v>46157</c:v>
                </c:pt>
                <c:pt idx="91">
                  <c:v>46160</c:v>
                </c:pt>
                <c:pt idx="92">
                  <c:v>46161</c:v>
                </c:pt>
                <c:pt idx="93">
                  <c:v>46162</c:v>
                </c:pt>
                <c:pt idx="94">
                  <c:v>46163</c:v>
                </c:pt>
                <c:pt idx="95">
                  <c:v>46164</c:v>
                </c:pt>
                <c:pt idx="96">
                  <c:v>46167</c:v>
                </c:pt>
                <c:pt idx="97">
                  <c:v>46168</c:v>
                </c:pt>
                <c:pt idx="98">
                  <c:v>46169</c:v>
                </c:pt>
                <c:pt idx="99">
                  <c:v>46170</c:v>
                </c:pt>
                <c:pt idx="100">
                  <c:v>46171</c:v>
                </c:pt>
                <c:pt idx="101">
                  <c:v>46174</c:v>
                </c:pt>
                <c:pt idx="102">
                  <c:v>46175</c:v>
                </c:pt>
                <c:pt idx="103">
                  <c:v>46176</c:v>
                </c:pt>
                <c:pt idx="104">
                  <c:v>46178</c:v>
                </c:pt>
                <c:pt idx="105">
                  <c:v>46181</c:v>
                </c:pt>
                <c:pt idx="106">
                  <c:v>46182</c:v>
                </c:pt>
                <c:pt idx="107">
                  <c:v>46183</c:v>
                </c:pt>
                <c:pt idx="108">
                  <c:v>46184</c:v>
                </c:pt>
                <c:pt idx="109">
                  <c:v>46185</c:v>
                </c:pt>
                <c:pt idx="110">
                  <c:v>46188</c:v>
                </c:pt>
                <c:pt idx="111">
                  <c:v>46189</c:v>
                </c:pt>
                <c:pt idx="112">
                  <c:v>46190</c:v>
                </c:pt>
                <c:pt idx="113">
                  <c:v>46191</c:v>
                </c:pt>
                <c:pt idx="114">
                  <c:v>46192</c:v>
                </c:pt>
                <c:pt idx="115">
                  <c:v>46195</c:v>
                </c:pt>
                <c:pt idx="116">
                  <c:v>46196</c:v>
                </c:pt>
                <c:pt idx="117">
                  <c:v>46197</c:v>
                </c:pt>
                <c:pt idx="118">
                  <c:v>46198</c:v>
                </c:pt>
                <c:pt idx="119">
                  <c:v>46199</c:v>
                </c:pt>
                <c:pt idx="120">
                  <c:v>46202</c:v>
                </c:pt>
                <c:pt idx="121">
                  <c:v>46203</c:v>
                </c:pt>
                <c:pt idx="122">
                  <c:v>46204</c:v>
                </c:pt>
                <c:pt idx="123">
                  <c:v>46205</c:v>
                </c:pt>
                <c:pt idx="124">
                  <c:v>46206</c:v>
                </c:pt>
                <c:pt idx="125">
                  <c:v>46209</c:v>
                </c:pt>
                <c:pt idx="126">
                  <c:v>46210</c:v>
                </c:pt>
                <c:pt idx="127">
                  <c:v>46211</c:v>
                </c:pt>
                <c:pt idx="128">
                  <c:v>46212</c:v>
                </c:pt>
                <c:pt idx="129">
                  <c:v>46213</c:v>
                </c:pt>
                <c:pt idx="130">
                  <c:v>46216</c:v>
                </c:pt>
                <c:pt idx="131">
                  <c:v>46217</c:v>
                </c:pt>
                <c:pt idx="132">
                  <c:v>46218</c:v>
                </c:pt>
                <c:pt idx="133">
                  <c:v>46219</c:v>
                </c:pt>
                <c:pt idx="134">
                  <c:v>46220</c:v>
                </c:pt>
                <c:pt idx="135">
                  <c:v>46223</c:v>
                </c:pt>
                <c:pt idx="136">
                  <c:v>46224</c:v>
                </c:pt>
                <c:pt idx="137">
                  <c:v>46225</c:v>
                </c:pt>
                <c:pt idx="138">
                  <c:v>46226</c:v>
                </c:pt>
                <c:pt idx="139">
                  <c:v>46227</c:v>
                </c:pt>
                <c:pt idx="140">
                  <c:v>46230</c:v>
                </c:pt>
                <c:pt idx="141">
                  <c:v>46231</c:v>
                </c:pt>
                <c:pt idx="142">
                  <c:v>46024</c:v>
                </c:pt>
                <c:pt idx="143">
                  <c:v>46027</c:v>
                </c:pt>
                <c:pt idx="144">
                  <c:v>46028</c:v>
                </c:pt>
                <c:pt idx="145">
                  <c:v>46029</c:v>
                </c:pt>
                <c:pt idx="146">
                  <c:v>46030</c:v>
                </c:pt>
                <c:pt idx="147">
                  <c:v>46031</c:v>
                </c:pt>
                <c:pt idx="148">
                  <c:v>46034</c:v>
                </c:pt>
                <c:pt idx="149">
                  <c:v>46035</c:v>
                </c:pt>
                <c:pt idx="150">
                  <c:v>46036</c:v>
                </c:pt>
                <c:pt idx="151">
                  <c:v>46037</c:v>
                </c:pt>
                <c:pt idx="152">
                  <c:v>46038</c:v>
                </c:pt>
                <c:pt idx="153">
                  <c:v>46041</c:v>
                </c:pt>
                <c:pt idx="154">
                  <c:v>46042</c:v>
                </c:pt>
                <c:pt idx="155">
                  <c:v>46043</c:v>
                </c:pt>
                <c:pt idx="156">
                  <c:v>46044</c:v>
                </c:pt>
                <c:pt idx="157">
                  <c:v>46045</c:v>
                </c:pt>
                <c:pt idx="158">
                  <c:v>46048</c:v>
                </c:pt>
                <c:pt idx="159">
                  <c:v>46049</c:v>
                </c:pt>
                <c:pt idx="160">
                  <c:v>46050</c:v>
                </c:pt>
                <c:pt idx="161">
                  <c:v>46051</c:v>
                </c:pt>
                <c:pt idx="162">
                  <c:v>46052</c:v>
                </c:pt>
                <c:pt idx="163">
                  <c:v>46055</c:v>
                </c:pt>
                <c:pt idx="164">
                  <c:v>46056</c:v>
                </c:pt>
                <c:pt idx="165">
                  <c:v>46057</c:v>
                </c:pt>
                <c:pt idx="166">
                  <c:v>46058</c:v>
                </c:pt>
                <c:pt idx="167">
                  <c:v>46059</c:v>
                </c:pt>
                <c:pt idx="168">
                  <c:v>46062</c:v>
                </c:pt>
                <c:pt idx="169">
                  <c:v>46063</c:v>
                </c:pt>
                <c:pt idx="170">
                  <c:v>46064</c:v>
                </c:pt>
                <c:pt idx="171">
                  <c:v>46065</c:v>
                </c:pt>
                <c:pt idx="172">
                  <c:v>46066</c:v>
                </c:pt>
                <c:pt idx="173">
                  <c:v>46071</c:v>
                </c:pt>
                <c:pt idx="174">
                  <c:v>46072</c:v>
                </c:pt>
                <c:pt idx="175">
                  <c:v>46073</c:v>
                </c:pt>
                <c:pt idx="176">
                  <c:v>46076</c:v>
                </c:pt>
                <c:pt idx="177">
                  <c:v>46077</c:v>
                </c:pt>
                <c:pt idx="178">
                  <c:v>46078</c:v>
                </c:pt>
                <c:pt idx="179">
                  <c:v>46079</c:v>
                </c:pt>
                <c:pt idx="180">
                  <c:v>46080</c:v>
                </c:pt>
                <c:pt idx="181">
                  <c:v>46083</c:v>
                </c:pt>
                <c:pt idx="182">
                  <c:v>46084</c:v>
                </c:pt>
                <c:pt idx="183">
                  <c:v>46085</c:v>
                </c:pt>
                <c:pt idx="184">
                  <c:v>46086</c:v>
                </c:pt>
                <c:pt idx="185">
                  <c:v>46087</c:v>
                </c:pt>
                <c:pt idx="186">
                  <c:v>46090</c:v>
                </c:pt>
                <c:pt idx="187">
                  <c:v>46091</c:v>
                </c:pt>
                <c:pt idx="188">
                  <c:v>46092</c:v>
                </c:pt>
                <c:pt idx="189">
                  <c:v>46093</c:v>
                </c:pt>
                <c:pt idx="190">
                  <c:v>46094</c:v>
                </c:pt>
                <c:pt idx="191">
                  <c:v>46097</c:v>
                </c:pt>
                <c:pt idx="192">
                  <c:v>46098</c:v>
                </c:pt>
                <c:pt idx="193">
                  <c:v>46099</c:v>
                </c:pt>
                <c:pt idx="194">
                  <c:v>46100</c:v>
                </c:pt>
                <c:pt idx="195">
                  <c:v>46101</c:v>
                </c:pt>
                <c:pt idx="196">
                  <c:v>46104</c:v>
                </c:pt>
                <c:pt idx="197">
                  <c:v>46105</c:v>
                </c:pt>
                <c:pt idx="198">
                  <c:v>46106</c:v>
                </c:pt>
                <c:pt idx="199">
                  <c:v>46107</c:v>
                </c:pt>
                <c:pt idx="200">
                  <c:v>46108</c:v>
                </c:pt>
                <c:pt idx="201">
                  <c:v>46111</c:v>
                </c:pt>
                <c:pt idx="202">
                  <c:v>46112</c:v>
                </c:pt>
                <c:pt idx="203">
                  <c:v>46113</c:v>
                </c:pt>
                <c:pt idx="204">
                  <c:v>46114</c:v>
                </c:pt>
                <c:pt idx="205">
                  <c:v>46118</c:v>
                </c:pt>
                <c:pt idx="206">
                  <c:v>46119</c:v>
                </c:pt>
                <c:pt idx="207">
                  <c:v>46120</c:v>
                </c:pt>
                <c:pt idx="208">
                  <c:v>46121</c:v>
                </c:pt>
                <c:pt idx="209">
                  <c:v>46122</c:v>
                </c:pt>
                <c:pt idx="210">
                  <c:v>46125</c:v>
                </c:pt>
                <c:pt idx="211">
                  <c:v>46126</c:v>
                </c:pt>
                <c:pt idx="212">
                  <c:v>46127</c:v>
                </c:pt>
                <c:pt idx="213">
                  <c:v>46128</c:v>
                </c:pt>
                <c:pt idx="214">
                  <c:v>46129</c:v>
                </c:pt>
                <c:pt idx="215">
                  <c:v>46132</c:v>
                </c:pt>
                <c:pt idx="216">
                  <c:v>46134</c:v>
                </c:pt>
                <c:pt idx="217">
                  <c:v>46135</c:v>
                </c:pt>
                <c:pt idx="218">
                  <c:v>46136</c:v>
                </c:pt>
                <c:pt idx="219">
                  <c:v>46139</c:v>
                </c:pt>
                <c:pt idx="220">
                  <c:v>46140</c:v>
                </c:pt>
                <c:pt idx="221">
                  <c:v>46141</c:v>
                </c:pt>
                <c:pt idx="222">
                  <c:v>46142</c:v>
                </c:pt>
                <c:pt idx="223">
                  <c:v>46146</c:v>
                </c:pt>
                <c:pt idx="224">
                  <c:v>46147</c:v>
                </c:pt>
                <c:pt idx="225">
                  <c:v>46148</c:v>
                </c:pt>
                <c:pt idx="226">
                  <c:v>46149</c:v>
                </c:pt>
                <c:pt idx="227">
                  <c:v>46150</c:v>
                </c:pt>
                <c:pt idx="228">
                  <c:v>46153</c:v>
                </c:pt>
                <c:pt idx="229">
                  <c:v>46154</c:v>
                </c:pt>
                <c:pt idx="230">
                  <c:v>46155</c:v>
                </c:pt>
                <c:pt idx="231">
                  <c:v>46156</c:v>
                </c:pt>
                <c:pt idx="232">
                  <c:v>46157</c:v>
                </c:pt>
                <c:pt idx="233">
                  <c:v>46160</c:v>
                </c:pt>
                <c:pt idx="234">
                  <c:v>46161</c:v>
                </c:pt>
                <c:pt idx="235">
                  <c:v>46162</c:v>
                </c:pt>
                <c:pt idx="236">
                  <c:v>46163</c:v>
                </c:pt>
                <c:pt idx="237">
                  <c:v>46164</c:v>
                </c:pt>
                <c:pt idx="238">
                  <c:v>46167</c:v>
                </c:pt>
                <c:pt idx="239">
                  <c:v>46168</c:v>
                </c:pt>
                <c:pt idx="240">
                  <c:v>46169</c:v>
                </c:pt>
                <c:pt idx="241">
                  <c:v>46170</c:v>
                </c:pt>
                <c:pt idx="242">
                  <c:v>46171</c:v>
                </c:pt>
                <c:pt idx="243">
                  <c:v>46174</c:v>
                </c:pt>
                <c:pt idx="244">
                  <c:v>46175</c:v>
                </c:pt>
                <c:pt idx="245">
                  <c:v>46176</c:v>
                </c:pt>
                <c:pt idx="246">
                  <c:v>46178</c:v>
                </c:pt>
                <c:pt idx="247">
                  <c:v>46181</c:v>
                </c:pt>
                <c:pt idx="248">
                  <c:v>46182</c:v>
                </c:pt>
                <c:pt idx="249">
                  <c:v>46183</c:v>
                </c:pt>
                <c:pt idx="250">
                  <c:v>46184</c:v>
                </c:pt>
                <c:pt idx="251">
                  <c:v>46185</c:v>
                </c:pt>
                <c:pt idx="252">
                  <c:v>46188</c:v>
                </c:pt>
                <c:pt idx="253">
                  <c:v>46189</c:v>
                </c:pt>
                <c:pt idx="254">
                  <c:v>46190</c:v>
                </c:pt>
                <c:pt idx="255">
                  <c:v>46191</c:v>
                </c:pt>
                <c:pt idx="256">
                  <c:v>46192</c:v>
                </c:pt>
                <c:pt idx="257">
                  <c:v>46195</c:v>
                </c:pt>
                <c:pt idx="258">
                  <c:v>46196</c:v>
                </c:pt>
                <c:pt idx="259">
                  <c:v>46197</c:v>
                </c:pt>
                <c:pt idx="260">
                  <c:v>46198</c:v>
                </c:pt>
                <c:pt idx="261">
                  <c:v>46199</c:v>
                </c:pt>
                <c:pt idx="262">
                  <c:v>46202</c:v>
                </c:pt>
                <c:pt idx="263">
                  <c:v>46203</c:v>
                </c:pt>
                <c:pt idx="264">
                  <c:v>46204</c:v>
                </c:pt>
                <c:pt idx="265">
                  <c:v>46205</c:v>
                </c:pt>
                <c:pt idx="266">
                  <c:v>46206</c:v>
                </c:pt>
                <c:pt idx="267">
                  <c:v>46209</c:v>
                </c:pt>
                <c:pt idx="268">
                  <c:v>46210</c:v>
                </c:pt>
                <c:pt idx="269">
                  <c:v>46211</c:v>
                </c:pt>
                <c:pt idx="270">
                  <c:v>46212</c:v>
                </c:pt>
                <c:pt idx="271">
                  <c:v>46213</c:v>
                </c:pt>
                <c:pt idx="272">
                  <c:v>46216</c:v>
                </c:pt>
                <c:pt idx="273">
                  <c:v>46217</c:v>
                </c:pt>
                <c:pt idx="274">
                  <c:v>46218</c:v>
                </c:pt>
                <c:pt idx="275">
                  <c:v>46219</c:v>
                </c:pt>
                <c:pt idx="276">
                  <c:v>46220</c:v>
                </c:pt>
                <c:pt idx="277">
                  <c:v>46223</c:v>
                </c:pt>
                <c:pt idx="278">
                  <c:v>46224</c:v>
                </c:pt>
                <c:pt idx="279">
                  <c:v>46225</c:v>
                </c:pt>
                <c:pt idx="280">
                  <c:v>46226</c:v>
                </c:pt>
                <c:pt idx="281">
                  <c:v>46227</c:v>
                </c:pt>
                <c:pt idx="282">
                  <c:v>46230</c:v>
                </c:pt>
                <c:pt idx="283">
                  <c:v>46231</c:v>
                </c:pt>
                <c:pt idx="284">
                  <c:v>46024</c:v>
                </c:pt>
                <c:pt idx="285">
                  <c:v>46027</c:v>
                </c:pt>
                <c:pt idx="286">
                  <c:v>46028</c:v>
                </c:pt>
                <c:pt idx="287">
                  <c:v>46029</c:v>
                </c:pt>
                <c:pt idx="288">
                  <c:v>46030</c:v>
                </c:pt>
                <c:pt idx="289">
                  <c:v>46031</c:v>
                </c:pt>
                <c:pt idx="290">
                  <c:v>46034</c:v>
                </c:pt>
                <c:pt idx="291">
                  <c:v>46035</c:v>
                </c:pt>
                <c:pt idx="292">
                  <c:v>46036</c:v>
                </c:pt>
                <c:pt idx="293">
                  <c:v>46037</c:v>
                </c:pt>
                <c:pt idx="294">
                  <c:v>46038</c:v>
                </c:pt>
                <c:pt idx="295">
                  <c:v>46041</c:v>
                </c:pt>
                <c:pt idx="296">
                  <c:v>46042</c:v>
                </c:pt>
                <c:pt idx="297">
                  <c:v>46043</c:v>
                </c:pt>
                <c:pt idx="298">
                  <c:v>46044</c:v>
                </c:pt>
                <c:pt idx="299">
                  <c:v>46045</c:v>
                </c:pt>
                <c:pt idx="300">
                  <c:v>46048</c:v>
                </c:pt>
                <c:pt idx="301">
                  <c:v>46049</c:v>
                </c:pt>
                <c:pt idx="302">
                  <c:v>46050</c:v>
                </c:pt>
                <c:pt idx="303">
                  <c:v>46051</c:v>
                </c:pt>
                <c:pt idx="304">
                  <c:v>46052</c:v>
                </c:pt>
                <c:pt idx="305">
                  <c:v>46055</c:v>
                </c:pt>
                <c:pt idx="306">
                  <c:v>46056</c:v>
                </c:pt>
                <c:pt idx="307">
                  <c:v>46057</c:v>
                </c:pt>
                <c:pt idx="308">
                  <c:v>46058</c:v>
                </c:pt>
                <c:pt idx="309">
                  <c:v>46059</c:v>
                </c:pt>
                <c:pt idx="310">
                  <c:v>46062</c:v>
                </c:pt>
                <c:pt idx="311">
                  <c:v>46063</c:v>
                </c:pt>
                <c:pt idx="312">
                  <c:v>46064</c:v>
                </c:pt>
                <c:pt idx="313">
                  <c:v>46065</c:v>
                </c:pt>
                <c:pt idx="314">
                  <c:v>46066</c:v>
                </c:pt>
                <c:pt idx="315">
                  <c:v>46071</c:v>
                </c:pt>
                <c:pt idx="316">
                  <c:v>46072</c:v>
                </c:pt>
                <c:pt idx="317">
                  <c:v>46073</c:v>
                </c:pt>
                <c:pt idx="318">
                  <c:v>46076</c:v>
                </c:pt>
                <c:pt idx="319">
                  <c:v>46077</c:v>
                </c:pt>
                <c:pt idx="320">
                  <c:v>46078</c:v>
                </c:pt>
                <c:pt idx="321">
                  <c:v>46079</c:v>
                </c:pt>
                <c:pt idx="322">
                  <c:v>46080</c:v>
                </c:pt>
                <c:pt idx="323">
                  <c:v>46083</c:v>
                </c:pt>
                <c:pt idx="324">
                  <c:v>46084</c:v>
                </c:pt>
                <c:pt idx="325">
                  <c:v>46085</c:v>
                </c:pt>
                <c:pt idx="326">
                  <c:v>46086</c:v>
                </c:pt>
                <c:pt idx="327">
                  <c:v>46087</c:v>
                </c:pt>
                <c:pt idx="328">
                  <c:v>46090</c:v>
                </c:pt>
                <c:pt idx="329">
                  <c:v>46091</c:v>
                </c:pt>
                <c:pt idx="330">
                  <c:v>46092</c:v>
                </c:pt>
                <c:pt idx="331">
                  <c:v>46093</c:v>
                </c:pt>
                <c:pt idx="332">
                  <c:v>46094</c:v>
                </c:pt>
                <c:pt idx="333">
                  <c:v>46097</c:v>
                </c:pt>
                <c:pt idx="334">
                  <c:v>46098</c:v>
                </c:pt>
                <c:pt idx="335">
                  <c:v>46099</c:v>
                </c:pt>
                <c:pt idx="336">
                  <c:v>46100</c:v>
                </c:pt>
                <c:pt idx="337">
                  <c:v>46101</c:v>
                </c:pt>
                <c:pt idx="338">
                  <c:v>46104</c:v>
                </c:pt>
                <c:pt idx="339">
                  <c:v>46105</c:v>
                </c:pt>
                <c:pt idx="340">
                  <c:v>46106</c:v>
                </c:pt>
                <c:pt idx="341">
                  <c:v>46107</c:v>
                </c:pt>
                <c:pt idx="342">
                  <c:v>46108</c:v>
                </c:pt>
                <c:pt idx="343">
                  <c:v>46111</c:v>
                </c:pt>
                <c:pt idx="344">
                  <c:v>46112</c:v>
                </c:pt>
                <c:pt idx="345">
                  <c:v>46113</c:v>
                </c:pt>
                <c:pt idx="346">
                  <c:v>46114</c:v>
                </c:pt>
                <c:pt idx="347">
                  <c:v>46118</c:v>
                </c:pt>
                <c:pt idx="348">
                  <c:v>46119</c:v>
                </c:pt>
                <c:pt idx="349">
                  <c:v>46120</c:v>
                </c:pt>
                <c:pt idx="350">
                  <c:v>46121</c:v>
                </c:pt>
                <c:pt idx="351">
                  <c:v>46122</c:v>
                </c:pt>
                <c:pt idx="352">
                  <c:v>46125</c:v>
                </c:pt>
                <c:pt idx="353">
                  <c:v>46126</c:v>
                </c:pt>
                <c:pt idx="354">
                  <c:v>46127</c:v>
                </c:pt>
                <c:pt idx="355">
                  <c:v>46128</c:v>
                </c:pt>
                <c:pt idx="356">
                  <c:v>46129</c:v>
                </c:pt>
                <c:pt idx="357">
                  <c:v>46132</c:v>
                </c:pt>
                <c:pt idx="358">
                  <c:v>46134</c:v>
                </c:pt>
                <c:pt idx="359">
                  <c:v>46135</c:v>
                </c:pt>
                <c:pt idx="360">
                  <c:v>46136</c:v>
                </c:pt>
                <c:pt idx="361">
                  <c:v>46139</c:v>
                </c:pt>
                <c:pt idx="362">
                  <c:v>46140</c:v>
                </c:pt>
                <c:pt idx="363">
                  <c:v>46141</c:v>
                </c:pt>
                <c:pt idx="364">
                  <c:v>46142</c:v>
                </c:pt>
                <c:pt idx="365">
                  <c:v>46146</c:v>
                </c:pt>
                <c:pt idx="366">
                  <c:v>46147</c:v>
                </c:pt>
                <c:pt idx="367">
                  <c:v>46148</c:v>
                </c:pt>
                <c:pt idx="368">
                  <c:v>46149</c:v>
                </c:pt>
                <c:pt idx="369">
                  <c:v>46150</c:v>
                </c:pt>
                <c:pt idx="370">
                  <c:v>46153</c:v>
                </c:pt>
                <c:pt idx="371">
                  <c:v>46154</c:v>
                </c:pt>
                <c:pt idx="372">
                  <c:v>46155</c:v>
                </c:pt>
                <c:pt idx="373">
                  <c:v>46156</c:v>
                </c:pt>
                <c:pt idx="374">
                  <c:v>46157</c:v>
                </c:pt>
                <c:pt idx="375">
                  <c:v>46160</c:v>
                </c:pt>
                <c:pt idx="376">
                  <c:v>46161</c:v>
                </c:pt>
                <c:pt idx="377">
                  <c:v>46162</c:v>
                </c:pt>
                <c:pt idx="378">
                  <c:v>46163</c:v>
                </c:pt>
                <c:pt idx="379">
                  <c:v>46164</c:v>
                </c:pt>
                <c:pt idx="380">
                  <c:v>46167</c:v>
                </c:pt>
                <c:pt idx="381">
                  <c:v>46168</c:v>
                </c:pt>
                <c:pt idx="382">
                  <c:v>46169</c:v>
                </c:pt>
                <c:pt idx="383">
                  <c:v>46170</c:v>
                </c:pt>
                <c:pt idx="384">
                  <c:v>46171</c:v>
                </c:pt>
                <c:pt idx="385">
                  <c:v>46174</c:v>
                </c:pt>
                <c:pt idx="386">
                  <c:v>46175</c:v>
                </c:pt>
                <c:pt idx="387">
                  <c:v>46176</c:v>
                </c:pt>
                <c:pt idx="388">
                  <c:v>46178</c:v>
                </c:pt>
                <c:pt idx="389">
                  <c:v>46181</c:v>
                </c:pt>
                <c:pt idx="390">
                  <c:v>46182</c:v>
                </c:pt>
                <c:pt idx="391">
                  <c:v>46183</c:v>
                </c:pt>
                <c:pt idx="392">
                  <c:v>46184</c:v>
                </c:pt>
                <c:pt idx="393">
                  <c:v>46185</c:v>
                </c:pt>
                <c:pt idx="394">
                  <c:v>46188</c:v>
                </c:pt>
                <c:pt idx="395">
                  <c:v>46189</c:v>
                </c:pt>
                <c:pt idx="396">
                  <c:v>46190</c:v>
                </c:pt>
                <c:pt idx="397">
                  <c:v>46191</c:v>
                </c:pt>
                <c:pt idx="398">
                  <c:v>46192</c:v>
                </c:pt>
                <c:pt idx="399">
                  <c:v>46195</c:v>
                </c:pt>
                <c:pt idx="400">
                  <c:v>46196</c:v>
                </c:pt>
                <c:pt idx="401">
                  <c:v>46197</c:v>
                </c:pt>
                <c:pt idx="402">
                  <c:v>46198</c:v>
                </c:pt>
                <c:pt idx="403">
                  <c:v>46199</c:v>
                </c:pt>
                <c:pt idx="404">
                  <c:v>46202</c:v>
                </c:pt>
                <c:pt idx="405">
                  <c:v>46203</c:v>
                </c:pt>
                <c:pt idx="406">
                  <c:v>46204</c:v>
                </c:pt>
                <c:pt idx="407">
                  <c:v>46205</c:v>
                </c:pt>
                <c:pt idx="408">
                  <c:v>46206</c:v>
                </c:pt>
                <c:pt idx="409">
                  <c:v>46209</c:v>
                </c:pt>
                <c:pt idx="410">
                  <c:v>46210</c:v>
                </c:pt>
                <c:pt idx="411">
                  <c:v>46211</c:v>
                </c:pt>
                <c:pt idx="412">
                  <c:v>46212</c:v>
                </c:pt>
                <c:pt idx="413">
                  <c:v>46213</c:v>
                </c:pt>
                <c:pt idx="414">
                  <c:v>46216</c:v>
                </c:pt>
                <c:pt idx="415">
                  <c:v>46217</c:v>
                </c:pt>
                <c:pt idx="416">
                  <c:v>46218</c:v>
                </c:pt>
                <c:pt idx="417">
                  <c:v>46219</c:v>
                </c:pt>
                <c:pt idx="418">
                  <c:v>46220</c:v>
                </c:pt>
                <c:pt idx="419">
                  <c:v>46223</c:v>
                </c:pt>
                <c:pt idx="420">
                  <c:v>46224</c:v>
                </c:pt>
                <c:pt idx="421">
                  <c:v>46225</c:v>
                </c:pt>
                <c:pt idx="422">
                  <c:v>46226</c:v>
                </c:pt>
                <c:pt idx="423">
                  <c:v>46227</c:v>
                </c:pt>
                <c:pt idx="424">
                  <c:v>46230</c:v>
                </c:pt>
                <c:pt idx="425">
                  <c:v>46231</c:v>
                </c:pt>
                <c:pt idx="426">
                  <c:v>46024</c:v>
                </c:pt>
                <c:pt idx="427">
                  <c:v>46027</c:v>
                </c:pt>
                <c:pt idx="428">
                  <c:v>46028</c:v>
                </c:pt>
                <c:pt idx="429">
                  <c:v>46029</c:v>
                </c:pt>
                <c:pt idx="430">
                  <c:v>46030</c:v>
                </c:pt>
                <c:pt idx="431">
                  <c:v>46031</c:v>
                </c:pt>
                <c:pt idx="432">
                  <c:v>46034</c:v>
                </c:pt>
                <c:pt idx="433">
                  <c:v>46035</c:v>
                </c:pt>
                <c:pt idx="434">
                  <c:v>46036</c:v>
                </c:pt>
                <c:pt idx="435">
                  <c:v>46037</c:v>
                </c:pt>
                <c:pt idx="436">
                  <c:v>46038</c:v>
                </c:pt>
                <c:pt idx="437">
                  <c:v>46041</c:v>
                </c:pt>
                <c:pt idx="438">
                  <c:v>46042</c:v>
                </c:pt>
                <c:pt idx="439">
                  <c:v>46043</c:v>
                </c:pt>
                <c:pt idx="440">
                  <c:v>46044</c:v>
                </c:pt>
                <c:pt idx="441">
                  <c:v>46045</c:v>
                </c:pt>
                <c:pt idx="442">
                  <c:v>46048</c:v>
                </c:pt>
                <c:pt idx="443">
                  <c:v>46049</c:v>
                </c:pt>
                <c:pt idx="444">
                  <c:v>46050</c:v>
                </c:pt>
                <c:pt idx="445">
                  <c:v>46051</c:v>
                </c:pt>
                <c:pt idx="446">
                  <c:v>46052</c:v>
                </c:pt>
                <c:pt idx="447">
                  <c:v>46055</c:v>
                </c:pt>
                <c:pt idx="448">
                  <c:v>46056</c:v>
                </c:pt>
                <c:pt idx="449">
                  <c:v>46057</c:v>
                </c:pt>
                <c:pt idx="450">
                  <c:v>46058</c:v>
                </c:pt>
                <c:pt idx="451">
                  <c:v>46059</c:v>
                </c:pt>
                <c:pt idx="452">
                  <c:v>46062</c:v>
                </c:pt>
                <c:pt idx="453">
                  <c:v>46063</c:v>
                </c:pt>
                <c:pt idx="454">
                  <c:v>46064</c:v>
                </c:pt>
                <c:pt idx="455">
                  <c:v>46065</c:v>
                </c:pt>
                <c:pt idx="456">
                  <c:v>46066</c:v>
                </c:pt>
                <c:pt idx="457">
                  <c:v>46071</c:v>
                </c:pt>
                <c:pt idx="458">
                  <c:v>46072</c:v>
                </c:pt>
                <c:pt idx="459">
                  <c:v>46073</c:v>
                </c:pt>
                <c:pt idx="460">
                  <c:v>46076</c:v>
                </c:pt>
                <c:pt idx="461">
                  <c:v>46077</c:v>
                </c:pt>
                <c:pt idx="462">
                  <c:v>46078</c:v>
                </c:pt>
                <c:pt idx="463">
                  <c:v>46079</c:v>
                </c:pt>
                <c:pt idx="464">
                  <c:v>46080</c:v>
                </c:pt>
                <c:pt idx="465">
                  <c:v>46083</c:v>
                </c:pt>
                <c:pt idx="466">
                  <c:v>46084</c:v>
                </c:pt>
                <c:pt idx="467">
                  <c:v>46085</c:v>
                </c:pt>
                <c:pt idx="468">
                  <c:v>46086</c:v>
                </c:pt>
                <c:pt idx="469">
                  <c:v>46087</c:v>
                </c:pt>
                <c:pt idx="470">
                  <c:v>46090</c:v>
                </c:pt>
                <c:pt idx="471">
                  <c:v>46091</c:v>
                </c:pt>
                <c:pt idx="472">
                  <c:v>46092</c:v>
                </c:pt>
                <c:pt idx="473">
                  <c:v>46093</c:v>
                </c:pt>
                <c:pt idx="474">
                  <c:v>46094</c:v>
                </c:pt>
                <c:pt idx="475">
                  <c:v>46097</c:v>
                </c:pt>
                <c:pt idx="476">
                  <c:v>46098</c:v>
                </c:pt>
                <c:pt idx="477">
                  <c:v>46099</c:v>
                </c:pt>
                <c:pt idx="478">
                  <c:v>46100</c:v>
                </c:pt>
                <c:pt idx="479">
                  <c:v>46101</c:v>
                </c:pt>
                <c:pt idx="480">
                  <c:v>46104</c:v>
                </c:pt>
                <c:pt idx="481">
                  <c:v>46105</c:v>
                </c:pt>
                <c:pt idx="482">
                  <c:v>46106</c:v>
                </c:pt>
                <c:pt idx="483">
                  <c:v>46107</c:v>
                </c:pt>
                <c:pt idx="484">
                  <c:v>46108</c:v>
                </c:pt>
                <c:pt idx="485">
                  <c:v>46111</c:v>
                </c:pt>
                <c:pt idx="486">
                  <c:v>46112</c:v>
                </c:pt>
                <c:pt idx="487">
                  <c:v>46113</c:v>
                </c:pt>
                <c:pt idx="488">
                  <c:v>46114</c:v>
                </c:pt>
                <c:pt idx="489">
                  <c:v>46118</c:v>
                </c:pt>
                <c:pt idx="490">
                  <c:v>46119</c:v>
                </c:pt>
                <c:pt idx="491">
                  <c:v>46120</c:v>
                </c:pt>
                <c:pt idx="492">
                  <c:v>46121</c:v>
                </c:pt>
                <c:pt idx="493">
                  <c:v>46122</c:v>
                </c:pt>
                <c:pt idx="494">
                  <c:v>46125</c:v>
                </c:pt>
                <c:pt idx="495">
                  <c:v>46126</c:v>
                </c:pt>
                <c:pt idx="496">
                  <c:v>46127</c:v>
                </c:pt>
                <c:pt idx="497">
                  <c:v>46128</c:v>
                </c:pt>
                <c:pt idx="498">
                  <c:v>46129</c:v>
                </c:pt>
                <c:pt idx="499">
                  <c:v>46132</c:v>
                </c:pt>
                <c:pt idx="500">
                  <c:v>46134</c:v>
                </c:pt>
                <c:pt idx="501">
                  <c:v>46135</c:v>
                </c:pt>
                <c:pt idx="502">
                  <c:v>46136</c:v>
                </c:pt>
                <c:pt idx="503">
                  <c:v>46139</c:v>
                </c:pt>
                <c:pt idx="504">
                  <c:v>46140</c:v>
                </c:pt>
                <c:pt idx="505">
                  <c:v>46141</c:v>
                </c:pt>
                <c:pt idx="506">
                  <c:v>46142</c:v>
                </c:pt>
                <c:pt idx="507">
                  <c:v>46146</c:v>
                </c:pt>
                <c:pt idx="508">
                  <c:v>46147</c:v>
                </c:pt>
                <c:pt idx="509">
                  <c:v>46148</c:v>
                </c:pt>
                <c:pt idx="510">
                  <c:v>46149</c:v>
                </c:pt>
                <c:pt idx="511">
                  <c:v>46150</c:v>
                </c:pt>
                <c:pt idx="512">
                  <c:v>46153</c:v>
                </c:pt>
                <c:pt idx="513">
                  <c:v>46154</c:v>
                </c:pt>
                <c:pt idx="514">
                  <c:v>46155</c:v>
                </c:pt>
                <c:pt idx="515">
                  <c:v>46156</c:v>
                </c:pt>
                <c:pt idx="516">
                  <c:v>46157</c:v>
                </c:pt>
                <c:pt idx="517">
                  <c:v>46160</c:v>
                </c:pt>
                <c:pt idx="518">
                  <c:v>46161</c:v>
                </c:pt>
                <c:pt idx="519">
                  <c:v>46162</c:v>
                </c:pt>
                <c:pt idx="520">
                  <c:v>46163</c:v>
                </c:pt>
                <c:pt idx="521">
                  <c:v>46164</c:v>
                </c:pt>
                <c:pt idx="522">
                  <c:v>46167</c:v>
                </c:pt>
                <c:pt idx="523">
                  <c:v>46168</c:v>
                </c:pt>
                <c:pt idx="524">
                  <c:v>46169</c:v>
                </c:pt>
                <c:pt idx="525">
                  <c:v>46170</c:v>
                </c:pt>
                <c:pt idx="526">
                  <c:v>46171</c:v>
                </c:pt>
                <c:pt idx="527">
                  <c:v>46174</c:v>
                </c:pt>
                <c:pt idx="528">
                  <c:v>46175</c:v>
                </c:pt>
                <c:pt idx="529">
                  <c:v>46176</c:v>
                </c:pt>
                <c:pt idx="530">
                  <c:v>46178</c:v>
                </c:pt>
                <c:pt idx="531">
                  <c:v>46181</c:v>
                </c:pt>
                <c:pt idx="532">
                  <c:v>46182</c:v>
                </c:pt>
                <c:pt idx="533">
                  <c:v>46183</c:v>
                </c:pt>
                <c:pt idx="534">
                  <c:v>46184</c:v>
                </c:pt>
                <c:pt idx="535">
                  <c:v>46185</c:v>
                </c:pt>
                <c:pt idx="536">
                  <c:v>46188</c:v>
                </c:pt>
                <c:pt idx="537">
                  <c:v>46189</c:v>
                </c:pt>
                <c:pt idx="538">
                  <c:v>46190</c:v>
                </c:pt>
                <c:pt idx="539">
                  <c:v>46191</c:v>
                </c:pt>
                <c:pt idx="540">
                  <c:v>46192</c:v>
                </c:pt>
                <c:pt idx="541">
                  <c:v>46195</c:v>
                </c:pt>
                <c:pt idx="542">
                  <c:v>46196</c:v>
                </c:pt>
                <c:pt idx="543">
                  <c:v>46197</c:v>
                </c:pt>
                <c:pt idx="544">
                  <c:v>46198</c:v>
                </c:pt>
                <c:pt idx="545">
                  <c:v>46199</c:v>
                </c:pt>
                <c:pt idx="546">
                  <c:v>46202</c:v>
                </c:pt>
                <c:pt idx="547">
                  <c:v>46203</c:v>
                </c:pt>
                <c:pt idx="548">
                  <c:v>46204</c:v>
                </c:pt>
                <c:pt idx="549">
                  <c:v>46205</c:v>
                </c:pt>
                <c:pt idx="550">
                  <c:v>46206</c:v>
                </c:pt>
                <c:pt idx="551">
                  <c:v>46209</c:v>
                </c:pt>
                <c:pt idx="552">
                  <c:v>46210</c:v>
                </c:pt>
                <c:pt idx="553">
                  <c:v>46211</c:v>
                </c:pt>
                <c:pt idx="554">
                  <c:v>46212</c:v>
                </c:pt>
                <c:pt idx="555">
                  <c:v>46213</c:v>
                </c:pt>
                <c:pt idx="556">
                  <c:v>46216</c:v>
                </c:pt>
                <c:pt idx="557">
                  <c:v>46217</c:v>
                </c:pt>
                <c:pt idx="558">
                  <c:v>46218</c:v>
                </c:pt>
                <c:pt idx="559">
                  <c:v>46219</c:v>
                </c:pt>
                <c:pt idx="560">
                  <c:v>46220</c:v>
                </c:pt>
                <c:pt idx="561">
                  <c:v>46223</c:v>
                </c:pt>
                <c:pt idx="562">
                  <c:v>46224</c:v>
                </c:pt>
                <c:pt idx="563">
                  <c:v>46225</c:v>
                </c:pt>
                <c:pt idx="564">
                  <c:v>46226</c:v>
                </c:pt>
                <c:pt idx="565">
                  <c:v>46227</c:v>
                </c:pt>
                <c:pt idx="566">
                  <c:v>46230</c:v>
                </c:pt>
                <c:pt idx="567">
                  <c:v>46231</c:v>
                </c:pt>
              </c:numCache>
            </c:numRef>
          </c:cat>
          <c:val>
            <c:numRef>
              <c:f>Foreign!$D$3:$D$570</c:f>
              <c:numCache>
                <c:formatCode>0.00</c:formatCode>
                <c:ptCount val="568"/>
                <c:pt idx="0">
                  <c:v>7.9358813038882522E-2</c:v>
                </c:pt>
                <c:pt idx="1">
                  <c:v>-4.7846417436304411E-3</c:v>
                </c:pt>
                <c:pt idx="2">
                  <c:v>8.5810981731243324E-2</c:v>
                </c:pt>
                <c:pt idx="3">
                  <c:v>0.22760231463761929</c:v>
                </c:pt>
                <c:pt idx="4">
                  <c:v>0.35115122197578408</c:v>
                </c:pt>
                <c:pt idx="5">
                  <c:v>0.51339081497331107</c:v>
                </c:pt>
                <c:pt idx="6">
                  <c:v>0.55166643828087436</c:v>
                </c:pt>
                <c:pt idx="7">
                  <c:v>0.79429294439478704</c:v>
                </c:pt>
                <c:pt idx="8">
                  <c:v>1.1324959600536839</c:v>
                </c:pt>
                <c:pt idx="9">
                  <c:v>1.080870876016607</c:v>
                </c:pt>
                <c:pt idx="10">
                  <c:v>1.2387501745561249</c:v>
                </c:pt>
                <c:pt idx="11">
                  <c:v>1.3452901500685051</c:v>
                </c:pt>
                <c:pt idx="12">
                  <c:v>1.4831975985150869</c:v>
                </c:pt>
                <c:pt idx="13">
                  <c:v>2.072145643120519</c:v>
                </c:pt>
                <c:pt idx="14">
                  <c:v>2.502350296621294</c:v>
                </c:pt>
                <c:pt idx="15">
                  <c:v>2.7668966555850001</c:v>
                </c:pt>
                <c:pt idx="16">
                  <c:v>2.8747527887427018</c:v>
                </c:pt>
                <c:pt idx="17">
                  <c:v>3.065871769460073</c:v>
                </c:pt>
                <c:pt idx="18">
                  <c:v>3.2439612532352871</c:v>
                </c:pt>
                <c:pt idx="19">
                  <c:v>3.3463583643709311</c:v>
                </c:pt>
                <c:pt idx="20">
                  <c:v>3.4908461883482489</c:v>
                </c:pt>
                <c:pt idx="21">
                  <c:v>3.5890630479560959</c:v>
                </c:pt>
                <c:pt idx="22">
                  <c:v>3.6256289880807868</c:v>
                </c:pt>
                <c:pt idx="23">
                  <c:v>3.7665348196178781</c:v>
                </c:pt>
                <c:pt idx="24">
                  <c:v>3.8236153040333849</c:v>
                </c:pt>
                <c:pt idx="25">
                  <c:v>3.83789525828103</c:v>
                </c:pt>
                <c:pt idx="26">
                  <c:v>3.9378683700346171</c:v>
                </c:pt>
                <c:pt idx="27">
                  <c:v>3.998362453486072</c:v>
                </c:pt>
                <c:pt idx="28">
                  <c:v>4.3798884161453202</c:v>
                </c:pt>
                <c:pt idx="29">
                  <c:v>4.4100608676110262</c:v>
                </c:pt>
                <c:pt idx="30">
                  <c:v>4.3668227818014103</c:v>
                </c:pt>
                <c:pt idx="31">
                  <c:v>4.3537946452287182</c:v>
                </c:pt>
                <c:pt idx="32">
                  <c:v>4.5268392126502999</c:v>
                </c:pt>
                <c:pt idx="33">
                  <c:v>4.4478815418234214</c:v>
                </c:pt>
                <c:pt idx="34">
                  <c:v>4.5823051566573376</c:v>
                </c:pt>
                <c:pt idx="35">
                  <c:v>4.724558941793175</c:v>
                </c:pt>
                <c:pt idx="36">
                  <c:v>4.8575372421139749</c:v>
                </c:pt>
                <c:pt idx="37">
                  <c:v>4.8996629892022101</c:v>
                </c:pt>
                <c:pt idx="38">
                  <c:v>4.9183950081674439</c:v>
                </c:pt>
                <c:pt idx="39">
                  <c:v>5.0432216769610276</c:v>
                </c:pt>
                <c:pt idx="40">
                  <c:v>5.124912429930963</c:v>
                </c:pt>
                <c:pt idx="41">
                  <c:v>5.2276321247556314</c:v>
                </c:pt>
                <c:pt idx="42">
                  <c:v>5.2712448390824598</c:v>
                </c:pt>
                <c:pt idx="43">
                  <c:v>5.3853790444555241</c:v>
                </c:pt>
                <c:pt idx="44">
                  <c:v>5.5949705589755796</c:v>
                </c:pt>
                <c:pt idx="45">
                  <c:v>5.6897737487906914</c:v>
                </c:pt>
                <c:pt idx="46">
                  <c:v>5.7166134048862904</c:v>
                </c:pt>
                <c:pt idx="47">
                  <c:v>5.7478591020582623</c:v>
                </c:pt>
                <c:pt idx="48">
                  <c:v>5.759087466583785</c:v>
                </c:pt>
                <c:pt idx="49">
                  <c:v>5.8207863638641726</c:v>
                </c:pt>
                <c:pt idx="50">
                  <c:v>5.8492135826401652</c:v>
                </c:pt>
                <c:pt idx="51">
                  <c:v>5.9063595697546916</c:v>
                </c:pt>
                <c:pt idx="52">
                  <c:v>6.0529015667319523</c:v>
                </c:pt>
                <c:pt idx="53">
                  <c:v>5.9842394855894918</c:v>
                </c:pt>
                <c:pt idx="54">
                  <c:v>6.0933936243889057</c:v>
                </c:pt>
                <c:pt idx="55">
                  <c:v>6.2248858495319972</c:v>
                </c:pt>
                <c:pt idx="56">
                  <c:v>6.320525441476371</c:v>
                </c:pt>
                <c:pt idx="57">
                  <c:v>6.3581019318895082</c:v>
                </c:pt>
                <c:pt idx="58">
                  <c:v>6.4144801579434549</c:v>
                </c:pt>
                <c:pt idx="59">
                  <c:v>6.4451701178919496</c:v>
                </c:pt>
                <c:pt idx="60">
                  <c:v>6.5566097506344176</c:v>
                </c:pt>
                <c:pt idx="61">
                  <c:v>6.6714131571961834</c:v>
                </c:pt>
                <c:pt idx="62">
                  <c:v>6.6748021815778902</c:v>
                </c:pt>
                <c:pt idx="63">
                  <c:v>6.6851605707874251</c:v>
                </c:pt>
                <c:pt idx="64">
                  <c:v>6.5492102892126027</c:v>
                </c:pt>
                <c:pt idx="65">
                  <c:v>6.6214730467581173</c:v>
                </c:pt>
                <c:pt idx="66">
                  <c:v>6.7489770495096097</c:v>
                </c:pt>
                <c:pt idx="67">
                  <c:v>6.9090886887015071</c:v>
                </c:pt>
                <c:pt idx="68">
                  <c:v>6.9236039911584459</c:v>
                </c:pt>
                <c:pt idx="69">
                  <c:v>6.9349758505363761</c:v>
                </c:pt>
                <c:pt idx="70">
                  <c:v>7.0006194501493084</c:v>
                </c:pt>
                <c:pt idx="71">
                  <c:v>6.9675687575685306</c:v>
                </c:pt>
                <c:pt idx="72">
                  <c:v>6.8919185409422319</c:v>
                </c:pt>
                <c:pt idx="73">
                  <c:v>6.8619678079191733</c:v>
                </c:pt>
                <c:pt idx="74">
                  <c:v>6.8602355030749713</c:v>
                </c:pt>
                <c:pt idx="75">
                  <c:v>6.849394175689274</c:v>
                </c:pt>
                <c:pt idx="76">
                  <c:v>6.7911347360973426</c:v>
                </c:pt>
                <c:pt idx="77">
                  <c:v>6.7980581765435053</c:v>
                </c:pt>
                <c:pt idx="78">
                  <c:v>6.7854493760685548</c:v>
                </c:pt>
                <c:pt idx="79">
                  <c:v>6.6654249715872336</c:v>
                </c:pt>
                <c:pt idx="80">
                  <c:v>6.7190310723698907</c:v>
                </c:pt>
                <c:pt idx="81">
                  <c:v>6.6268769495508826</c:v>
                </c:pt>
                <c:pt idx="82">
                  <c:v>6.6166353636410893</c:v>
                </c:pt>
                <c:pt idx="83">
                  <c:v>6.5972347267763807</c:v>
                </c:pt>
                <c:pt idx="84">
                  <c:v>6.5836262790178877</c:v>
                </c:pt>
                <c:pt idx="85">
                  <c:v>6.5891308392275008</c:v>
                </c:pt>
                <c:pt idx="86">
                  <c:v>6.5657558187556644</c:v>
                </c:pt>
                <c:pt idx="87">
                  <c:v>6.5596159588403431</c:v>
                </c:pt>
                <c:pt idx="88">
                  <c:v>6.4808638140760451</c:v>
                </c:pt>
                <c:pt idx="89">
                  <c:v>6.5611556530638078</c:v>
                </c:pt>
                <c:pt idx="90">
                  <c:v>6.602134806605477</c:v>
                </c:pt>
                <c:pt idx="91">
                  <c:v>6.6219096379771596</c:v>
                </c:pt>
                <c:pt idx="92">
                  <c:v>6.6041943312986859</c:v>
                </c:pt>
                <c:pt idx="93">
                  <c:v>6.6836836898611471</c:v>
                </c:pt>
                <c:pt idx="94">
                  <c:v>6.7847281270859554</c:v>
                </c:pt>
                <c:pt idx="95">
                  <c:v>6.8315275054403468</c:v>
                </c:pt>
                <c:pt idx="96">
                  <c:v>6.8372937888633754</c:v>
                </c:pt>
                <c:pt idx="97">
                  <c:v>6.8757605996947424</c:v>
                </c:pt>
                <c:pt idx="98">
                  <c:v>6.9136326670517008</c:v>
                </c:pt>
                <c:pt idx="99">
                  <c:v>6.9312680439016514</c:v>
                </c:pt>
                <c:pt idx="100">
                  <c:v>6.9581032781956633</c:v>
                </c:pt>
                <c:pt idx="101">
                  <c:v>6.9548921618167983</c:v>
                </c:pt>
                <c:pt idx="102">
                  <c:v>7.0232503557007719</c:v>
                </c:pt>
                <c:pt idx="103">
                  <c:v>7.0091955445458973</c:v>
                </c:pt>
                <c:pt idx="104">
                  <c:v>7.0106785136701211</c:v>
                </c:pt>
                <c:pt idx="105">
                  <c:v>7.0554659687227748</c:v>
                </c:pt>
                <c:pt idx="106">
                  <c:v>7.0541324659083848</c:v>
                </c:pt>
                <c:pt idx="107">
                  <c:v>7.1366829805495167</c:v>
                </c:pt>
                <c:pt idx="108">
                  <c:v>7.2339084196839476</c:v>
                </c:pt>
                <c:pt idx="109">
                  <c:v>7.2793065331296347</c:v>
                </c:pt>
                <c:pt idx="110">
                  <c:v>7.2634343951831806</c:v>
                </c:pt>
                <c:pt idx="111">
                  <c:v>7.2409115513378444</c:v>
                </c:pt>
                <c:pt idx="112">
                  <c:v>7.2100983987207297</c:v>
                </c:pt>
                <c:pt idx="113">
                  <c:v>7.2267057292431032</c:v>
                </c:pt>
                <c:pt idx="114">
                  <c:v>7.1619026348977393</c:v>
                </c:pt>
                <c:pt idx="115">
                  <c:v>7.137660290230893</c:v>
                </c:pt>
                <c:pt idx="116">
                  <c:v>7.0983531060549838</c:v>
                </c:pt>
                <c:pt idx="117">
                  <c:v>7.0592293927606082</c:v>
                </c:pt>
                <c:pt idx="118">
                  <c:v>7.0491559167629516</c:v>
                </c:pt>
                <c:pt idx="119">
                  <c:v>7.0242507661344922</c:v>
                </c:pt>
                <c:pt idx="120">
                  <c:v>7.0329122087468168</c:v>
                </c:pt>
                <c:pt idx="121">
                  <c:v>7.0373407810663204</c:v>
                </c:pt>
                <c:pt idx="122">
                  <c:v>6.9995212328375001</c:v>
                </c:pt>
                <c:pt idx="123">
                  <c:v>6.9933950844579584</c:v>
                </c:pt>
                <c:pt idx="124">
                  <c:v>7.0008673547644618</c:v>
                </c:pt>
                <c:pt idx="125">
                  <c:v>6.9022536583372736</c:v>
                </c:pt>
                <c:pt idx="126">
                  <c:v>6.8451913405832476</c:v>
                </c:pt>
                <c:pt idx="127">
                  <c:v>6.7276228641871194</c:v>
                </c:pt>
                <c:pt idx="128">
                  <c:v>6.7384613981871588</c:v>
                </c:pt>
                <c:pt idx="129">
                  <c:v>6.7592527943095346</c:v>
                </c:pt>
                <c:pt idx="130">
                  <c:v>6.8107521621657936</c:v>
                </c:pt>
                <c:pt idx="131">
                  <c:v>6.7741738347243876</c:v>
                </c:pt>
                <c:pt idx="132">
                  <c:v>6.8583684690587514</c:v>
                </c:pt>
                <c:pt idx="133">
                  <c:v>6.8591908910045243</c:v>
                </c:pt>
                <c:pt idx="134">
                  <c:v>6.8861480919981801</c:v>
                </c:pt>
                <c:pt idx="135">
                  <c:v>6.8788372954130859</c:v>
                </c:pt>
                <c:pt idx="136">
                  <c:v>6.9256865437797126</c:v>
                </c:pt>
                <c:pt idx="137">
                  <c:v>7.0067666140713554</c:v>
                </c:pt>
                <c:pt idx="138">
                  <c:v>7.0415587432857842</c:v>
                </c:pt>
                <c:pt idx="139">
                  <c:v>7.0607585565887936</c:v>
                </c:pt>
                <c:pt idx="140">
                  <c:v>7.1481235798528724</c:v>
                </c:pt>
                <c:pt idx="141">
                  <c:v>7.2189704375834118</c:v>
                </c:pt>
                <c:pt idx="142">
                  <c:v>7.9358813038882522E-2</c:v>
                </c:pt>
                <c:pt idx="143">
                  <c:v>-4.7846417436304411E-3</c:v>
                </c:pt>
                <c:pt idx="144">
                  <c:v>8.5810981731243324E-2</c:v>
                </c:pt>
                <c:pt idx="145">
                  <c:v>0.22760231463761929</c:v>
                </c:pt>
                <c:pt idx="146">
                  <c:v>0.35115122197578408</c:v>
                </c:pt>
                <c:pt idx="147">
                  <c:v>0.51339081497331107</c:v>
                </c:pt>
                <c:pt idx="148">
                  <c:v>0.55166643828087436</c:v>
                </c:pt>
                <c:pt idx="149">
                  <c:v>0.79429294439478704</c:v>
                </c:pt>
                <c:pt idx="150">
                  <c:v>1.1324959600536839</c:v>
                </c:pt>
                <c:pt idx="151">
                  <c:v>1.080870876016607</c:v>
                </c:pt>
                <c:pt idx="152">
                  <c:v>1.2387501745561249</c:v>
                </c:pt>
                <c:pt idx="153">
                  <c:v>1.3452901500685051</c:v>
                </c:pt>
                <c:pt idx="154">
                  <c:v>1.4831975985150869</c:v>
                </c:pt>
                <c:pt idx="155">
                  <c:v>2.072145643120519</c:v>
                </c:pt>
                <c:pt idx="156">
                  <c:v>2.502350296621294</c:v>
                </c:pt>
                <c:pt idx="157">
                  <c:v>2.7668966555850001</c:v>
                </c:pt>
                <c:pt idx="158">
                  <c:v>2.8747527887427018</c:v>
                </c:pt>
                <c:pt idx="159">
                  <c:v>3.065871769460073</c:v>
                </c:pt>
                <c:pt idx="160">
                  <c:v>3.2439612532352871</c:v>
                </c:pt>
                <c:pt idx="161">
                  <c:v>3.3463583643709311</c:v>
                </c:pt>
                <c:pt idx="162">
                  <c:v>3.4908461883482489</c:v>
                </c:pt>
                <c:pt idx="163">
                  <c:v>3.5890630479560959</c:v>
                </c:pt>
                <c:pt idx="164">
                  <c:v>3.6256289880807868</c:v>
                </c:pt>
                <c:pt idx="165">
                  <c:v>3.7665348196178781</c:v>
                </c:pt>
                <c:pt idx="166">
                  <c:v>3.8236153040333849</c:v>
                </c:pt>
                <c:pt idx="167">
                  <c:v>3.83789525828103</c:v>
                </c:pt>
                <c:pt idx="168">
                  <c:v>3.9378683700346171</c:v>
                </c:pt>
                <c:pt idx="169">
                  <c:v>3.998362453486072</c:v>
                </c:pt>
                <c:pt idx="170">
                  <c:v>4.3798884161453202</c:v>
                </c:pt>
                <c:pt idx="171">
                  <c:v>4.4100608676110262</c:v>
                </c:pt>
                <c:pt idx="172">
                  <c:v>4.3668227818014103</c:v>
                </c:pt>
                <c:pt idx="173">
                  <c:v>4.3537946452287182</c:v>
                </c:pt>
                <c:pt idx="174">
                  <c:v>4.5268392126502999</c:v>
                </c:pt>
                <c:pt idx="175">
                  <c:v>4.4478815418234214</c:v>
                </c:pt>
                <c:pt idx="176">
                  <c:v>4.5823051566573376</c:v>
                </c:pt>
                <c:pt idx="177">
                  <c:v>4.724558941793175</c:v>
                </c:pt>
                <c:pt idx="178">
                  <c:v>4.8575372421139749</c:v>
                </c:pt>
                <c:pt idx="179">
                  <c:v>4.8996629892022101</c:v>
                </c:pt>
                <c:pt idx="180">
                  <c:v>4.9183950081674439</c:v>
                </c:pt>
                <c:pt idx="181">
                  <c:v>5.0432216769610276</c:v>
                </c:pt>
                <c:pt idx="182">
                  <c:v>5.124912429930963</c:v>
                </c:pt>
                <c:pt idx="183">
                  <c:v>5.2276321247556314</c:v>
                </c:pt>
                <c:pt idx="184">
                  <c:v>5.2712448390824598</c:v>
                </c:pt>
                <c:pt idx="185">
                  <c:v>5.3853790444555241</c:v>
                </c:pt>
                <c:pt idx="186">
                  <c:v>5.5949705589755796</c:v>
                </c:pt>
                <c:pt idx="187">
                  <c:v>5.6897737487906914</c:v>
                </c:pt>
                <c:pt idx="188">
                  <c:v>5.7166134048862904</c:v>
                </c:pt>
                <c:pt idx="189">
                  <c:v>5.7478591020582623</c:v>
                </c:pt>
                <c:pt idx="190">
                  <c:v>5.759087466583785</c:v>
                </c:pt>
                <c:pt idx="191">
                  <c:v>5.8207863638641726</c:v>
                </c:pt>
                <c:pt idx="192">
                  <c:v>5.8492135826401652</c:v>
                </c:pt>
                <c:pt idx="193">
                  <c:v>5.9063595697546916</c:v>
                </c:pt>
                <c:pt idx="194">
                  <c:v>6.0529015667319523</c:v>
                </c:pt>
                <c:pt idx="195">
                  <c:v>5.9842394855894918</c:v>
                </c:pt>
                <c:pt idx="196">
                  <c:v>6.0933936243889057</c:v>
                </c:pt>
                <c:pt idx="197">
                  <c:v>6.2248858495319972</c:v>
                </c:pt>
                <c:pt idx="198">
                  <c:v>6.320525441476371</c:v>
                </c:pt>
                <c:pt idx="199">
                  <c:v>6.3581019318895082</c:v>
                </c:pt>
                <c:pt idx="200">
                  <c:v>6.4144801579434549</c:v>
                </c:pt>
                <c:pt idx="201">
                  <c:v>6.4451701178919496</c:v>
                </c:pt>
                <c:pt idx="202">
                  <c:v>6.5566097506344176</c:v>
                </c:pt>
                <c:pt idx="203">
                  <c:v>6.6714131571961834</c:v>
                </c:pt>
                <c:pt idx="204">
                  <c:v>6.6748021815778902</c:v>
                </c:pt>
                <c:pt idx="205">
                  <c:v>6.6851605707874251</c:v>
                </c:pt>
                <c:pt idx="206">
                  <c:v>6.5492102892126027</c:v>
                </c:pt>
                <c:pt idx="207">
                  <c:v>6.6214730467581173</c:v>
                </c:pt>
                <c:pt idx="208">
                  <c:v>6.7489770495096097</c:v>
                </c:pt>
                <c:pt idx="209">
                  <c:v>6.9090886887015071</c:v>
                </c:pt>
                <c:pt idx="210">
                  <c:v>6.9236039911584459</c:v>
                </c:pt>
                <c:pt idx="211">
                  <c:v>6.9349758505363761</c:v>
                </c:pt>
                <c:pt idx="212">
                  <c:v>7.0006194501493084</c:v>
                </c:pt>
                <c:pt idx="213">
                  <c:v>6.9675687575685306</c:v>
                </c:pt>
                <c:pt idx="214">
                  <c:v>6.8919185409422319</c:v>
                </c:pt>
                <c:pt idx="215">
                  <c:v>6.8619678079191733</c:v>
                </c:pt>
                <c:pt idx="216">
                  <c:v>6.8602355030749713</c:v>
                </c:pt>
                <c:pt idx="217">
                  <c:v>6.849394175689274</c:v>
                </c:pt>
                <c:pt idx="218">
                  <c:v>6.7911347360973426</c:v>
                </c:pt>
                <c:pt idx="219">
                  <c:v>6.7980581765435053</c:v>
                </c:pt>
                <c:pt idx="220">
                  <c:v>6.7854493760685548</c:v>
                </c:pt>
                <c:pt idx="221">
                  <c:v>6.6654249715872336</c:v>
                </c:pt>
                <c:pt idx="222">
                  <c:v>6.7190310723698907</c:v>
                </c:pt>
                <c:pt idx="223">
                  <c:v>6.6268769495508826</c:v>
                </c:pt>
                <c:pt idx="224">
                  <c:v>6.6166353636410893</c:v>
                </c:pt>
                <c:pt idx="225">
                  <c:v>6.5972347267763807</c:v>
                </c:pt>
                <c:pt idx="226">
                  <c:v>6.5836262790178877</c:v>
                </c:pt>
                <c:pt idx="227">
                  <c:v>6.5891308392275008</c:v>
                </c:pt>
                <c:pt idx="228">
                  <c:v>6.5657558187556644</c:v>
                </c:pt>
                <c:pt idx="229">
                  <c:v>6.5596159588403431</c:v>
                </c:pt>
                <c:pt idx="230">
                  <c:v>6.4808638140760451</c:v>
                </c:pt>
                <c:pt idx="231">
                  <c:v>6.5611556530638078</c:v>
                </c:pt>
                <c:pt idx="232">
                  <c:v>6.602134806605477</c:v>
                </c:pt>
                <c:pt idx="233">
                  <c:v>6.6219096379771596</c:v>
                </c:pt>
                <c:pt idx="234">
                  <c:v>6.6041943312986859</c:v>
                </c:pt>
                <c:pt idx="235">
                  <c:v>6.6836836898611471</c:v>
                </c:pt>
                <c:pt idx="236">
                  <c:v>6.7847281270859554</c:v>
                </c:pt>
                <c:pt idx="237">
                  <c:v>6.8315275054403468</c:v>
                </c:pt>
                <c:pt idx="238">
                  <c:v>6.8372937888633754</c:v>
                </c:pt>
                <c:pt idx="239">
                  <c:v>6.8757605996947424</c:v>
                </c:pt>
                <c:pt idx="240">
                  <c:v>6.9136326670517008</c:v>
                </c:pt>
                <c:pt idx="241">
                  <c:v>6.9312680439016514</c:v>
                </c:pt>
                <c:pt idx="242">
                  <c:v>6.9581032781956633</c:v>
                </c:pt>
                <c:pt idx="243">
                  <c:v>6.9548921618167983</c:v>
                </c:pt>
                <c:pt idx="244">
                  <c:v>7.0232503557007719</c:v>
                </c:pt>
                <c:pt idx="245">
                  <c:v>7.0091955445458973</c:v>
                </c:pt>
                <c:pt idx="246">
                  <c:v>7.0106785136701211</c:v>
                </c:pt>
                <c:pt idx="247">
                  <c:v>7.0554659687227748</c:v>
                </c:pt>
                <c:pt idx="248">
                  <c:v>7.0541324659083848</c:v>
                </c:pt>
                <c:pt idx="249">
                  <c:v>7.1366829805495167</c:v>
                </c:pt>
                <c:pt idx="250">
                  <c:v>7.2339084196839476</c:v>
                </c:pt>
                <c:pt idx="251">
                  <c:v>7.2793065331296347</c:v>
                </c:pt>
                <c:pt idx="252">
                  <c:v>7.2634343951831806</c:v>
                </c:pt>
                <c:pt idx="253">
                  <c:v>7.2409115513378444</c:v>
                </c:pt>
                <c:pt idx="254">
                  <c:v>7.2100983987207297</c:v>
                </c:pt>
                <c:pt idx="255">
                  <c:v>7.2267057292431032</c:v>
                </c:pt>
                <c:pt idx="256">
                  <c:v>7.1619026348977393</c:v>
                </c:pt>
                <c:pt idx="257">
                  <c:v>7.137660290230893</c:v>
                </c:pt>
                <c:pt idx="258">
                  <c:v>7.0983531060549838</c:v>
                </c:pt>
                <c:pt idx="259">
                  <c:v>7.0592293927606082</c:v>
                </c:pt>
                <c:pt idx="260">
                  <c:v>7.0491559167629516</c:v>
                </c:pt>
                <c:pt idx="261">
                  <c:v>7.0242507661344922</c:v>
                </c:pt>
                <c:pt idx="262">
                  <c:v>7.0329122087468168</c:v>
                </c:pt>
                <c:pt idx="263">
                  <c:v>7.0373407810663204</c:v>
                </c:pt>
                <c:pt idx="264">
                  <c:v>6.9995212328375001</c:v>
                </c:pt>
                <c:pt idx="265">
                  <c:v>6.9933950844579584</c:v>
                </c:pt>
                <c:pt idx="266">
                  <c:v>7.0008673547644618</c:v>
                </c:pt>
                <c:pt idx="267">
                  <c:v>6.9022536583372736</c:v>
                </c:pt>
                <c:pt idx="268">
                  <c:v>6.8451913405832476</c:v>
                </c:pt>
                <c:pt idx="269">
                  <c:v>6.7276228641871194</c:v>
                </c:pt>
                <c:pt idx="270">
                  <c:v>6.7384613981871588</c:v>
                </c:pt>
                <c:pt idx="271">
                  <c:v>6.7592527943095346</c:v>
                </c:pt>
                <c:pt idx="272">
                  <c:v>6.8107521621657936</c:v>
                </c:pt>
                <c:pt idx="273">
                  <c:v>6.7741738347243876</c:v>
                </c:pt>
                <c:pt idx="274">
                  <c:v>6.8583684690587514</c:v>
                </c:pt>
                <c:pt idx="275">
                  <c:v>6.8591908910045243</c:v>
                </c:pt>
                <c:pt idx="276">
                  <c:v>6.8861480919981801</c:v>
                </c:pt>
                <c:pt idx="277">
                  <c:v>6.8788372954130859</c:v>
                </c:pt>
                <c:pt idx="278">
                  <c:v>6.9256865437797126</c:v>
                </c:pt>
                <c:pt idx="279">
                  <c:v>7.0067666140713554</c:v>
                </c:pt>
                <c:pt idx="280">
                  <c:v>7.0415587432857842</c:v>
                </c:pt>
                <c:pt idx="281">
                  <c:v>7.0607585565887936</c:v>
                </c:pt>
                <c:pt idx="282">
                  <c:v>7.1481235798528724</c:v>
                </c:pt>
                <c:pt idx="283">
                  <c:v>7.2189704375834118</c:v>
                </c:pt>
                <c:pt idx="284">
                  <c:v>7.9358813038882522E-2</c:v>
                </c:pt>
                <c:pt idx="285">
                  <c:v>-4.7846417436304411E-3</c:v>
                </c:pt>
                <c:pt idx="286">
                  <c:v>8.5810981731243324E-2</c:v>
                </c:pt>
                <c:pt idx="287">
                  <c:v>0.22760231463761929</c:v>
                </c:pt>
                <c:pt idx="288">
                  <c:v>0.35115122197578408</c:v>
                </c:pt>
                <c:pt idx="289">
                  <c:v>0.51339081497331107</c:v>
                </c:pt>
                <c:pt idx="290">
                  <c:v>0.55166643828087436</c:v>
                </c:pt>
                <c:pt idx="291">
                  <c:v>0.79429294439478704</c:v>
                </c:pt>
                <c:pt idx="292">
                  <c:v>1.1324959600536839</c:v>
                </c:pt>
                <c:pt idx="293">
                  <c:v>1.080870876016607</c:v>
                </c:pt>
                <c:pt idx="294">
                  <c:v>1.2387501745561249</c:v>
                </c:pt>
                <c:pt idx="295">
                  <c:v>1.3452901500685051</c:v>
                </c:pt>
                <c:pt idx="296">
                  <c:v>1.4831975985150869</c:v>
                </c:pt>
                <c:pt idx="297">
                  <c:v>2.072145643120519</c:v>
                </c:pt>
                <c:pt idx="298">
                  <c:v>2.502350296621294</c:v>
                </c:pt>
                <c:pt idx="299">
                  <c:v>2.7668966555850001</c:v>
                </c:pt>
                <c:pt idx="300">
                  <c:v>2.8747527887427018</c:v>
                </c:pt>
                <c:pt idx="301">
                  <c:v>3.065871769460073</c:v>
                </c:pt>
                <c:pt idx="302">
                  <c:v>3.2439612532352871</c:v>
                </c:pt>
                <c:pt idx="303">
                  <c:v>3.3463583643709311</c:v>
                </c:pt>
                <c:pt idx="304">
                  <c:v>3.4908461883482489</c:v>
                </c:pt>
                <c:pt idx="305">
                  <c:v>3.5890630479560959</c:v>
                </c:pt>
                <c:pt idx="306">
                  <c:v>3.6256289880807868</c:v>
                </c:pt>
                <c:pt idx="307">
                  <c:v>3.7665348196178781</c:v>
                </c:pt>
                <c:pt idx="308">
                  <c:v>3.8236153040333849</c:v>
                </c:pt>
                <c:pt idx="309">
                  <c:v>3.83789525828103</c:v>
                </c:pt>
                <c:pt idx="310">
                  <c:v>3.9378683700346171</c:v>
                </c:pt>
                <c:pt idx="311">
                  <c:v>3.998362453486072</c:v>
                </c:pt>
                <c:pt idx="312">
                  <c:v>4.3798884161453202</c:v>
                </c:pt>
                <c:pt idx="313">
                  <c:v>4.4100608676110262</c:v>
                </c:pt>
                <c:pt idx="314">
                  <c:v>4.3668227818014103</c:v>
                </c:pt>
                <c:pt idx="315">
                  <c:v>4.3537946452287182</c:v>
                </c:pt>
                <c:pt idx="316">
                  <c:v>4.5268392126502999</c:v>
                </c:pt>
                <c:pt idx="317">
                  <c:v>4.4478815418234214</c:v>
                </c:pt>
                <c:pt idx="318">
                  <c:v>4.5823051566573376</c:v>
                </c:pt>
                <c:pt idx="319">
                  <c:v>4.724558941793175</c:v>
                </c:pt>
                <c:pt idx="320">
                  <c:v>4.8575372421139749</c:v>
                </c:pt>
                <c:pt idx="321">
                  <c:v>4.8996629892022101</c:v>
                </c:pt>
                <c:pt idx="322">
                  <c:v>4.9183950081674439</c:v>
                </c:pt>
                <c:pt idx="323">
                  <c:v>5.0432216769610276</c:v>
                </c:pt>
                <c:pt idx="324">
                  <c:v>5.124912429930963</c:v>
                </c:pt>
                <c:pt idx="325">
                  <c:v>5.2276321247556314</c:v>
                </c:pt>
                <c:pt idx="326">
                  <c:v>5.2712448390824598</c:v>
                </c:pt>
                <c:pt idx="327">
                  <c:v>5.3853790444555241</c:v>
                </c:pt>
                <c:pt idx="328">
                  <c:v>5.5949705589755796</c:v>
                </c:pt>
                <c:pt idx="329">
                  <c:v>5.6897737487906914</c:v>
                </c:pt>
                <c:pt idx="330">
                  <c:v>5.7166134048862904</c:v>
                </c:pt>
                <c:pt idx="331">
                  <c:v>5.7478591020582623</c:v>
                </c:pt>
                <c:pt idx="332">
                  <c:v>5.759087466583785</c:v>
                </c:pt>
                <c:pt idx="333">
                  <c:v>5.8207863638641726</c:v>
                </c:pt>
                <c:pt idx="334">
                  <c:v>5.8492135826401652</c:v>
                </c:pt>
                <c:pt idx="335">
                  <c:v>5.9063595697546916</c:v>
                </c:pt>
                <c:pt idx="336">
                  <c:v>6.0529015667319523</c:v>
                </c:pt>
                <c:pt idx="337">
                  <c:v>5.9842394855894918</c:v>
                </c:pt>
                <c:pt idx="338">
                  <c:v>6.0933936243889057</c:v>
                </c:pt>
                <c:pt idx="339">
                  <c:v>6.2248858495319972</c:v>
                </c:pt>
                <c:pt idx="340">
                  <c:v>6.320525441476371</c:v>
                </c:pt>
                <c:pt idx="341">
                  <c:v>6.3581019318895082</c:v>
                </c:pt>
                <c:pt idx="342">
                  <c:v>6.4144801579434549</c:v>
                </c:pt>
                <c:pt idx="343">
                  <c:v>6.4451701178919496</c:v>
                </c:pt>
                <c:pt idx="344">
                  <c:v>6.5566097506344176</c:v>
                </c:pt>
                <c:pt idx="345">
                  <c:v>6.6714131571961834</c:v>
                </c:pt>
                <c:pt idx="346">
                  <c:v>6.6748021815778902</c:v>
                </c:pt>
                <c:pt idx="347">
                  <c:v>6.6851605707874251</c:v>
                </c:pt>
                <c:pt idx="348">
                  <c:v>6.5492102892126027</c:v>
                </c:pt>
                <c:pt idx="349">
                  <c:v>6.6214730467581173</c:v>
                </c:pt>
                <c:pt idx="350">
                  <c:v>6.7489770495096097</c:v>
                </c:pt>
                <c:pt idx="351">
                  <c:v>6.9090886887015071</c:v>
                </c:pt>
                <c:pt idx="352">
                  <c:v>6.9236039911584459</c:v>
                </c:pt>
                <c:pt idx="353">
                  <c:v>6.9349758505363761</c:v>
                </c:pt>
                <c:pt idx="354">
                  <c:v>7.0006194501493084</c:v>
                </c:pt>
                <c:pt idx="355">
                  <c:v>6.9675687575685306</c:v>
                </c:pt>
                <c:pt idx="356">
                  <c:v>6.8919185409422319</c:v>
                </c:pt>
                <c:pt idx="357">
                  <c:v>6.8619678079191733</c:v>
                </c:pt>
                <c:pt idx="358">
                  <c:v>6.8602355030749713</c:v>
                </c:pt>
                <c:pt idx="359">
                  <c:v>6.849394175689274</c:v>
                </c:pt>
                <c:pt idx="360">
                  <c:v>6.7911347360973426</c:v>
                </c:pt>
                <c:pt idx="361">
                  <c:v>6.7980581765435053</c:v>
                </c:pt>
                <c:pt idx="362">
                  <c:v>6.7854493760685548</c:v>
                </c:pt>
                <c:pt idx="363">
                  <c:v>6.6654249715872336</c:v>
                </c:pt>
                <c:pt idx="364">
                  <c:v>6.7190310723698907</c:v>
                </c:pt>
                <c:pt idx="365">
                  <c:v>6.6268769495508826</c:v>
                </c:pt>
                <c:pt idx="366">
                  <c:v>6.6166353636410893</c:v>
                </c:pt>
                <c:pt idx="367">
                  <c:v>6.5972347267763807</c:v>
                </c:pt>
                <c:pt idx="368">
                  <c:v>6.5836262790178877</c:v>
                </c:pt>
                <c:pt idx="369">
                  <c:v>6.5891308392275008</c:v>
                </c:pt>
                <c:pt idx="370">
                  <c:v>6.5657558187556644</c:v>
                </c:pt>
                <c:pt idx="371">
                  <c:v>6.5596159588403431</c:v>
                </c:pt>
                <c:pt idx="372">
                  <c:v>6.4808638140760451</c:v>
                </c:pt>
                <c:pt idx="373">
                  <c:v>6.5611556530638078</c:v>
                </c:pt>
                <c:pt idx="374">
                  <c:v>6.602134806605477</c:v>
                </c:pt>
                <c:pt idx="375">
                  <c:v>6.6219096379771596</c:v>
                </c:pt>
                <c:pt idx="376">
                  <c:v>6.6041943312986859</c:v>
                </c:pt>
                <c:pt idx="377">
                  <c:v>6.6836836898611471</c:v>
                </c:pt>
                <c:pt idx="378">
                  <c:v>6.7847281270859554</c:v>
                </c:pt>
                <c:pt idx="379">
                  <c:v>6.8315275054403468</c:v>
                </c:pt>
                <c:pt idx="380">
                  <c:v>6.8372937888633754</c:v>
                </c:pt>
                <c:pt idx="381">
                  <c:v>6.8757605996947424</c:v>
                </c:pt>
                <c:pt idx="382">
                  <c:v>6.9136326670517008</c:v>
                </c:pt>
                <c:pt idx="383">
                  <c:v>6.9312680439016514</c:v>
                </c:pt>
                <c:pt idx="384">
                  <c:v>6.9581032781956633</c:v>
                </c:pt>
                <c:pt idx="385">
                  <c:v>6.9548921618167983</c:v>
                </c:pt>
                <c:pt idx="386">
                  <c:v>7.0232503557007719</c:v>
                </c:pt>
                <c:pt idx="387">
                  <c:v>7.0091955445458973</c:v>
                </c:pt>
                <c:pt idx="388">
                  <c:v>7.0106785136701211</c:v>
                </c:pt>
                <c:pt idx="389">
                  <c:v>7.0554659687227748</c:v>
                </c:pt>
                <c:pt idx="390">
                  <c:v>7.0541324659083848</c:v>
                </c:pt>
                <c:pt idx="391">
                  <c:v>7.1366829805495167</c:v>
                </c:pt>
                <c:pt idx="392">
                  <c:v>7.2339084196839476</c:v>
                </c:pt>
                <c:pt idx="393">
                  <c:v>7.2793065331296347</c:v>
                </c:pt>
                <c:pt idx="394">
                  <c:v>7.2634343951831806</c:v>
                </c:pt>
                <c:pt idx="395">
                  <c:v>7.2409115513378444</c:v>
                </c:pt>
                <c:pt idx="396">
                  <c:v>7.2100983987207297</c:v>
                </c:pt>
                <c:pt idx="397">
                  <c:v>7.2267057292431032</c:v>
                </c:pt>
                <c:pt idx="398">
                  <c:v>7.1619026348977393</c:v>
                </c:pt>
                <c:pt idx="399">
                  <c:v>7.137660290230893</c:v>
                </c:pt>
                <c:pt idx="400">
                  <c:v>7.0983531060549838</c:v>
                </c:pt>
                <c:pt idx="401">
                  <c:v>7.0592293927606082</c:v>
                </c:pt>
                <c:pt idx="402">
                  <c:v>7.0491559167629516</c:v>
                </c:pt>
                <c:pt idx="403">
                  <c:v>7.0242507661344922</c:v>
                </c:pt>
                <c:pt idx="404">
                  <c:v>7.0329122087468168</c:v>
                </c:pt>
                <c:pt idx="405">
                  <c:v>7.0373407810663204</c:v>
                </c:pt>
                <c:pt idx="406">
                  <c:v>6.9995212328375001</c:v>
                </c:pt>
                <c:pt idx="407">
                  <c:v>6.9933950844579584</c:v>
                </c:pt>
                <c:pt idx="408">
                  <c:v>7.0008673547644618</c:v>
                </c:pt>
                <c:pt idx="409">
                  <c:v>6.9022536583372736</c:v>
                </c:pt>
                <c:pt idx="410">
                  <c:v>6.8451913405832476</c:v>
                </c:pt>
                <c:pt idx="411">
                  <c:v>6.7276228641871194</c:v>
                </c:pt>
                <c:pt idx="412">
                  <c:v>6.7384613981871588</c:v>
                </c:pt>
                <c:pt idx="413">
                  <c:v>6.7592527943095346</c:v>
                </c:pt>
                <c:pt idx="414">
                  <c:v>6.8107521621657936</c:v>
                </c:pt>
                <c:pt idx="415">
                  <c:v>6.7741738347243876</c:v>
                </c:pt>
                <c:pt idx="416">
                  <c:v>6.8583684690587514</c:v>
                </c:pt>
                <c:pt idx="417">
                  <c:v>6.8591908910045243</c:v>
                </c:pt>
                <c:pt idx="418">
                  <c:v>6.8861480919981801</c:v>
                </c:pt>
                <c:pt idx="419">
                  <c:v>6.8788372954130859</c:v>
                </c:pt>
                <c:pt idx="420">
                  <c:v>6.9256865437797126</c:v>
                </c:pt>
                <c:pt idx="421">
                  <c:v>7.0067666140713554</c:v>
                </c:pt>
                <c:pt idx="422">
                  <c:v>7.0415587432857842</c:v>
                </c:pt>
                <c:pt idx="423">
                  <c:v>7.0607585565887936</c:v>
                </c:pt>
                <c:pt idx="424">
                  <c:v>7.1481235798528724</c:v>
                </c:pt>
                <c:pt idx="425">
                  <c:v>7.2189704375834118</c:v>
                </c:pt>
                <c:pt idx="426">
                  <c:v>7.9358813038882522E-2</c:v>
                </c:pt>
                <c:pt idx="427">
                  <c:v>-4.7846417436304411E-3</c:v>
                </c:pt>
                <c:pt idx="428">
                  <c:v>8.5810981731243324E-2</c:v>
                </c:pt>
                <c:pt idx="429">
                  <c:v>0.22760231463761929</c:v>
                </c:pt>
                <c:pt idx="430">
                  <c:v>0.35115122197578408</c:v>
                </c:pt>
                <c:pt idx="431">
                  <c:v>0.51339081497331107</c:v>
                </c:pt>
                <c:pt idx="432">
                  <c:v>0.55166643828087436</c:v>
                </c:pt>
                <c:pt idx="433">
                  <c:v>0.79429294439478704</c:v>
                </c:pt>
                <c:pt idx="434">
                  <c:v>1.1324959600536839</c:v>
                </c:pt>
                <c:pt idx="435">
                  <c:v>1.080870876016607</c:v>
                </c:pt>
                <c:pt idx="436">
                  <c:v>1.2387501745561249</c:v>
                </c:pt>
                <c:pt idx="437">
                  <c:v>1.3452901500685051</c:v>
                </c:pt>
                <c:pt idx="438">
                  <c:v>1.4831975985150869</c:v>
                </c:pt>
                <c:pt idx="439">
                  <c:v>2.072145643120519</c:v>
                </c:pt>
                <c:pt idx="440">
                  <c:v>2.502350296621294</c:v>
                </c:pt>
                <c:pt idx="441">
                  <c:v>2.7668966555850001</c:v>
                </c:pt>
                <c:pt idx="442">
                  <c:v>2.8747527887427018</c:v>
                </c:pt>
                <c:pt idx="443">
                  <c:v>3.065871769460073</c:v>
                </c:pt>
                <c:pt idx="444">
                  <c:v>3.2439612532352871</c:v>
                </c:pt>
                <c:pt idx="445">
                  <c:v>3.3463583643709311</c:v>
                </c:pt>
                <c:pt idx="446">
                  <c:v>3.4908461883482489</c:v>
                </c:pt>
                <c:pt idx="447">
                  <c:v>3.5890630479560959</c:v>
                </c:pt>
                <c:pt idx="448">
                  <c:v>3.6256289880807868</c:v>
                </c:pt>
                <c:pt idx="449">
                  <c:v>3.7665348196178781</c:v>
                </c:pt>
                <c:pt idx="450">
                  <c:v>3.8236153040333849</c:v>
                </c:pt>
                <c:pt idx="451">
                  <c:v>3.83789525828103</c:v>
                </c:pt>
                <c:pt idx="452">
                  <c:v>3.9378683700346171</c:v>
                </c:pt>
                <c:pt idx="453">
                  <c:v>3.998362453486072</c:v>
                </c:pt>
                <c:pt idx="454">
                  <c:v>4.3798884161453202</c:v>
                </c:pt>
                <c:pt idx="455">
                  <c:v>4.4100608676110262</c:v>
                </c:pt>
                <c:pt idx="456">
                  <c:v>4.3668227818014103</c:v>
                </c:pt>
                <c:pt idx="457">
                  <c:v>4.3537946452287182</c:v>
                </c:pt>
                <c:pt idx="458">
                  <c:v>4.5268392126502999</c:v>
                </c:pt>
                <c:pt idx="459">
                  <c:v>4.4478815418234214</c:v>
                </c:pt>
                <c:pt idx="460">
                  <c:v>4.5823051566573376</c:v>
                </c:pt>
                <c:pt idx="461">
                  <c:v>4.724558941793175</c:v>
                </c:pt>
                <c:pt idx="462">
                  <c:v>4.8575372421139749</c:v>
                </c:pt>
                <c:pt idx="463">
                  <c:v>4.8996629892022101</c:v>
                </c:pt>
                <c:pt idx="464">
                  <c:v>4.9183950081674439</c:v>
                </c:pt>
                <c:pt idx="465">
                  <c:v>5.0432216769610276</c:v>
                </c:pt>
                <c:pt idx="466">
                  <c:v>5.124912429930963</c:v>
                </c:pt>
                <c:pt idx="467">
                  <c:v>5.2276321247556314</c:v>
                </c:pt>
                <c:pt idx="468">
                  <c:v>5.2712448390824598</c:v>
                </c:pt>
                <c:pt idx="469">
                  <c:v>5.3853790444555241</c:v>
                </c:pt>
                <c:pt idx="470">
                  <c:v>5.5949705589755796</c:v>
                </c:pt>
                <c:pt idx="471">
                  <c:v>5.6897737487906914</c:v>
                </c:pt>
                <c:pt idx="472">
                  <c:v>5.7166134048862904</c:v>
                </c:pt>
                <c:pt idx="473">
                  <c:v>5.7478591020582623</c:v>
                </c:pt>
                <c:pt idx="474">
                  <c:v>5.759087466583785</c:v>
                </c:pt>
                <c:pt idx="475">
                  <c:v>5.8207863638641726</c:v>
                </c:pt>
                <c:pt idx="476">
                  <c:v>5.8492135826401652</c:v>
                </c:pt>
                <c:pt idx="477">
                  <c:v>5.9063595697546916</c:v>
                </c:pt>
                <c:pt idx="478">
                  <c:v>6.0529015667319523</c:v>
                </c:pt>
                <c:pt idx="479">
                  <c:v>5.9842394855894918</c:v>
                </c:pt>
                <c:pt idx="480">
                  <c:v>6.0933936243889057</c:v>
                </c:pt>
                <c:pt idx="481">
                  <c:v>6.2248858495319972</c:v>
                </c:pt>
                <c:pt idx="482">
                  <c:v>6.320525441476371</c:v>
                </c:pt>
                <c:pt idx="483">
                  <c:v>6.3581019318895082</c:v>
                </c:pt>
                <c:pt idx="484">
                  <c:v>6.4144801579434549</c:v>
                </c:pt>
                <c:pt idx="485">
                  <c:v>6.4451701178919496</c:v>
                </c:pt>
                <c:pt idx="486">
                  <c:v>6.5566097506344176</c:v>
                </c:pt>
                <c:pt idx="487">
                  <c:v>6.6714131571961834</c:v>
                </c:pt>
                <c:pt idx="488">
                  <c:v>6.6748021815778902</c:v>
                </c:pt>
                <c:pt idx="489">
                  <c:v>6.6851605707874251</c:v>
                </c:pt>
                <c:pt idx="490">
                  <c:v>6.5492102892126027</c:v>
                </c:pt>
                <c:pt idx="491">
                  <c:v>6.6214730467581173</c:v>
                </c:pt>
                <c:pt idx="492">
                  <c:v>6.7489770495096097</c:v>
                </c:pt>
                <c:pt idx="493">
                  <c:v>6.9090886887015071</c:v>
                </c:pt>
                <c:pt idx="494">
                  <c:v>6.9236039911584459</c:v>
                </c:pt>
                <c:pt idx="495">
                  <c:v>6.9349758505363761</c:v>
                </c:pt>
                <c:pt idx="496">
                  <c:v>7.0006194501493084</c:v>
                </c:pt>
                <c:pt idx="497">
                  <c:v>6.9675687575685306</c:v>
                </c:pt>
                <c:pt idx="498">
                  <c:v>6.8919185409422319</c:v>
                </c:pt>
                <c:pt idx="499">
                  <c:v>6.8619678079191733</c:v>
                </c:pt>
                <c:pt idx="500">
                  <c:v>6.8602355030749713</c:v>
                </c:pt>
                <c:pt idx="501">
                  <c:v>6.849394175689274</c:v>
                </c:pt>
                <c:pt idx="502">
                  <c:v>6.7911347360973426</c:v>
                </c:pt>
                <c:pt idx="503">
                  <c:v>6.7980581765435053</c:v>
                </c:pt>
                <c:pt idx="504">
                  <c:v>6.7854493760685548</c:v>
                </c:pt>
                <c:pt idx="505">
                  <c:v>6.6654249715872336</c:v>
                </c:pt>
                <c:pt idx="506">
                  <c:v>6.7190310723698907</c:v>
                </c:pt>
                <c:pt idx="507">
                  <c:v>6.6268769495508826</c:v>
                </c:pt>
                <c:pt idx="508">
                  <c:v>6.6166353636410893</c:v>
                </c:pt>
                <c:pt idx="509">
                  <c:v>6.5972347267763807</c:v>
                </c:pt>
                <c:pt idx="510">
                  <c:v>6.5836262790178877</c:v>
                </c:pt>
                <c:pt idx="511">
                  <c:v>6.5891308392275008</c:v>
                </c:pt>
                <c:pt idx="512">
                  <c:v>6.5657558187556644</c:v>
                </c:pt>
                <c:pt idx="513">
                  <c:v>6.5596159588403431</c:v>
                </c:pt>
                <c:pt idx="514">
                  <c:v>6.4808638140760451</c:v>
                </c:pt>
                <c:pt idx="515">
                  <c:v>6.5611556530638078</c:v>
                </c:pt>
                <c:pt idx="516">
                  <c:v>6.602134806605477</c:v>
                </c:pt>
                <c:pt idx="517">
                  <c:v>6.6219096379771596</c:v>
                </c:pt>
                <c:pt idx="518">
                  <c:v>6.6041943312986859</c:v>
                </c:pt>
                <c:pt idx="519">
                  <c:v>6.6836836898611471</c:v>
                </c:pt>
                <c:pt idx="520">
                  <c:v>6.7847281270859554</c:v>
                </c:pt>
                <c:pt idx="521">
                  <c:v>6.8315275054403468</c:v>
                </c:pt>
                <c:pt idx="522">
                  <c:v>6.8372937888633754</c:v>
                </c:pt>
                <c:pt idx="523">
                  <c:v>6.8757605996947424</c:v>
                </c:pt>
                <c:pt idx="524">
                  <c:v>6.9136326670517008</c:v>
                </c:pt>
                <c:pt idx="525">
                  <c:v>6.9312680439016514</c:v>
                </c:pt>
                <c:pt idx="526">
                  <c:v>6.9581032781956633</c:v>
                </c:pt>
                <c:pt idx="527">
                  <c:v>6.9548921618167983</c:v>
                </c:pt>
                <c:pt idx="528">
                  <c:v>7.0232503557007719</c:v>
                </c:pt>
                <c:pt idx="529">
                  <c:v>7.0091955445458973</c:v>
                </c:pt>
                <c:pt idx="530">
                  <c:v>7.0106785136701211</c:v>
                </c:pt>
                <c:pt idx="531">
                  <c:v>7.0554659687227748</c:v>
                </c:pt>
                <c:pt idx="532">
                  <c:v>7.0541324659083848</c:v>
                </c:pt>
                <c:pt idx="533">
                  <c:v>7.1366829805495167</c:v>
                </c:pt>
                <c:pt idx="534">
                  <c:v>7.2339084196839476</c:v>
                </c:pt>
                <c:pt idx="535">
                  <c:v>7.2793065331296347</c:v>
                </c:pt>
                <c:pt idx="536">
                  <c:v>7.2634343951831806</c:v>
                </c:pt>
                <c:pt idx="537">
                  <c:v>7.2409115513378444</c:v>
                </c:pt>
                <c:pt idx="538">
                  <c:v>7.2100983987207297</c:v>
                </c:pt>
                <c:pt idx="539">
                  <c:v>7.2267057292431032</c:v>
                </c:pt>
                <c:pt idx="540">
                  <c:v>7.1619026348977393</c:v>
                </c:pt>
                <c:pt idx="541">
                  <c:v>7.137660290230893</c:v>
                </c:pt>
                <c:pt idx="542">
                  <c:v>7.0983531060549838</c:v>
                </c:pt>
                <c:pt idx="543">
                  <c:v>7.0592293927606082</c:v>
                </c:pt>
                <c:pt idx="544">
                  <c:v>7.0491559167629516</c:v>
                </c:pt>
                <c:pt idx="545">
                  <c:v>7.0242507661344922</c:v>
                </c:pt>
                <c:pt idx="546">
                  <c:v>7.0329122087468168</c:v>
                </c:pt>
                <c:pt idx="547">
                  <c:v>7.0373407810663204</c:v>
                </c:pt>
                <c:pt idx="548">
                  <c:v>6.9995212328375001</c:v>
                </c:pt>
                <c:pt idx="549">
                  <c:v>6.9933950844579584</c:v>
                </c:pt>
                <c:pt idx="550">
                  <c:v>7.0008673547644618</c:v>
                </c:pt>
                <c:pt idx="551">
                  <c:v>6.9022536583372736</c:v>
                </c:pt>
                <c:pt idx="552">
                  <c:v>6.8451913405832476</c:v>
                </c:pt>
                <c:pt idx="553">
                  <c:v>6.7276228641871194</c:v>
                </c:pt>
                <c:pt idx="554">
                  <c:v>6.7384613981871588</c:v>
                </c:pt>
                <c:pt idx="555">
                  <c:v>6.7592527943095346</c:v>
                </c:pt>
                <c:pt idx="556">
                  <c:v>6.8107521621657936</c:v>
                </c:pt>
                <c:pt idx="557">
                  <c:v>6.7741738347243876</c:v>
                </c:pt>
                <c:pt idx="558">
                  <c:v>6.8583684690587514</c:v>
                </c:pt>
                <c:pt idx="559">
                  <c:v>6.8591908910045243</c:v>
                </c:pt>
                <c:pt idx="560">
                  <c:v>6.8861480919981801</c:v>
                </c:pt>
                <c:pt idx="561">
                  <c:v>6.8788372954130859</c:v>
                </c:pt>
                <c:pt idx="562">
                  <c:v>6.9256865437797126</c:v>
                </c:pt>
                <c:pt idx="563">
                  <c:v>7.0067666140713554</c:v>
                </c:pt>
                <c:pt idx="564">
                  <c:v>7.0415587432857842</c:v>
                </c:pt>
                <c:pt idx="565">
                  <c:v>7.0607585565887936</c:v>
                </c:pt>
                <c:pt idx="566">
                  <c:v>7.1481235798528724</c:v>
                </c:pt>
                <c:pt idx="567">
                  <c:v>7.2189704375834118</c:v>
                </c:pt>
              </c:numCache>
            </c:numRef>
          </c:val>
          <c:smooth val="0"/>
          <c:extLst>
            <c:ext xmlns:c16="http://schemas.microsoft.com/office/drawing/2014/chart" uri="{C3380CC4-5D6E-409C-BE32-E72D297353CC}">
              <c16:uniqueId val="{00000000-44AD-4A4F-A7A5-DBB1094FCB2D}"/>
            </c:ext>
          </c:extLst>
        </c:ser>
        <c:ser>
          <c:idx val="1"/>
          <c:order val="1"/>
          <c:tx>
            <c:strRef>
              <c:f>Foreign!$E$2</c:f>
              <c:strCache>
                <c:ptCount val="1"/>
                <c:pt idx="0">
                  <c:v>Cyclicals</c:v>
                </c:pt>
              </c:strCache>
            </c:strRef>
          </c:tx>
          <c:spPr>
            <a:ln w="19050" cap="rnd">
              <a:solidFill>
                <a:srgbClr val="7E7E7E"/>
              </a:solidFill>
              <a:round/>
            </a:ln>
            <a:effectLst/>
          </c:spPr>
          <c:marker>
            <c:symbol val="none"/>
          </c:marker>
          <c:cat>
            <c:numRef>
              <c:f>Foreign!$C$3:$C$570</c:f>
              <c:numCache>
                <c:formatCode>m/d/yyyy</c:formatCode>
                <c:ptCount val="568"/>
                <c:pt idx="0">
                  <c:v>46024</c:v>
                </c:pt>
                <c:pt idx="1">
                  <c:v>46027</c:v>
                </c:pt>
                <c:pt idx="2">
                  <c:v>46028</c:v>
                </c:pt>
                <c:pt idx="3">
                  <c:v>46029</c:v>
                </c:pt>
                <c:pt idx="4">
                  <c:v>46030</c:v>
                </c:pt>
                <c:pt idx="5">
                  <c:v>46031</c:v>
                </c:pt>
                <c:pt idx="6">
                  <c:v>46034</c:v>
                </c:pt>
                <c:pt idx="7">
                  <c:v>46035</c:v>
                </c:pt>
                <c:pt idx="8">
                  <c:v>46036</c:v>
                </c:pt>
                <c:pt idx="9">
                  <c:v>46037</c:v>
                </c:pt>
                <c:pt idx="10">
                  <c:v>46038</c:v>
                </c:pt>
                <c:pt idx="11">
                  <c:v>46041</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46071</c:v>
                </c:pt>
                <c:pt idx="32">
                  <c:v>46072</c:v>
                </c:pt>
                <c:pt idx="33">
                  <c:v>46073</c:v>
                </c:pt>
                <c:pt idx="34">
                  <c:v>46076</c:v>
                </c:pt>
                <c:pt idx="35">
                  <c:v>46077</c:v>
                </c:pt>
                <c:pt idx="36">
                  <c:v>46078</c:v>
                </c:pt>
                <c:pt idx="37">
                  <c:v>46079</c:v>
                </c:pt>
                <c:pt idx="38">
                  <c:v>46080</c:v>
                </c:pt>
                <c:pt idx="39">
                  <c:v>46083</c:v>
                </c:pt>
                <c:pt idx="40">
                  <c:v>46084</c:v>
                </c:pt>
                <c:pt idx="41">
                  <c:v>46085</c:v>
                </c:pt>
                <c:pt idx="42">
                  <c:v>46086</c:v>
                </c:pt>
                <c:pt idx="43">
                  <c:v>46087</c:v>
                </c:pt>
                <c:pt idx="44">
                  <c:v>46090</c:v>
                </c:pt>
                <c:pt idx="45">
                  <c:v>46091</c:v>
                </c:pt>
                <c:pt idx="46">
                  <c:v>46092</c:v>
                </c:pt>
                <c:pt idx="47">
                  <c:v>46093</c:v>
                </c:pt>
                <c:pt idx="48">
                  <c:v>46094</c:v>
                </c:pt>
                <c:pt idx="49">
                  <c:v>46097</c:v>
                </c:pt>
                <c:pt idx="50">
                  <c:v>46098</c:v>
                </c:pt>
                <c:pt idx="51">
                  <c:v>46099</c:v>
                </c:pt>
                <c:pt idx="52">
                  <c:v>46100</c:v>
                </c:pt>
                <c:pt idx="53">
                  <c:v>46101</c:v>
                </c:pt>
                <c:pt idx="54">
                  <c:v>46104</c:v>
                </c:pt>
                <c:pt idx="55">
                  <c:v>46105</c:v>
                </c:pt>
                <c:pt idx="56">
                  <c:v>46106</c:v>
                </c:pt>
                <c:pt idx="57">
                  <c:v>46107</c:v>
                </c:pt>
                <c:pt idx="58">
                  <c:v>46108</c:v>
                </c:pt>
                <c:pt idx="59">
                  <c:v>46111</c:v>
                </c:pt>
                <c:pt idx="60">
                  <c:v>46112</c:v>
                </c:pt>
                <c:pt idx="61">
                  <c:v>46113</c:v>
                </c:pt>
                <c:pt idx="62">
                  <c:v>46114</c:v>
                </c:pt>
                <c:pt idx="63">
                  <c:v>46118</c:v>
                </c:pt>
                <c:pt idx="64">
                  <c:v>46119</c:v>
                </c:pt>
                <c:pt idx="65">
                  <c:v>46120</c:v>
                </c:pt>
                <c:pt idx="66">
                  <c:v>46121</c:v>
                </c:pt>
                <c:pt idx="67">
                  <c:v>46122</c:v>
                </c:pt>
                <c:pt idx="68">
                  <c:v>46125</c:v>
                </c:pt>
                <c:pt idx="69">
                  <c:v>46126</c:v>
                </c:pt>
                <c:pt idx="70">
                  <c:v>46127</c:v>
                </c:pt>
                <c:pt idx="71">
                  <c:v>46128</c:v>
                </c:pt>
                <c:pt idx="72">
                  <c:v>46129</c:v>
                </c:pt>
                <c:pt idx="73">
                  <c:v>46132</c:v>
                </c:pt>
                <c:pt idx="74">
                  <c:v>46134</c:v>
                </c:pt>
                <c:pt idx="75">
                  <c:v>46135</c:v>
                </c:pt>
                <c:pt idx="76">
                  <c:v>46136</c:v>
                </c:pt>
                <c:pt idx="77">
                  <c:v>46139</c:v>
                </c:pt>
                <c:pt idx="78">
                  <c:v>46140</c:v>
                </c:pt>
                <c:pt idx="79">
                  <c:v>46141</c:v>
                </c:pt>
                <c:pt idx="80">
                  <c:v>46142</c:v>
                </c:pt>
                <c:pt idx="81">
                  <c:v>46146</c:v>
                </c:pt>
                <c:pt idx="82">
                  <c:v>46147</c:v>
                </c:pt>
                <c:pt idx="83">
                  <c:v>46148</c:v>
                </c:pt>
                <c:pt idx="84">
                  <c:v>46149</c:v>
                </c:pt>
                <c:pt idx="85">
                  <c:v>46150</c:v>
                </c:pt>
                <c:pt idx="86">
                  <c:v>46153</c:v>
                </c:pt>
                <c:pt idx="87">
                  <c:v>46154</c:v>
                </c:pt>
                <c:pt idx="88">
                  <c:v>46155</c:v>
                </c:pt>
                <c:pt idx="89">
                  <c:v>46156</c:v>
                </c:pt>
                <c:pt idx="90">
                  <c:v>46157</c:v>
                </c:pt>
                <c:pt idx="91">
                  <c:v>46160</c:v>
                </c:pt>
                <c:pt idx="92">
                  <c:v>46161</c:v>
                </c:pt>
                <c:pt idx="93">
                  <c:v>46162</c:v>
                </c:pt>
                <c:pt idx="94">
                  <c:v>46163</c:v>
                </c:pt>
                <c:pt idx="95">
                  <c:v>46164</c:v>
                </c:pt>
                <c:pt idx="96">
                  <c:v>46167</c:v>
                </c:pt>
                <c:pt idx="97">
                  <c:v>46168</c:v>
                </c:pt>
                <c:pt idx="98">
                  <c:v>46169</c:v>
                </c:pt>
                <c:pt idx="99">
                  <c:v>46170</c:v>
                </c:pt>
                <c:pt idx="100">
                  <c:v>46171</c:v>
                </c:pt>
                <c:pt idx="101">
                  <c:v>46174</c:v>
                </c:pt>
                <c:pt idx="102">
                  <c:v>46175</c:v>
                </c:pt>
                <c:pt idx="103">
                  <c:v>46176</c:v>
                </c:pt>
                <c:pt idx="104">
                  <c:v>46178</c:v>
                </c:pt>
                <c:pt idx="105">
                  <c:v>46181</c:v>
                </c:pt>
                <c:pt idx="106">
                  <c:v>46182</c:v>
                </c:pt>
                <c:pt idx="107">
                  <c:v>46183</c:v>
                </c:pt>
                <c:pt idx="108">
                  <c:v>46184</c:v>
                </c:pt>
                <c:pt idx="109">
                  <c:v>46185</c:v>
                </c:pt>
                <c:pt idx="110">
                  <c:v>46188</c:v>
                </c:pt>
                <c:pt idx="111">
                  <c:v>46189</c:v>
                </c:pt>
                <c:pt idx="112">
                  <c:v>46190</c:v>
                </c:pt>
                <c:pt idx="113">
                  <c:v>46191</c:v>
                </c:pt>
                <c:pt idx="114">
                  <c:v>46192</c:v>
                </c:pt>
                <c:pt idx="115">
                  <c:v>46195</c:v>
                </c:pt>
                <c:pt idx="116">
                  <c:v>46196</c:v>
                </c:pt>
                <c:pt idx="117">
                  <c:v>46197</c:v>
                </c:pt>
                <c:pt idx="118">
                  <c:v>46198</c:v>
                </c:pt>
                <c:pt idx="119">
                  <c:v>46199</c:v>
                </c:pt>
                <c:pt idx="120">
                  <c:v>46202</c:v>
                </c:pt>
                <c:pt idx="121">
                  <c:v>46203</c:v>
                </c:pt>
                <c:pt idx="122">
                  <c:v>46204</c:v>
                </c:pt>
                <c:pt idx="123">
                  <c:v>46205</c:v>
                </c:pt>
                <c:pt idx="124">
                  <c:v>46206</c:v>
                </c:pt>
                <c:pt idx="125">
                  <c:v>46209</c:v>
                </c:pt>
                <c:pt idx="126">
                  <c:v>46210</c:v>
                </c:pt>
                <c:pt idx="127">
                  <c:v>46211</c:v>
                </c:pt>
                <c:pt idx="128">
                  <c:v>46212</c:v>
                </c:pt>
                <c:pt idx="129">
                  <c:v>46213</c:v>
                </c:pt>
                <c:pt idx="130">
                  <c:v>46216</c:v>
                </c:pt>
                <c:pt idx="131">
                  <c:v>46217</c:v>
                </c:pt>
                <c:pt idx="132">
                  <c:v>46218</c:v>
                </c:pt>
                <c:pt idx="133">
                  <c:v>46219</c:v>
                </c:pt>
                <c:pt idx="134">
                  <c:v>46220</c:v>
                </c:pt>
                <c:pt idx="135">
                  <c:v>46223</c:v>
                </c:pt>
                <c:pt idx="136">
                  <c:v>46224</c:v>
                </c:pt>
                <c:pt idx="137">
                  <c:v>46225</c:v>
                </c:pt>
                <c:pt idx="138">
                  <c:v>46226</c:v>
                </c:pt>
                <c:pt idx="139">
                  <c:v>46227</c:v>
                </c:pt>
                <c:pt idx="140">
                  <c:v>46230</c:v>
                </c:pt>
                <c:pt idx="141">
                  <c:v>46231</c:v>
                </c:pt>
                <c:pt idx="142">
                  <c:v>46024</c:v>
                </c:pt>
                <c:pt idx="143">
                  <c:v>46027</c:v>
                </c:pt>
                <c:pt idx="144">
                  <c:v>46028</c:v>
                </c:pt>
                <c:pt idx="145">
                  <c:v>46029</c:v>
                </c:pt>
                <c:pt idx="146">
                  <c:v>46030</c:v>
                </c:pt>
                <c:pt idx="147">
                  <c:v>46031</c:v>
                </c:pt>
                <c:pt idx="148">
                  <c:v>46034</c:v>
                </c:pt>
                <c:pt idx="149">
                  <c:v>46035</c:v>
                </c:pt>
                <c:pt idx="150">
                  <c:v>46036</c:v>
                </c:pt>
                <c:pt idx="151">
                  <c:v>46037</c:v>
                </c:pt>
                <c:pt idx="152">
                  <c:v>46038</c:v>
                </c:pt>
                <c:pt idx="153">
                  <c:v>46041</c:v>
                </c:pt>
                <c:pt idx="154">
                  <c:v>46042</c:v>
                </c:pt>
                <c:pt idx="155">
                  <c:v>46043</c:v>
                </c:pt>
                <c:pt idx="156">
                  <c:v>46044</c:v>
                </c:pt>
                <c:pt idx="157">
                  <c:v>46045</c:v>
                </c:pt>
                <c:pt idx="158">
                  <c:v>46048</c:v>
                </c:pt>
                <c:pt idx="159">
                  <c:v>46049</c:v>
                </c:pt>
                <c:pt idx="160">
                  <c:v>46050</c:v>
                </c:pt>
                <c:pt idx="161">
                  <c:v>46051</c:v>
                </c:pt>
                <c:pt idx="162">
                  <c:v>46052</c:v>
                </c:pt>
                <c:pt idx="163">
                  <c:v>46055</c:v>
                </c:pt>
                <c:pt idx="164">
                  <c:v>46056</c:v>
                </c:pt>
                <c:pt idx="165">
                  <c:v>46057</c:v>
                </c:pt>
                <c:pt idx="166">
                  <c:v>46058</c:v>
                </c:pt>
                <c:pt idx="167">
                  <c:v>46059</c:v>
                </c:pt>
                <c:pt idx="168">
                  <c:v>46062</c:v>
                </c:pt>
                <c:pt idx="169">
                  <c:v>46063</c:v>
                </c:pt>
                <c:pt idx="170">
                  <c:v>46064</c:v>
                </c:pt>
                <c:pt idx="171">
                  <c:v>46065</c:v>
                </c:pt>
                <c:pt idx="172">
                  <c:v>46066</c:v>
                </c:pt>
                <c:pt idx="173">
                  <c:v>46071</c:v>
                </c:pt>
                <c:pt idx="174">
                  <c:v>46072</c:v>
                </c:pt>
                <c:pt idx="175">
                  <c:v>46073</c:v>
                </c:pt>
                <c:pt idx="176">
                  <c:v>46076</c:v>
                </c:pt>
                <c:pt idx="177">
                  <c:v>46077</c:v>
                </c:pt>
                <c:pt idx="178">
                  <c:v>46078</c:v>
                </c:pt>
                <c:pt idx="179">
                  <c:v>46079</c:v>
                </c:pt>
                <c:pt idx="180">
                  <c:v>46080</c:v>
                </c:pt>
                <c:pt idx="181">
                  <c:v>46083</c:v>
                </c:pt>
                <c:pt idx="182">
                  <c:v>46084</c:v>
                </c:pt>
                <c:pt idx="183">
                  <c:v>46085</c:v>
                </c:pt>
                <c:pt idx="184">
                  <c:v>46086</c:v>
                </c:pt>
                <c:pt idx="185">
                  <c:v>46087</c:v>
                </c:pt>
                <c:pt idx="186">
                  <c:v>46090</c:v>
                </c:pt>
                <c:pt idx="187">
                  <c:v>46091</c:v>
                </c:pt>
                <c:pt idx="188">
                  <c:v>46092</c:v>
                </c:pt>
                <c:pt idx="189">
                  <c:v>46093</c:v>
                </c:pt>
                <c:pt idx="190">
                  <c:v>46094</c:v>
                </c:pt>
                <c:pt idx="191">
                  <c:v>46097</c:v>
                </c:pt>
                <c:pt idx="192">
                  <c:v>46098</c:v>
                </c:pt>
                <c:pt idx="193">
                  <c:v>46099</c:v>
                </c:pt>
                <c:pt idx="194">
                  <c:v>46100</c:v>
                </c:pt>
                <c:pt idx="195">
                  <c:v>46101</c:v>
                </c:pt>
                <c:pt idx="196">
                  <c:v>46104</c:v>
                </c:pt>
                <c:pt idx="197">
                  <c:v>46105</c:v>
                </c:pt>
                <c:pt idx="198">
                  <c:v>46106</c:v>
                </c:pt>
                <c:pt idx="199">
                  <c:v>46107</c:v>
                </c:pt>
                <c:pt idx="200">
                  <c:v>46108</c:v>
                </c:pt>
                <c:pt idx="201">
                  <c:v>46111</c:v>
                </c:pt>
                <c:pt idx="202">
                  <c:v>46112</c:v>
                </c:pt>
                <c:pt idx="203">
                  <c:v>46113</c:v>
                </c:pt>
                <c:pt idx="204">
                  <c:v>46114</c:v>
                </c:pt>
                <c:pt idx="205">
                  <c:v>46118</c:v>
                </c:pt>
                <c:pt idx="206">
                  <c:v>46119</c:v>
                </c:pt>
                <c:pt idx="207">
                  <c:v>46120</c:v>
                </c:pt>
                <c:pt idx="208">
                  <c:v>46121</c:v>
                </c:pt>
                <c:pt idx="209">
                  <c:v>46122</c:v>
                </c:pt>
                <c:pt idx="210">
                  <c:v>46125</c:v>
                </c:pt>
                <c:pt idx="211">
                  <c:v>46126</c:v>
                </c:pt>
                <c:pt idx="212">
                  <c:v>46127</c:v>
                </c:pt>
                <c:pt idx="213">
                  <c:v>46128</c:v>
                </c:pt>
                <c:pt idx="214">
                  <c:v>46129</c:v>
                </c:pt>
                <c:pt idx="215">
                  <c:v>46132</c:v>
                </c:pt>
                <c:pt idx="216">
                  <c:v>46134</c:v>
                </c:pt>
                <c:pt idx="217">
                  <c:v>46135</c:v>
                </c:pt>
                <c:pt idx="218">
                  <c:v>46136</c:v>
                </c:pt>
                <c:pt idx="219">
                  <c:v>46139</c:v>
                </c:pt>
                <c:pt idx="220">
                  <c:v>46140</c:v>
                </c:pt>
                <c:pt idx="221">
                  <c:v>46141</c:v>
                </c:pt>
                <c:pt idx="222">
                  <c:v>46142</c:v>
                </c:pt>
                <c:pt idx="223">
                  <c:v>46146</c:v>
                </c:pt>
                <c:pt idx="224">
                  <c:v>46147</c:v>
                </c:pt>
                <c:pt idx="225">
                  <c:v>46148</c:v>
                </c:pt>
                <c:pt idx="226">
                  <c:v>46149</c:v>
                </c:pt>
                <c:pt idx="227">
                  <c:v>46150</c:v>
                </c:pt>
                <c:pt idx="228">
                  <c:v>46153</c:v>
                </c:pt>
                <c:pt idx="229">
                  <c:v>46154</c:v>
                </c:pt>
                <c:pt idx="230">
                  <c:v>46155</c:v>
                </c:pt>
                <c:pt idx="231">
                  <c:v>46156</c:v>
                </c:pt>
                <c:pt idx="232">
                  <c:v>46157</c:v>
                </c:pt>
                <c:pt idx="233">
                  <c:v>46160</c:v>
                </c:pt>
                <c:pt idx="234">
                  <c:v>46161</c:v>
                </c:pt>
                <c:pt idx="235">
                  <c:v>46162</c:v>
                </c:pt>
                <c:pt idx="236">
                  <c:v>46163</c:v>
                </c:pt>
                <c:pt idx="237">
                  <c:v>46164</c:v>
                </c:pt>
                <c:pt idx="238">
                  <c:v>46167</c:v>
                </c:pt>
                <c:pt idx="239">
                  <c:v>46168</c:v>
                </c:pt>
                <c:pt idx="240">
                  <c:v>46169</c:v>
                </c:pt>
                <c:pt idx="241">
                  <c:v>46170</c:v>
                </c:pt>
                <c:pt idx="242">
                  <c:v>46171</c:v>
                </c:pt>
                <c:pt idx="243">
                  <c:v>46174</c:v>
                </c:pt>
                <c:pt idx="244">
                  <c:v>46175</c:v>
                </c:pt>
                <c:pt idx="245">
                  <c:v>46176</c:v>
                </c:pt>
                <c:pt idx="246">
                  <c:v>46178</c:v>
                </c:pt>
                <c:pt idx="247">
                  <c:v>46181</c:v>
                </c:pt>
                <c:pt idx="248">
                  <c:v>46182</c:v>
                </c:pt>
                <c:pt idx="249">
                  <c:v>46183</c:v>
                </c:pt>
                <c:pt idx="250">
                  <c:v>46184</c:v>
                </c:pt>
                <c:pt idx="251">
                  <c:v>46185</c:v>
                </c:pt>
                <c:pt idx="252">
                  <c:v>46188</c:v>
                </c:pt>
                <c:pt idx="253">
                  <c:v>46189</c:v>
                </c:pt>
                <c:pt idx="254">
                  <c:v>46190</c:v>
                </c:pt>
                <c:pt idx="255">
                  <c:v>46191</c:v>
                </c:pt>
                <c:pt idx="256">
                  <c:v>46192</c:v>
                </c:pt>
                <c:pt idx="257">
                  <c:v>46195</c:v>
                </c:pt>
                <c:pt idx="258">
                  <c:v>46196</c:v>
                </c:pt>
                <c:pt idx="259">
                  <c:v>46197</c:v>
                </c:pt>
                <c:pt idx="260">
                  <c:v>46198</c:v>
                </c:pt>
                <c:pt idx="261">
                  <c:v>46199</c:v>
                </c:pt>
                <c:pt idx="262">
                  <c:v>46202</c:v>
                </c:pt>
                <c:pt idx="263">
                  <c:v>46203</c:v>
                </c:pt>
                <c:pt idx="264">
                  <c:v>46204</c:v>
                </c:pt>
                <c:pt idx="265">
                  <c:v>46205</c:v>
                </c:pt>
                <c:pt idx="266">
                  <c:v>46206</c:v>
                </c:pt>
                <c:pt idx="267">
                  <c:v>46209</c:v>
                </c:pt>
                <c:pt idx="268">
                  <c:v>46210</c:v>
                </c:pt>
                <c:pt idx="269">
                  <c:v>46211</c:v>
                </c:pt>
                <c:pt idx="270">
                  <c:v>46212</c:v>
                </c:pt>
                <c:pt idx="271">
                  <c:v>46213</c:v>
                </c:pt>
                <c:pt idx="272">
                  <c:v>46216</c:v>
                </c:pt>
                <c:pt idx="273">
                  <c:v>46217</c:v>
                </c:pt>
                <c:pt idx="274">
                  <c:v>46218</c:v>
                </c:pt>
                <c:pt idx="275">
                  <c:v>46219</c:v>
                </c:pt>
                <c:pt idx="276">
                  <c:v>46220</c:v>
                </c:pt>
                <c:pt idx="277">
                  <c:v>46223</c:v>
                </c:pt>
                <c:pt idx="278">
                  <c:v>46224</c:v>
                </c:pt>
                <c:pt idx="279">
                  <c:v>46225</c:v>
                </c:pt>
                <c:pt idx="280">
                  <c:v>46226</c:v>
                </c:pt>
                <c:pt idx="281">
                  <c:v>46227</c:v>
                </c:pt>
                <c:pt idx="282">
                  <c:v>46230</c:v>
                </c:pt>
                <c:pt idx="283">
                  <c:v>46231</c:v>
                </c:pt>
                <c:pt idx="284">
                  <c:v>46024</c:v>
                </c:pt>
                <c:pt idx="285">
                  <c:v>46027</c:v>
                </c:pt>
                <c:pt idx="286">
                  <c:v>46028</c:v>
                </c:pt>
                <c:pt idx="287">
                  <c:v>46029</c:v>
                </c:pt>
                <c:pt idx="288">
                  <c:v>46030</c:v>
                </c:pt>
                <c:pt idx="289">
                  <c:v>46031</c:v>
                </c:pt>
                <c:pt idx="290">
                  <c:v>46034</c:v>
                </c:pt>
                <c:pt idx="291">
                  <c:v>46035</c:v>
                </c:pt>
                <c:pt idx="292">
                  <c:v>46036</c:v>
                </c:pt>
                <c:pt idx="293">
                  <c:v>46037</c:v>
                </c:pt>
                <c:pt idx="294">
                  <c:v>46038</c:v>
                </c:pt>
                <c:pt idx="295">
                  <c:v>46041</c:v>
                </c:pt>
                <c:pt idx="296">
                  <c:v>46042</c:v>
                </c:pt>
                <c:pt idx="297">
                  <c:v>46043</c:v>
                </c:pt>
                <c:pt idx="298">
                  <c:v>46044</c:v>
                </c:pt>
                <c:pt idx="299">
                  <c:v>46045</c:v>
                </c:pt>
                <c:pt idx="300">
                  <c:v>46048</c:v>
                </c:pt>
                <c:pt idx="301">
                  <c:v>46049</c:v>
                </c:pt>
                <c:pt idx="302">
                  <c:v>46050</c:v>
                </c:pt>
                <c:pt idx="303">
                  <c:v>46051</c:v>
                </c:pt>
                <c:pt idx="304">
                  <c:v>46052</c:v>
                </c:pt>
                <c:pt idx="305">
                  <c:v>46055</c:v>
                </c:pt>
                <c:pt idx="306">
                  <c:v>46056</c:v>
                </c:pt>
                <c:pt idx="307">
                  <c:v>46057</c:v>
                </c:pt>
                <c:pt idx="308">
                  <c:v>46058</c:v>
                </c:pt>
                <c:pt idx="309">
                  <c:v>46059</c:v>
                </c:pt>
                <c:pt idx="310">
                  <c:v>46062</c:v>
                </c:pt>
                <c:pt idx="311">
                  <c:v>46063</c:v>
                </c:pt>
                <c:pt idx="312">
                  <c:v>46064</c:v>
                </c:pt>
                <c:pt idx="313">
                  <c:v>46065</c:v>
                </c:pt>
                <c:pt idx="314">
                  <c:v>46066</c:v>
                </c:pt>
                <c:pt idx="315">
                  <c:v>46071</c:v>
                </c:pt>
                <c:pt idx="316">
                  <c:v>46072</c:v>
                </c:pt>
                <c:pt idx="317">
                  <c:v>46073</c:v>
                </c:pt>
                <c:pt idx="318">
                  <c:v>46076</c:v>
                </c:pt>
                <c:pt idx="319">
                  <c:v>46077</c:v>
                </c:pt>
                <c:pt idx="320">
                  <c:v>46078</c:v>
                </c:pt>
                <c:pt idx="321">
                  <c:v>46079</c:v>
                </c:pt>
                <c:pt idx="322">
                  <c:v>46080</c:v>
                </c:pt>
                <c:pt idx="323">
                  <c:v>46083</c:v>
                </c:pt>
                <c:pt idx="324">
                  <c:v>46084</c:v>
                </c:pt>
                <c:pt idx="325">
                  <c:v>46085</c:v>
                </c:pt>
                <c:pt idx="326">
                  <c:v>46086</c:v>
                </c:pt>
                <c:pt idx="327">
                  <c:v>46087</c:v>
                </c:pt>
                <c:pt idx="328">
                  <c:v>46090</c:v>
                </c:pt>
                <c:pt idx="329">
                  <c:v>46091</c:v>
                </c:pt>
                <c:pt idx="330">
                  <c:v>46092</c:v>
                </c:pt>
                <c:pt idx="331">
                  <c:v>46093</c:v>
                </c:pt>
                <c:pt idx="332">
                  <c:v>46094</c:v>
                </c:pt>
                <c:pt idx="333">
                  <c:v>46097</c:v>
                </c:pt>
                <c:pt idx="334">
                  <c:v>46098</c:v>
                </c:pt>
                <c:pt idx="335">
                  <c:v>46099</c:v>
                </c:pt>
                <c:pt idx="336">
                  <c:v>46100</c:v>
                </c:pt>
                <c:pt idx="337">
                  <c:v>46101</c:v>
                </c:pt>
                <c:pt idx="338">
                  <c:v>46104</c:v>
                </c:pt>
                <c:pt idx="339">
                  <c:v>46105</c:v>
                </c:pt>
                <c:pt idx="340">
                  <c:v>46106</c:v>
                </c:pt>
                <c:pt idx="341">
                  <c:v>46107</c:v>
                </c:pt>
                <c:pt idx="342">
                  <c:v>46108</c:v>
                </c:pt>
                <c:pt idx="343">
                  <c:v>46111</c:v>
                </c:pt>
                <c:pt idx="344">
                  <c:v>46112</c:v>
                </c:pt>
                <c:pt idx="345">
                  <c:v>46113</c:v>
                </c:pt>
                <c:pt idx="346">
                  <c:v>46114</c:v>
                </c:pt>
                <c:pt idx="347">
                  <c:v>46118</c:v>
                </c:pt>
                <c:pt idx="348">
                  <c:v>46119</c:v>
                </c:pt>
                <c:pt idx="349">
                  <c:v>46120</c:v>
                </c:pt>
                <c:pt idx="350">
                  <c:v>46121</c:v>
                </c:pt>
                <c:pt idx="351">
                  <c:v>46122</c:v>
                </c:pt>
                <c:pt idx="352">
                  <c:v>46125</c:v>
                </c:pt>
                <c:pt idx="353">
                  <c:v>46126</c:v>
                </c:pt>
                <c:pt idx="354">
                  <c:v>46127</c:v>
                </c:pt>
                <c:pt idx="355">
                  <c:v>46128</c:v>
                </c:pt>
                <c:pt idx="356">
                  <c:v>46129</c:v>
                </c:pt>
                <c:pt idx="357">
                  <c:v>46132</c:v>
                </c:pt>
                <c:pt idx="358">
                  <c:v>46134</c:v>
                </c:pt>
                <c:pt idx="359">
                  <c:v>46135</c:v>
                </c:pt>
                <c:pt idx="360">
                  <c:v>46136</c:v>
                </c:pt>
                <c:pt idx="361">
                  <c:v>46139</c:v>
                </c:pt>
                <c:pt idx="362">
                  <c:v>46140</c:v>
                </c:pt>
                <c:pt idx="363">
                  <c:v>46141</c:v>
                </c:pt>
                <c:pt idx="364">
                  <c:v>46142</c:v>
                </c:pt>
                <c:pt idx="365">
                  <c:v>46146</c:v>
                </c:pt>
                <c:pt idx="366">
                  <c:v>46147</c:v>
                </c:pt>
                <c:pt idx="367">
                  <c:v>46148</c:v>
                </c:pt>
                <c:pt idx="368">
                  <c:v>46149</c:v>
                </c:pt>
                <c:pt idx="369">
                  <c:v>46150</c:v>
                </c:pt>
                <c:pt idx="370">
                  <c:v>46153</c:v>
                </c:pt>
                <c:pt idx="371">
                  <c:v>46154</c:v>
                </c:pt>
                <c:pt idx="372">
                  <c:v>46155</c:v>
                </c:pt>
                <c:pt idx="373">
                  <c:v>46156</c:v>
                </c:pt>
                <c:pt idx="374">
                  <c:v>46157</c:v>
                </c:pt>
                <c:pt idx="375">
                  <c:v>46160</c:v>
                </c:pt>
                <c:pt idx="376">
                  <c:v>46161</c:v>
                </c:pt>
                <c:pt idx="377">
                  <c:v>46162</c:v>
                </c:pt>
                <c:pt idx="378">
                  <c:v>46163</c:v>
                </c:pt>
                <c:pt idx="379">
                  <c:v>46164</c:v>
                </c:pt>
                <c:pt idx="380">
                  <c:v>46167</c:v>
                </c:pt>
                <c:pt idx="381">
                  <c:v>46168</c:v>
                </c:pt>
                <c:pt idx="382">
                  <c:v>46169</c:v>
                </c:pt>
                <c:pt idx="383">
                  <c:v>46170</c:v>
                </c:pt>
                <c:pt idx="384">
                  <c:v>46171</c:v>
                </c:pt>
                <c:pt idx="385">
                  <c:v>46174</c:v>
                </c:pt>
                <c:pt idx="386">
                  <c:v>46175</c:v>
                </c:pt>
                <c:pt idx="387">
                  <c:v>46176</c:v>
                </c:pt>
                <c:pt idx="388">
                  <c:v>46178</c:v>
                </c:pt>
                <c:pt idx="389">
                  <c:v>46181</c:v>
                </c:pt>
                <c:pt idx="390">
                  <c:v>46182</c:v>
                </c:pt>
                <c:pt idx="391">
                  <c:v>46183</c:v>
                </c:pt>
                <c:pt idx="392">
                  <c:v>46184</c:v>
                </c:pt>
                <c:pt idx="393">
                  <c:v>46185</c:v>
                </c:pt>
                <c:pt idx="394">
                  <c:v>46188</c:v>
                </c:pt>
                <c:pt idx="395">
                  <c:v>46189</c:v>
                </c:pt>
                <c:pt idx="396">
                  <c:v>46190</c:v>
                </c:pt>
                <c:pt idx="397">
                  <c:v>46191</c:v>
                </c:pt>
                <c:pt idx="398">
                  <c:v>46192</c:v>
                </c:pt>
                <c:pt idx="399">
                  <c:v>46195</c:v>
                </c:pt>
                <c:pt idx="400">
                  <c:v>46196</c:v>
                </c:pt>
                <c:pt idx="401">
                  <c:v>46197</c:v>
                </c:pt>
                <c:pt idx="402">
                  <c:v>46198</c:v>
                </c:pt>
                <c:pt idx="403">
                  <c:v>46199</c:v>
                </c:pt>
                <c:pt idx="404">
                  <c:v>46202</c:v>
                </c:pt>
                <c:pt idx="405">
                  <c:v>46203</c:v>
                </c:pt>
                <c:pt idx="406">
                  <c:v>46204</c:v>
                </c:pt>
                <c:pt idx="407">
                  <c:v>46205</c:v>
                </c:pt>
                <c:pt idx="408">
                  <c:v>46206</c:v>
                </c:pt>
                <c:pt idx="409">
                  <c:v>46209</c:v>
                </c:pt>
                <c:pt idx="410">
                  <c:v>46210</c:v>
                </c:pt>
                <c:pt idx="411">
                  <c:v>46211</c:v>
                </c:pt>
                <c:pt idx="412">
                  <c:v>46212</c:v>
                </c:pt>
                <c:pt idx="413">
                  <c:v>46213</c:v>
                </c:pt>
                <c:pt idx="414">
                  <c:v>46216</c:v>
                </c:pt>
                <c:pt idx="415">
                  <c:v>46217</c:v>
                </c:pt>
                <c:pt idx="416">
                  <c:v>46218</c:v>
                </c:pt>
                <c:pt idx="417">
                  <c:v>46219</c:v>
                </c:pt>
                <c:pt idx="418">
                  <c:v>46220</c:v>
                </c:pt>
                <c:pt idx="419">
                  <c:v>46223</c:v>
                </c:pt>
                <c:pt idx="420">
                  <c:v>46224</c:v>
                </c:pt>
                <c:pt idx="421">
                  <c:v>46225</c:v>
                </c:pt>
                <c:pt idx="422">
                  <c:v>46226</c:v>
                </c:pt>
                <c:pt idx="423">
                  <c:v>46227</c:v>
                </c:pt>
                <c:pt idx="424">
                  <c:v>46230</c:v>
                </c:pt>
                <c:pt idx="425">
                  <c:v>46231</c:v>
                </c:pt>
                <c:pt idx="426">
                  <c:v>46024</c:v>
                </c:pt>
                <c:pt idx="427">
                  <c:v>46027</c:v>
                </c:pt>
                <c:pt idx="428">
                  <c:v>46028</c:v>
                </c:pt>
                <c:pt idx="429">
                  <c:v>46029</c:v>
                </c:pt>
                <c:pt idx="430">
                  <c:v>46030</c:v>
                </c:pt>
                <c:pt idx="431">
                  <c:v>46031</c:v>
                </c:pt>
                <c:pt idx="432">
                  <c:v>46034</c:v>
                </c:pt>
                <c:pt idx="433">
                  <c:v>46035</c:v>
                </c:pt>
                <c:pt idx="434">
                  <c:v>46036</c:v>
                </c:pt>
                <c:pt idx="435">
                  <c:v>46037</c:v>
                </c:pt>
                <c:pt idx="436">
                  <c:v>46038</c:v>
                </c:pt>
                <c:pt idx="437">
                  <c:v>46041</c:v>
                </c:pt>
                <c:pt idx="438">
                  <c:v>46042</c:v>
                </c:pt>
                <c:pt idx="439">
                  <c:v>46043</c:v>
                </c:pt>
                <c:pt idx="440">
                  <c:v>46044</c:v>
                </c:pt>
                <c:pt idx="441">
                  <c:v>46045</c:v>
                </c:pt>
                <c:pt idx="442">
                  <c:v>46048</c:v>
                </c:pt>
                <c:pt idx="443">
                  <c:v>46049</c:v>
                </c:pt>
                <c:pt idx="444">
                  <c:v>46050</c:v>
                </c:pt>
                <c:pt idx="445">
                  <c:v>46051</c:v>
                </c:pt>
                <c:pt idx="446">
                  <c:v>46052</c:v>
                </c:pt>
                <c:pt idx="447">
                  <c:v>46055</c:v>
                </c:pt>
                <c:pt idx="448">
                  <c:v>46056</c:v>
                </c:pt>
                <c:pt idx="449">
                  <c:v>46057</c:v>
                </c:pt>
                <c:pt idx="450">
                  <c:v>46058</c:v>
                </c:pt>
                <c:pt idx="451">
                  <c:v>46059</c:v>
                </c:pt>
                <c:pt idx="452">
                  <c:v>46062</c:v>
                </c:pt>
                <c:pt idx="453">
                  <c:v>46063</c:v>
                </c:pt>
                <c:pt idx="454">
                  <c:v>46064</c:v>
                </c:pt>
                <c:pt idx="455">
                  <c:v>46065</c:v>
                </c:pt>
                <c:pt idx="456">
                  <c:v>46066</c:v>
                </c:pt>
                <c:pt idx="457">
                  <c:v>46071</c:v>
                </c:pt>
                <c:pt idx="458">
                  <c:v>46072</c:v>
                </c:pt>
                <c:pt idx="459">
                  <c:v>46073</c:v>
                </c:pt>
                <c:pt idx="460">
                  <c:v>46076</c:v>
                </c:pt>
                <c:pt idx="461">
                  <c:v>46077</c:v>
                </c:pt>
                <c:pt idx="462">
                  <c:v>46078</c:v>
                </c:pt>
                <c:pt idx="463">
                  <c:v>46079</c:v>
                </c:pt>
                <c:pt idx="464">
                  <c:v>46080</c:v>
                </c:pt>
                <c:pt idx="465">
                  <c:v>46083</c:v>
                </c:pt>
                <c:pt idx="466">
                  <c:v>46084</c:v>
                </c:pt>
                <c:pt idx="467">
                  <c:v>46085</c:v>
                </c:pt>
                <c:pt idx="468">
                  <c:v>46086</c:v>
                </c:pt>
                <c:pt idx="469">
                  <c:v>46087</c:v>
                </c:pt>
                <c:pt idx="470">
                  <c:v>46090</c:v>
                </c:pt>
                <c:pt idx="471">
                  <c:v>46091</c:v>
                </c:pt>
                <c:pt idx="472">
                  <c:v>46092</c:v>
                </c:pt>
                <c:pt idx="473">
                  <c:v>46093</c:v>
                </c:pt>
                <c:pt idx="474">
                  <c:v>46094</c:v>
                </c:pt>
                <c:pt idx="475">
                  <c:v>46097</c:v>
                </c:pt>
                <c:pt idx="476">
                  <c:v>46098</c:v>
                </c:pt>
                <c:pt idx="477">
                  <c:v>46099</c:v>
                </c:pt>
                <c:pt idx="478">
                  <c:v>46100</c:v>
                </c:pt>
                <c:pt idx="479">
                  <c:v>46101</c:v>
                </c:pt>
                <c:pt idx="480">
                  <c:v>46104</c:v>
                </c:pt>
                <c:pt idx="481">
                  <c:v>46105</c:v>
                </c:pt>
                <c:pt idx="482">
                  <c:v>46106</c:v>
                </c:pt>
                <c:pt idx="483">
                  <c:v>46107</c:v>
                </c:pt>
                <c:pt idx="484">
                  <c:v>46108</c:v>
                </c:pt>
                <c:pt idx="485">
                  <c:v>46111</c:v>
                </c:pt>
                <c:pt idx="486">
                  <c:v>46112</c:v>
                </c:pt>
                <c:pt idx="487">
                  <c:v>46113</c:v>
                </c:pt>
                <c:pt idx="488">
                  <c:v>46114</c:v>
                </c:pt>
                <c:pt idx="489">
                  <c:v>46118</c:v>
                </c:pt>
                <c:pt idx="490">
                  <c:v>46119</c:v>
                </c:pt>
                <c:pt idx="491">
                  <c:v>46120</c:v>
                </c:pt>
                <c:pt idx="492">
                  <c:v>46121</c:v>
                </c:pt>
                <c:pt idx="493">
                  <c:v>46122</c:v>
                </c:pt>
                <c:pt idx="494">
                  <c:v>46125</c:v>
                </c:pt>
                <c:pt idx="495">
                  <c:v>46126</c:v>
                </c:pt>
                <c:pt idx="496">
                  <c:v>46127</c:v>
                </c:pt>
                <c:pt idx="497">
                  <c:v>46128</c:v>
                </c:pt>
                <c:pt idx="498">
                  <c:v>46129</c:v>
                </c:pt>
                <c:pt idx="499">
                  <c:v>46132</c:v>
                </c:pt>
                <c:pt idx="500">
                  <c:v>46134</c:v>
                </c:pt>
                <c:pt idx="501">
                  <c:v>46135</c:v>
                </c:pt>
                <c:pt idx="502">
                  <c:v>46136</c:v>
                </c:pt>
                <c:pt idx="503">
                  <c:v>46139</c:v>
                </c:pt>
                <c:pt idx="504">
                  <c:v>46140</c:v>
                </c:pt>
                <c:pt idx="505">
                  <c:v>46141</c:v>
                </c:pt>
                <c:pt idx="506">
                  <c:v>46142</c:v>
                </c:pt>
                <c:pt idx="507">
                  <c:v>46146</c:v>
                </c:pt>
                <c:pt idx="508">
                  <c:v>46147</c:v>
                </c:pt>
                <c:pt idx="509">
                  <c:v>46148</c:v>
                </c:pt>
                <c:pt idx="510">
                  <c:v>46149</c:v>
                </c:pt>
                <c:pt idx="511">
                  <c:v>46150</c:v>
                </c:pt>
                <c:pt idx="512">
                  <c:v>46153</c:v>
                </c:pt>
                <c:pt idx="513">
                  <c:v>46154</c:v>
                </c:pt>
                <c:pt idx="514">
                  <c:v>46155</c:v>
                </c:pt>
                <c:pt idx="515">
                  <c:v>46156</c:v>
                </c:pt>
                <c:pt idx="516">
                  <c:v>46157</c:v>
                </c:pt>
                <c:pt idx="517">
                  <c:v>46160</c:v>
                </c:pt>
                <c:pt idx="518">
                  <c:v>46161</c:v>
                </c:pt>
                <c:pt idx="519">
                  <c:v>46162</c:v>
                </c:pt>
                <c:pt idx="520">
                  <c:v>46163</c:v>
                </c:pt>
                <c:pt idx="521">
                  <c:v>46164</c:v>
                </c:pt>
                <c:pt idx="522">
                  <c:v>46167</c:v>
                </c:pt>
                <c:pt idx="523">
                  <c:v>46168</c:v>
                </c:pt>
                <c:pt idx="524">
                  <c:v>46169</c:v>
                </c:pt>
                <c:pt idx="525">
                  <c:v>46170</c:v>
                </c:pt>
                <c:pt idx="526">
                  <c:v>46171</c:v>
                </c:pt>
                <c:pt idx="527">
                  <c:v>46174</c:v>
                </c:pt>
                <c:pt idx="528">
                  <c:v>46175</c:v>
                </c:pt>
                <c:pt idx="529">
                  <c:v>46176</c:v>
                </c:pt>
                <c:pt idx="530">
                  <c:v>46178</c:v>
                </c:pt>
                <c:pt idx="531">
                  <c:v>46181</c:v>
                </c:pt>
                <c:pt idx="532">
                  <c:v>46182</c:v>
                </c:pt>
                <c:pt idx="533">
                  <c:v>46183</c:v>
                </c:pt>
                <c:pt idx="534">
                  <c:v>46184</c:v>
                </c:pt>
                <c:pt idx="535">
                  <c:v>46185</c:v>
                </c:pt>
                <c:pt idx="536">
                  <c:v>46188</c:v>
                </c:pt>
                <c:pt idx="537">
                  <c:v>46189</c:v>
                </c:pt>
                <c:pt idx="538">
                  <c:v>46190</c:v>
                </c:pt>
                <c:pt idx="539">
                  <c:v>46191</c:v>
                </c:pt>
                <c:pt idx="540">
                  <c:v>46192</c:v>
                </c:pt>
                <c:pt idx="541">
                  <c:v>46195</c:v>
                </c:pt>
                <c:pt idx="542">
                  <c:v>46196</c:v>
                </c:pt>
                <c:pt idx="543">
                  <c:v>46197</c:v>
                </c:pt>
                <c:pt idx="544">
                  <c:v>46198</c:v>
                </c:pt>
                <c:pt idx="545">
                  <c:v>46199</c:v>
                </c:pt>
                <c:pt idx="546">
                  <c:v>46202</c:v>
                </c:pt>
                <c:pt idx="547">
                  <c:v>46203</c:v>
                </c:pt>
                <c:pt idx="548">
                  <c:v>46204</c:v>
                </c:pt>
                <c:pt idx="549">
                  <c:v>46205</c:v>
                </c:pt>
                <c:pt idx="550">
                  <c:v>46206</c:v>
                </c:pt>
                <c:pt idx="551">
                  <c:v>46209</c:v>
                </c:pt>
                <c:pt idx="552">
                  <c:v>46210</c:v>
                </c:pt>
                <c:pt idx="553">
                  <c:v>46211</c:v>
                </c:pt>
                <c:pt idx="554">
                  <c:v>46212</c:v>
                </c:pt>
                <c:pt idx="555">
                  <c:v>46213</c:v>
                </c:pt>
                <c:pt idx="556">
                  <c:v>46216</c:v>
                </c:pt>
                <c:pt idx="557">
                  <c:v>46217</c:v>
                </c:pt>
                <c:pt idx="558">
                  <c:v>46218</c:v>
                </c:pt>
                <c:pt idx="559">
                  <c:v>46219</c:v>
                </c:pt>
                <c:pt idx="560">
                  <c:v>46220</c:v>
                </c:pt>
                <c:pt idx="561">
                  <c:v>46223</c:v>
                </c:pt>
                <c:pt idx="562">
                  <c:v>46224</c:v>
                </c:pt>
                <c:pt idx="563">
                  <c:v>46225</c:v>
                </c:pt>
                <c:pt idx="564">
                  <c:v>46226</c:v>
                </c:pt>
                <c:pt idx="565">
                  <c:v>46227</c:v>
                </c:pt>
                <c:pt idx="566">
                  <c:v>46230</c:v>
                </c:pt>
                <c:pt idx="567">
                  <c:v>46231</c:v>
                </c:pt>
              </c:numCache>
            </c:numRef>
          </c:cat>
          <c:val>
            <c:numRef>
              <c:f>Foreign!$E$3:$E$570</c:f>
              <c:numCache>
                <c:formatCode>0.00</c:formatCode>
                <c:ptCount val="568"/>
                <c:pt idx="0">
                  <c:v>-9.0058971572613472E-2</c:v>
                </c:pt>
                <c:pt idx="1">
                  <c:v>-6.7556933869109853E-2</c:v>
                </c:pt>
                <c:pt idx="2">
                  <c:v>-6.4194337616244393E-2</c:v>
                </c:pt>
                <c:pt idx="3">
                  <c:v>-1.6942391461891759E-2</c:v>
                </c:pt>
                <c:pt idx="4">
                  <c:v>2.2407766608004941E-3</c:v>
                </c:pt>
                <c:pt idx="5">
                  <c:v>1.515121956586888E-2</c:v>
                </c:pt>
                <c:pt idx="6">
                  <c:v>5.4219158781410089E-3</c:v>
                </c:pt>
                <c:pt idx="7">
                  <c:v>-1.6146627518496121E-2</c:v>
                </c:pt>
                <c:pt idx="8">
                  <c:v>-8.9915437255373327E-3</c:v>
                </c:pt>
                <c:pt idx="9">
                  <c:v>1.1809321998281499E-3</c:v>
                </c:pt>
                <c:pt idx="10">
                  <c:v>7.1528568358783223E-3</c:v>
                </c:pt>
                <c:pt idx="11">
                  <c:v>1.3131370335080191E-3</c:v>
                </c:pt>
                <c:pt idx="12">
                  <c:v>2.9493816829747312E-2</c:v>
                </c:pt>
                <c:pt idx="13">
                  <c:v>4.0596664742438129E-2</c:v>
                </c:pt>
                <c:pt idx="14">
                  <c:v>6.1908183006445412E-2</c:v>
                </c:pt>
                <c:pt idx="15">
                  <c:v>3.6110735032646862E-4</c:v>
                </c:pt>
                <c:pt idx="16">
                  <c:v>8.4421427805041582E-2</c:v>
                </c:pt>
                <c:pt idx="17">
                  <c:v>9.4346978785859639E-2</c:v>
                </c:pt>
                <c:pt idx="18">
                  <c:v>0.1197912554800384</c:v>
                </c:pt>
                <c:pt idx="19">
                  <c:v>0.1589341985106423</c:v>
                </c:pt>
                <c:pt idx="20">
                  <c:v>0.1749888551421222</c:v>
                </c:pt>
                <c:pt idx="21">
                  <c:v>0.1950625133523026</c:v>
                </c:pt>
                <c:pt idx="22">
                  <c:v>0.21245200753122839</c:v>
                </c:pt>
                <c:pt idx="23">
                  <c:v>0.24693704122229981</c:v>
                </c:pt>
                <c:pt idx="24">
                  <c:v>0.25977698219696349</c:v>
                </c:pt>
                <c:pt idx="25">
                  <c:v>0.34672030533627662</c:v>
                </c:pt>
                <c:pt idx="26">
                  <c:v>0.37438953469119318</c:v>
                </c:pt>
                <c:pt idx="27">
                  <c:v>0.40924584422670668</c:v>
                </c:pt>
                <c:pt idx="28">
                  <c:v>0.43888786153971049</c:v>
                </c:pt>
                <c:pt idx="29">
                  <c:v>0.43621464509156388</c:v>
                </c:pt>
                <c:pt idx="30">
                  <c:v>0.40430347201173472</c:v>
                </c:pt>
                <c:pt idx="31">
                  <c:v>0.43750799438200899</c:v>
                </c:pt>
                <c:pt idx="32">
                  <c:v>0.37290354128403569</c:v>
                </c:pt>
                <c:pt idx="33">
                  <c:v>0.35157704735281198</c:v>
                </c:pt>
                <c:pt idx="34">
                  <c:v>0.41046733222759663</c:v>
                </c:pt>
                <c:pt idx="35">
                  <c:v>0.53541597472645697</c:v>
                </c:pt>
                <c:pt idx="36">
                  <c:v>0.52025247750185821</c:v>
                </c:pt>
                <c:pt idx="37">
                  <c:v>0.58651244765209243</c:v>
                </c:pt>
                <c:pt idx="38">
                  <c:v>0.54392980352579257</c:v>
                </c:pt>
                <c:pt idx="39">
                  <c:v>0.56750413210739781</c:v>
                </c:pt>
                <c:pt idx="40">
                  <c:v>0.51133480914547735</c:v>
                </c:pt>
                <c:pt idx="41">
                  <c:v>0.51620061080506408</c:v>
                </c:pt>
                <c:pt idx="42">
                  <c:v>0.45407412630983912</c:v>
                </c:pt>
                <c:pt idx="43">
                  <c:v>0.39967504369249351</c:v>
                </c:pt>
                <c:pt idx="44">
                  <c:v>0.35803776262180848</c:v>
                </c:pt>
                <c:pt idx="45">
                  <c:v>0.36160219111197073</c:v>
                </c:pt>
                <c:pt idx="46">
                  <c:v>0.21382932727767409</c:v>
                </c:pt>
                <c:pt idx="47">
                  <c:v>0.1430398998139146</c:v>
                </c:pt>
                <c:pt idx="48">
                  <c:v>0.15161836210861321</c:v>
                </c:pt>
                <c:pt idx="49">
                  <c:v>0.1295496028248502</c:v>
                </c:pt>
                <c:pt idx="50">
                  <c:v>5.5474501766713868E-2</c:v>
                </c:pt>
                <c:pt idx="51">
                  <c:v>6.9485597069319643E-2</c:v>
                </c:pt>
                <c:pt idx="52">
                  <c:v>0.1069604069273722</c:v>
                </c:pt>
                <c:pt idx="53">
                  <c:v>5.8360599376319752E-2</c:v>
                </c:pt>
                <c:pt idx="54">
                  <c:v>3.118402063648186E-2</c:v>
                </c:pt>
                <c:pt idx="55">
                  <c:v>-9.154684026069438E-3</c:v>
                </c:pt>
                <c:pt idx="56">
                  <c:v>-3.79567329025765E-2</c:v>
                </c:pt>
                <c:pt idx="57">
                  <c:v>-1.6055684018377141E-2</c:v>
                </c:pt>
                <c:pt idx="58">
                  <c:v>1.0185958099088861E-2</c:v>
                </c:pt>
                <c:pt idx="59">
                  <c:v>6.524640269037614E-2</c:v>
                </c:pt>
                <c:pt idx="60">
                  <c:v>8.1256543010289936E-2</c:v>
                </c:pt>
                <c:pt idx="61">
                  <c:v>5.5961431880726713E-2</c:v>
                </c:pt>
                <c:pt idx="62">
                  <c:v>4.2902574224621973E-2</c:v>
                </c:pt>
                <c:pt idx="63">
                  <c:v>-8.7147479919043314E-3</c:v>
                </c:pt>
                <c:pt idx="64">
                  <c:v>6.903314985156582E-2</c:v>
                </c:pt>
                <c:pt idx="65">
                  <c:v>0.15896244350929681</c:v>
                </c:pt>
                <c:pt idx="66">
                  <c:v>0.23169951181885201</c:v>
                </c:pt>
                <c:pt idx="67">
                  <c:v>0.20630440972010419</c:v>
                </c:pt>
                <c:pt idx="68">
                  <c:v>0.25973121368587099</c:v>
                </c:pt>
                <c:pt idx="69">
                  <c:v>0.31694378496455172</c:v>
                </c:pt>
                <c:pt idx="70">
                  <c:v>0.34196376032099612</c:v>
                </c:pt>
                <c:pt idx="71">
                  <c:v>0.32040191412481339</c:v>
                </c:pt>
                <c:pt idx="72">
                  <c:v>0.33301569247718588</c:v>
                </c:pt>
                <c:pt idx="73">
                  <c:v>0.34759456591009757</c:v>
                </c:pt>
                <c:pt idx="74">
                  <c:v>0.29607873249983269</c:v>
                </c:pt>
                <c:pt idx="75">
                  <c:v>0.28548360183751548</c:v>
                </c:pt>
                <c:pt idx="76">
                  <c:v>0.24790000494035661</c:v>
                </c:pt>
                <c:pt idx="77">
                  <c:v>0.24033375886069919</c:v>
                </c:pt>
                <c:pt idx="78">
                  <c:v>0.16352393321328609</c:v>
                </c:pt>
                <c:pt idx="79">
                  <c:v>0.10569670144934359</c:v>
                </c:pt>
                <c:pt idx="80">
                  <c:v>1.616781956465946E-3</c:v>
                </c:pt>
                <c:pt idx="81">
                  <c:v>-2.2793066935780648E-3</c:v>
                </c:pt>
                <c:pt idx="82">
                  <c:v>-0.1505716861289505</c:v>
                </c:pt>
                <c:pt idx="83">
                  <c:v>-0.18725801070990961</c:v>
                </c:pt>
                <c:pt idx="84">
                  <c:v>-0.2020380774403428</c:v>
                </c:pt>
                <c:pt idx="85">
                  <c:v>-0.2554530377543679</c:v>
                </c:pt>
                <c:pt idx="86">
                  <c:v>-0.3905787458105382</c:v>
                </c:pt>
                <c:pt idx="87">
                  <c:v>-0.47223523278962531</c:v>
                </c:pt>
                <c:pt idx="88">
                  <c:v>-0.56652703369817292</c:v>
                </c:pt>
                <c:pt idx="89">
                  <c:v>-0.74217120800657199</c:v>
                </c:pt>
                <c:pt idx="90">
                  <c:v>-0.85075523313133494</c:v>
                </c:pt>
                <c:pt idx="91">
                  <c:v>-0.91714675521251043</c:v>
                </c:pt>
                <c:pt idx="92">
                  <c:v>-0.98945574267800629</c:v>
                </c:pt>
                <c:pt idx="93">
                  <c:v>-1.0155854187123381</c:v>
                </c:pt>
                <c:pt idx="94">
                  <c:v>-1.102616919814505</c:v>
                </c:pt>
                <c:pt idx="95">
                  <c:v>-1.1350443924213649</c:v>
                </c:pt>
                <c:pt idx="96">
                  <c:v>-1.176646025566735</c:v>
                </c:pt>
                <c:pt idx="97">
                  <c:v>-1.203280027235472</c:v>
                </c:pt>
                <c:pt idx="98">
                  <c:v>-1.2404981104150881</c:v>
                </c:pt>
                <c:pt idx="99">
                  <c:v>-1.2372930635030579</c:v>
                </c:pt>
                <c:pt idx="100">
                  <c:v>-1.2440653716871659</c:v>
                </c:pt>
                <c:pt idx="101">
                  <c:v>-1.2387793183868381</c:v>
                </c:pt>
                <c:pt idx="102">
                  <c:v>-1.2502043184135649</c:v>
                </c:pt>
                <c:pt idx="103">
                  <c:v>-1.2196408834903429</c:v>
                </c:pt>
                <c:pt idx="104">
                  <c:v>-1.1444644014629259</c:v>
                </c:pt>
                <c:pt idx="105">
                  <c:v>-1.121453451727048</c:v>
                </c:pt>
                <c:pt idx="106">
                  <c:v>-1.173378349136303</c:v>
                </c:pt>
                <c:pt idx="107">
                  <c:v>-1.1754375161183821</c:v>
                </c:pt>
                <c:pt idx="108">
                  <c:v>-1.273175043234549</c:v>
                </c:pt>
                <c:pt idx="109">
                  <c:v>-1.294437923825472</c:v>
                </c:pt>
                <c:pt idx="110">
                  <c:v>-1.2731692264223311</c:v>
                </c:pt>
                <c:pt idx="111">
                  <c:v>-1.3364974184542291</c:v>
                </c:pt>
                <c:pt idx="112">
                  <c:v>-1.3033080042551231</c:v>
                </c:pt>
                <c:pt idx="113">
                  <c:v>-1.3239847902324009</c:v>
                </c:pt>
                <c:pt idx="114">
                  <c:v>-1.2859811727509169</c:v>
                </c:pt>
                <c:pt idx="115">
                  <c:v>-1.4952553630200629</c:v>
                </c:pt>
                <c:pt idx="116">
                  <c:v>-1.557935330967843</c:v>
                </c:pt>
                <c:pt idx="117">
                  <c:v>-1.606888195577467</c:v>
                </c:pt>
                <c:pt idx="118">
                  <c:v>-1.6271229184552309</c:v>
                </c:pt>
                <c:pt idx="119">
                  <c:v>-1.6726841508585371</c:v>
                </c:pt>
                <c:pt idx="120">
                  <c:v>-1.652766677631875</c:v>
                </c:pt>
                <c:pt idx="121">
                  <c:v>-1.632512946149917</c:v>
                </c:pt>
                <c:pt idx="122">
                  <c:v>-1.6336303493646911</c:v>
                </c:pt>
                <c:pt idx="123">
                  <c:v>-1.622372676636366</c:v>
                </c:pt>
                <c:pt idx="124">
                  <c:v>-1.601794455598005</c:v>
                </c:pt>
                <c:pt idx="125">
                  <c:v>-1.599268402406707</c:v>
                </c:pt>
                <c:pt idx="126">
                  <c:v>-1.59409084212357</c:v>
                </c:pt>
                <c:pt idx="127">
                  <c:v>-1.5966356573978591</c:v>
                </c:pt>
                <c:pt idx="128">
                  <c:v>-1.5984729847425589</c:v>
                </c:pt>
                <c:pt idx="129">
                  <c:v>-1.5845052351797331</c:v>
                </c:pt>
                <c:pt idx="130">
                  <c:v>-1.644160922228542</c:v>
                </c:pt>
                <c:pt idx="131">
                  <c:v>-1.6293248029976799</c:v>
                </c:pt>
                <c:pt idx="132">
                  <c:v>-1.6555684144547009</c:v>
                </c:pt>
                <c:pt idx="133">
                  <c:v>-1.647102209813369</c:v>
                </c:pt>
                <c:pt idx="134">
                  <c:v>-1.668812465020203</c:v>
                </c:pt>
                <c:pt idx="135">
                  <c:v>-1.6744838940592519</c:v>
                </c:pt>
                <c:pt idx="136">
                  <c:v>-1.7256880007664801</c:v>
                </c:pt>
                <c:pt idx="137">
                  <c:v>-1.714718465877167</c:v>
                </c:pt>
                <c:pt idx="138">
                  <c:v>-1.7762637472834499</c:v>
                </c:pt>
                <c:pt idx="139">
                  <c:v>-1.814763006875062</c:v>
                </c:pt>
                <c:pt idx="140">
                  <c:v>-1.8273540753358171</c:v>
                </c:pt>
                <c:pt idx="141">
                  <c:v>-1.8900045657717599</c:v>
                </c:pt>
                <c:pt idx="142">
                  <c:v>-9.0058971572613472E-2</c:v>
                </c:pt>
                <c:pt idx="143">
                  <c:v>-6.7556933869109853E-2</c:v>
                </c:pt>
                <c:pt idx="144">
                  <c:v>-6.4194337616244393E-2</c:v>
                </c:pt>
                <c:pt idx="145">
                  <c:v>-1.6942391461891759E-2</c:v>
                </c:pt>
                <c:pt idx="146">
                  <c:v>2.2407766608004941E-3</c:v>
                </c:pt>
                <c:pt idx="147">
                  <c:v>1.515121956586888E-2</c:v>
                </c:pt>
                <c:pt idx="148">
                  <c:v>5.4219158781410089E-3</c:v>
                </c:pt>
                <c:pt idx="149">
                  <c:v>-1.6146627518496121E-2</c:v>
                </c:pt>
                <c:pt idx="150">
                  <c:v>-8.9915437255373327E-3</c:v>
                </c:pt>
                <c:pt idx="151">
                  <c:v>1.1809321998281499E-3</c:v>
                </c:pt>
                <c:pt idx="152">
                  <c:v>7.1528568358783223E-3</c:v>
                </c:pt>
                <c:pt idx="153">
                  <c:v>1.3131370335080191E-3</c:v>
                </c:pt>
                <c:pt idx="154">
                  <c:v>2.9493816829747312E-2</c:v>
                </c:pt>
                <c:pt idx="155">
                  <c:v>4.0596664742438129E-2</c:v>
                </c:pt>
                <c:pt idx="156">
                  <c:v>6.1908183006445412E-2</c:v>
                </c:pt>
                <c:pt idx="157">
                  <c:v>3.6110735032646862E-4</c:v>
                </c:pt>
                <c:pt idx="158">
                  <c:v>8.4421427805041582E-2</c:v>
                </c:pt>
                <c:pt idx="159">
                  <c:v>9.4346978785859639E-2</c:v>
                </c:pt>
                <c:pt idx="160">
                  <c:v>0.1197912554800384</c:v>
                </c:pt>
                <c:pt idx="161">
                  <c:v>0.1589341985106423</c:v>
                </c:pt>
                <c:pt idx="162">
                  <c:v>0.1749888551421222</c:v>
                </c:pt>
                <c:pt idx="163">
                  <c:v>0.1950625133523026</c:v>
                </c:pt>
                <c:pt idx="164">
                  <c:v>0.21245200753122839</c:v>
                </c:pt>
                <c:pt idx="165">
                  <c:v>0.24693704122229981</c:v>
                </c:pt>
                <c:pt idx="166">
                  <c:v>0.25977698219696349</c:v>
                </c:pt>
                <c:pt idx="167">
                  <c:v>0.34672030533627662</c:v>
                </c:pt>
                <c:pt idx="168">
                  <c:v>0.37438953469119318</c:v>
                </c:pt>
                <c:pt idx="169">
                  <c:v>0.40924584422670668</c:v>
                </c:pt>
                <c:pt idx="170">
                  <c:v>0.43888786153971049</c:v>
                </c:pt>
                <c:pt idx="171">
                  <c:v>0.43621464509156388</c:v>
                </c:pt>
                <c:pt idx="172">
                  <c:v>0.40430347201173472</c:v>
                </c:pt>
                <c:pt idx="173">
                  <c:v>0.43750799438200899</c:v>
                </c:pt>
                <c:pt idx="174">
                  <c:v>0.37290354128403569</c:v>
                </c:pt>
                <c:pt idx="175">
                  <c:v>0.35157704735281198</c:v>
                </c:pt>
                <c:pt idx="176">
                  <c:v>0.41046733222759663</c:v>
                </c:pt>
                <c:pt idx="177">
                  <c:v>0.53541597472645697</c:v>
                </c:pt>
                <c:pt idx="178">
                  <c:v>0.52025247750185821</c:v>
                </c:pt>
                <c:pt idx="179">
                  <c:v>0.58651244765209243</c:v>
                </c:pt>
                <c:pt idx="180">
                  <c:v>0.54392980352579257</c:v>
                </c:pt>
                <c:pt idx="181">
                  <c:v>0.56750413210739781</c:v>
                </c:pt>
                <c:pt idx="182">
                  <c:v>0.51133480914547735</c:v>
                </c:pt>
                <c:pt idx="183">
                  <c:v>0.51620061080506408</c:v>
                </c:pt>
                <c:pt idx="184">
                  <c:v>0.45407412630983912</c:v>
                </c:pt>
                <c:pt idx="185">
                  <c:v>0.39967504369249351</c:v>
                </c:pt>
                <c:pt idx="186">
                  <c:v>0.35803776262180848</c:v>
                </c:pt>
                <c:pt idx="187">
                  <c:v>0.36160219111197073</c:v>
                </c:pt>
                <c:pt idx="188">
                  <c:v>0.21382932727767409</c:v>
                </c:pt>
                <c:pt idx="189">
                  <c:v>0.1430398998139146</c:v>
                </c:pt>
                <c:pt idx="190">
                  <c:v>0.15161836210861321</c:v>
                </c:pt>
                <c:pt idx="191">
                  <c:v>0.1295496028248502</c:v>
                </c:pt>
                <c:pt idx="192">
                  <c:v>5.5474501766713868E-2</c:v>
                </c:pt>
                <c:pt idx="193">
                  <c:v>6.9485597069319643E-2</c:v>
                </c:pt>
                <c:pt idx="194">
                  <c:v>0.1069604069273722</c:v>
                </c:pt>
                <c:pt idx="195">
                  <c:v>5.8360599376319752E-2</c:v>
                </c:pt>
                <c:pt idx="196">
                  <c:v>3.118402063648186E-2</c:v>
                </c:pt>
                <c:pt idx="197">
                  <c:v>-9.154684026069438E-3</c:v>
                </c:pt>
                <c:pt idx="198">
                  <c:v>-3.79567329025765E-2</c:v>
                </c:pt>
                <c:pt idx="199">
                  <c:v>-1.6055684018377141E-2</c:v>
                </c:pt>
                <c:pt idx="200">
                  <c:v>1.0185958099088861E-2</c:v>
                </c:pt>
                <c:pt idx="201">
                  <c:v>6.524640269037614E-2</c:v>
                </c:pt>
                <c:pt idx="202">
                  <c:v>8.1256543010289936E-2</c:v>
                </c:pt>
                <c:pt idx="203">
                  <c:v>5.5961431880726713E-2</c:v>
                </c:pt>
                <c:pt idx="204">
                  <c:v>4.2902574224621973E-2</c:v>
                </c:pt>
                <c:pt idx="205">
                  <c:v>-8.7147479919043314E-3</c:v>
                </c:pt>
                <c:pt idx="206">
                  <c:v>6.903314985156582E-2</c:v>
                </c:pt>
                <c:pt idx="207">
                  <c:v>0.15896244350929681</c:v>
                </c:pt>
                <c:pt idx="208">
                  <c:v>0.23169951181885201</c:v>
                </c:pt>
                <c:pt idx="209">
                  <c:v>0.20630440972010419</c:v>
                </c:pt>
                <c:pt idx="210">
                  <c:v>0.25973121368587099</c:v>
                </c:pt>
                <c:pt idx="211">
                  <c:v>0.31694378496455172</c:v>
                </c:pt>
                <c:pt idx="212">
                  <c:v>0.34196376032099612</c:v>
                </c:pt>
                <c:pt idx="213">
                  <c:v>0.32040191412481339</c:v>
                </c:pt>
                <c:pt idx="214">
                  <c:v>0.33301569247718588</c:v>
                </c:pt>
                <c:pt idx="215">
                  <c:v>0.34759456591009757</c:v>
                </c:pt>
                <c:pt idx="216">
                  <c:v>0.29607873249983269</c:v>
                </c:pt>
                <c:pt idx="217">
                  <c:v>0.28548360183751548</c:v>
                </c:pt>
                <c:pt idx="218">
                  <c:v>0.24790000494035661</c:v>
                </c:pt>
                <c:pt idx="219">
                  <c:v>0.24033375886069919</c:v>
                </c:pt>
                <c:pt idx="220">
                  <c:v>0.16352393321328609</c:v>
                </c:pt>
                <c:pt idx="221">
                  <c:v>0.10569670144934359</c:v>
                </c:pt>
                <c:pt idx="222">
                  <c:v>1.616781956465946E-3</c:v>
                </c:pt>
                <c:pt idx="223">
                  <c:v>-2.2793066935780648E-3</c:v>
                </c:pt>
                <c:pt idx="224">
                  <c:v>-0.1505716861289505</c:v>
                </c:pt>
                <c:pt idx="225">
                  <c:v>-0.18725801070990961</c:v>
                </c:pt>
                <c:pt idx="226">
                  <c:v>-0.2020380774403428</c:v>
                </c:pt>
                <c:pt idx="227">
                  <c:v>-0.2554530377543679</c:v>
                </c:pt>
                <c:pt idx="228">
                  <c:v>-0.3905787458105382</c:v>
                </c:pt>
                <c:pt idx="229">
                  <c:v>-0.47223523278962531</c:v>
                </c:pt>
                <c:pt idx="230">
                  <c:v>-0.56652703369817292</c:v>
                </c:pt>
                <c:pt idx="231">
                  <c:v>-0.74217120800657199</c:v>
                </c:pt>
                <c:pt idx="232">
                  <c:v>-0.85075523313133494</c:v>
                </c:pt>
                <c:pt idx="233">
                  <c:v>-0.91714675521251043</c:v>
                </c:pt>
                <c:pt idx="234">
                  <c:v>-0.98945574267800629</c:v>
                </c:pt>
                <c:pt idx="235">
                  <c:v>-1.0155854187123381</c:v>
                </c:pt>
                <c:pt idx="236">
                  <c:v>-1.102616919814505</c:v>
                </c:pt>
                <c:pt idx="237">
                  <c:v>-1.1350443924213649</c:v>
                </c:pt>
                <c:pt idx="238">
                  <c:v>-1.176646025566735</c:v>
                </c:pt>
                <c:pt idx="239">
                  <c:v>-1.203280027235472</c:v>
                </c:pt>
                <c:pt idx="240">
                  <c:v>-1.2404981104150881</c:v>
                </c:pt>
                <c:pt idx="241">
                  <c:v>-1.2372930635030579</c:v>
                </c:pt>
                <c:pt idx="242">
                  <c:v>-1.2440653716871659</c:v>
                </c:pt>
                <c:pt idx="243">
                  <c:v>-1.2387793183868381</c:v>
                </c:pt>
                <c:pt idx="244">
                  <c:v>-1.2502043184135649</c:v>
                </c:pt>
                <c:pt idx="245">
                  <c:v>-1.2196408834903429</c:v>
                </c:pt>
                <c:pt idx="246">
                  <c:v>-1.1444644014629259</c:v>
                </c:pt>
                <c:pt idx="247">
                  <c:v>-1.121453451727048</c:v>
                </c:pt>
                <c:pt idx="248">
                  <c:v>-1.173378349136303</c:v>
                </c:pt>
                <c:pt idx="249">
                  <c:v>-1.1754375161183821</c:v>
                </c:pt>
                <c:pt idx="250">
                  <c:v>-1.273175043234549</c:v>
                </c:pt>
                <c:pt idx="251">
                  <c:v>-1.294437923825472</c:v>
                </c:pt>
                <c:pt idx="252">
                  <c:v>-1.2731692264223311</c:v>
                </c:pt>
                <c:pt idx="253">
                  <c:v>-1.3364974184542291</c:v>
                </c:pt>
                <c:pt idx="254">
                  <c:v>-1.3033080042551231</c:v>
                </c:pt>
                <c:pt idx="255">
                  <c:v>-1.3239847902324009</c:v>
                </c:pt>
                <c:pt idx="256">
                  <c:v>-1.2859811727509169</c:v>
                </c:pt>
                <c:pt idx="257">
                  <c:v>-1.4952553630200629</c:v>
                </c:pt>
                <c:pt idx="258">
                  <c:v>-1.557935330967843</c:v>
                </c:pt>
                <c:pt idx="259">
                  <c:v>-1.606888195577467</c:v>
                </c:pt>
                <c:pt idx="260">
                  <c:v>-1.6271229184552309</c:v>
                </c:pt>
                <c:pt idx="261">
                  <c:v>-1.6726841508585371</c:v>
                </c:pt>
                <c:pt idx="262">
                  <c:v>-1.652766677631875</c:v>
                </c:pt>
                <c:pt idx="263">
                  <c:v>-1.632512946149917</c:v>
                </c:pt>
                <c:pt idx="264">
                  <c:v>-1.6336303493646911</c:v>
                </c:pt>
                <c:pt idx="265">
                  <c:v>-1.622372676636366</c:v>
                </c:pt>
                <c:pt idx="266">
                  <c:v>-1.601794455598005</c:v>
                </c:pt>
                <c:pt idx="267">
                  <c:v>-1.599268402406707</c:v>
                </c:pt>
                <c:pt idx="268">
                  <c:v>-1.59409084212357</c:v>
                </c:pt>
                <c:pt idx="269">
                  <c:v>-1.5966356573978591</c:v>
                </c:pt>
                <c:pt idx="270">
                  <c:v>-1.5984729847425589</c:v>
                </c:pt>
                <c:pt idx="271">
                  <c:v>-1.5845052351797331</c:v>
                </c:pt>
                <c:pt idx="272">
                  <c:v>-1.644160922228542</c:v>
                </c:pt>
                <c:pt idx="273">
                  <c:v>-1.6293248029976799</c:v>
                </c:pt>
                <c:pt idx="274">
                  <c:v>-1.6555684144547009</c:v>
                </c:pt>
                <c:pt idx="275">
                  <c:v>-1.647102209813369</c:v>
                </c:pt>
                <c:pt idx="276">
                  <c:v>-1.668812465020203</c:v>
                </c:pt>
                <c:pt idx="277">
                  <c:v>-1.6744838940592519</c:v>
                </c:pt>
                <c:pt idx="278">
                  <c:v>-1.7256880007664801</c:v>
                </c:pt>
                <c:pt idx="279">
                  <c:v>-1.714718465877167</c:v>
                </c:pt>
                <c:pt idx="280">
                  <c:v>-1.7762637472834499</c:v>
                </c:pt>
                <c:pt idx="281">
                  <c:v>-1.814763006875062</c:v>
                </c:pt>
                <c:pt idx="282">
                  <c:v>-1.8273540753358171</c:v>
                </c:pt>
                <c:pt idx="283">
                  <c:v>-1.8900045657717599</c:v>
                </c:pt>
                <c:pt idx="284">
                  <c:v>-9.0058971572613472E-2</c:v>
                </c:pt>
                <c:pt idx="285">
                  <c:v>-6.7556933869109853E-2</c:v>
                </c:pt>
                <c:pt idx="286">
                  <c:v>-6.4194337616244393E-2</c:v>
                </c:pt>
                <c:pt idx="287">
                  <c:v>-1.6942391461891759E-2</c:v>
                </c:pt>
                <c:pt idx="288">
                  <c:v>2.2407766608004941E-3</c:v>
                </c:pt>
                <c:pt idx="289">
                  <c:v>1.515121956586888E-2</c:v>
                </c:pt>
                <c:pt idx="290">
                  <c:v>5.4219158781410089E-3</c:v>
                </c:pt>
                <c:pt idx="291">
                  <c:v>-1.6146627518496121E-2</c:v>
                </c:pt>
                <c:pt idx="292">
                  <c:v>-8.9915437255373327E-3</c:v>
                </c:pt>
                <c:pt idx="293">
                  <c:v>1.1809321998281499E-3</c:v>
                </c:pt>
                <c:pt idx="294">
                  <c:v>7.1528568358783223E-3</c:v>
                </c:pt>
                <c:pt idx="295">
                  <c:v>1.3131370335080191E-3</c:v>
                </c:pt>
                <c:pt idx="296">
                  <c:v>2.9493816829747312E-2</c:v>
                </c:pt>
                <c:pt idx="297">
                  <c:v>4.0596664742438129E-2</c:v>
                </c:pt>
                <c:pt idx="298">
                  <c:v>6.1908183006445412E-2</c:v>
                </c:pt>
                <c:pt idx="299">
                  <c:v>3.6110735032646862E-4</c:v>
                </c:pt>
                <c:pt idx="300">
                  <c:v>8.4421427805041582E-2</c:v>
                </c:pt>
                <c:pt idx="301">
                  <c:v>9.4346978785859639E-2</c:v>
                </c:pt>
                <c:pt idx="302">
                  <c:v>0.1197912554800384</c:v>
                </c:pt>
                <c:pt idx="303">
                  <c:v>0.1589341985106423</c:v>
                </c:pt>
                <c:pt idx="304">
                  <c:v>0.1749888551421222</c:v>
                </c:pt>
                <c:pt idx="305">
                  <c:v>0.1950625133523026</c:v>
                </c:pt>
                <c:pt idx="306">
                  <c:v>0.21245200753122839</c:v>
                </c:pt>
                <c:pt idx="307">
                  <c:v>0.24693704122229981</c:v>
                </c:pt>
                <c:pt idx="308">
                  <c:v>0.25977698219696349</c:v>
                </c:pt>
                <c:pt idx="309">
                  <c:v>0.34672030533627662</c:v>
                </c:pt>
                <c:pt idx="310">
                  <c:v>0.37438953469119318</c:v>
                </c:pt>
                <c:pt idx="311">
                  <c:v>0.40924584422670668</c:v>
                </c:pt>
                <c:pt idx="312">
                  <c:v>0.43888786153971049</c:v>
                </c:pt>
                <c:pt idx="313">
                  <c:v>0.43621464509156388</c:v>
                </c:pt>
                <c:pt idx="314">
                  <c:v>0.40430347201173472</c:v>
                </c:pt>
                <c:pt idx="315">
                  <c:v>0.43750799438200899</c:v>
                </c:pt>
                <c:pt idx="316">
                  <c:v>0.37290354128403569</c:v>
                </c:pt>
                <c:pt idx="317">
                  <c:v>0.35157704735281198</c:v>
                </c:pt>
                <c:pt idx="318">
                  <c:v>0.41046733222759663</c:v>
                </c:pt>
                <c:pt idx="319">
                  <c:v>0.53541597472645697</c:v>
                </c:pt>
                <c:pt idx="320">
                  <c:v>0.52025247750185821</c:v>
                </c:pt>
                <c:pt idx="321">
                  <c:v>0.58651244765209243</c:v>
                </c:pt>
                <c:pt idx="322">
                  <c:v>0.54392980352579257</c:v>
                </c:pt>
                <c:pt idx="323">
                  <c:v>0.56750413210739781</c:v>
                </c:pt>
                <c:pt idx="324">
                  <c:v>0.51133480914547735</c:v>
                </c:pt>
                <c:pt idx="325">
                  <c:v>0.51620061080506408</c:v>
                </c:pt>
                <c:pt idx="326">
                  <c:v>0.45407412630983912</c:v>
                </c:pt>
                <c:pt idx="327">
                  <c:v>0.39967504369249351</c:v>
                </c:pt>
                <c:pt idx="328">
                  <c:v>0.35803776262180848</c:v>
                </c:pt>
                <c:pt idx="329">
                  <c:v>0.36160219111197073</c:v>
                </c:pt>
                <c:pt idx="330">
                  <c:v>0.21382932727767409</c:v>
                </c:pt>
                <c:pt idx="331">
                  <c:v>0.1430398998139146</c:v>
                </c:pt>
                <c:pt idx="332">
                  <c:v>0.15161836210861321</c:v>
                </c:pt>
                <c:pt idx="333">
                  <c:v>0.1295496028248502</c:v>
                </c:pt>
                <c:pt idx="334">
                  <c:v>5.5474501766713868E-2</c:v>
                </c:pt>
                <c:pt idx="335">
                  <c:v>6.9485597069319643E-2</c:v>
                </c:pt>
                <c:pt idx="336">
                  <c:v>0.1069604069273722</c:v>
                </c:pt>
                <c:pt idx="337">
                  <c:v>5.8360599376319752E-2</c:v>
                </c:pt>
                <c:pt idx="338">
                  <c:v>3.118402063648186E-2</c:v>
                </c:pt>
                <c:pt idx="339">
                  <c:v>-9.154684026069438E-3</c:v>
                </c:pt>
                <c:pt idx="340">
                  <c:v>-3.79567329025765E-2</c:v>
                </c:pt>
                <c:pt idx="341">
                  <c:v>-1.6055684018377141E-2</c:v>
                </c:pt>
                <c:pt idx="342">
                  <c:v>1.0185958099088861E-2</c:v>
                </c:pt>
                <c:pt idx="343">
                  <c:v>6.524640269037614E-2</c:v>
                </c:pt>
                <c:pt idx="344">
                  <c:v>8.1256543010289936E-2</c:v>
                </c:pt>
                <c:pt idx="345">
                  <c:v>5.5961431880726713E-2</c:v>
                </c:pt>
                <c:pt idx="346">
                  <c:v>4.2902574224621973E-2</c:v>
                </c:pt>
                <c:pt idx="347">
                  <c:v>-8.7147479919043314E-3</c:v>
                </c:pt>
                <c:pt idx="348">
                  <c:v>6.903314985156582E-2</c:v>
                </c:pt>
                <c:pt idx="349">
                  <c:v>0.15896244350929681</c:v>
                </c:pt>
                <c:pt idx="350">
                  <c:v>0.23169951181885201</c:v>
                </c:pt>
                <c:pt idx="351">
                  <c:v>0.20630440972010419</c:v>
                </c:pt>
                <c:pt idx="352">
                  <c:v>0.25973121368587099</c:v>
                </c:pt>
                <c:pt idx="353">
                  <c:v>0.31694378496455172</c:v>
                </c:pt>
                <c:pt idx="354">
                  <c:v>0.34196376032099612</c:v>
                </c:pt>
                <c:pt idx="355">
                  <c:v>0.32040191412481339</c:v>
                </c:pt>
                <c:pt idx="356">
                  <c:v>0.33301569247718588</c:v>
                </c:pt>
                <c:pt idx="357">
                  <c:v>0.34759456591009757</c:v>
                </c:pt>
                <c:pt idx="358">
                  <c:v>0.29607873249983269</c:v>
                </c:pt>
                <c:pt idx="359">
                  <c:v>0.28548360183751548</c:v>
                </c:pt>
                <c:pt idx="360">
                  <c:v>0.24790000494035661</c:v>
                </c:pt>
                <c:pt idx="361">
                  <c:v>0.24033375886069919</c:v>
                </c:pt>
                <c:pt idx="362">
                  <c:v>0.16352393321328609</c:v>
                </c:pt>
                <c:pt idx="363">
                  <c:v>0.10569670144934359</c:v>
                </c:pt>
                <c:pt idx="364">
                  <c:v>1.616781956465946E-3</c:v>
                </c:pt>
                <c:pt idx="365">
                  <c:v>-2.2793066935780648E-3</c:v>
                </c:pt>
                <c:pt idx="366">
                  <c:v>-0.1505716861289505</c:v>
                </c:pt>
                <c:pt idx="367">
                  <c:v>-0.18725801070990961</c:v>
                </c:pt>
                <c:pt idx="368">
                  <c:v>-0.2020380774403428</c:v>
                </c:pt>
                <c:pt idx="369">
                  <c:v>-0.2554530377543679</c:v>
                </c:pt>
                <c:pt idx="370">
                  <c:v>-0.3905787458105382</c:v>
                </c:pt>
                <c:pt idx="371">
                  <c:v>-0.47223523278962531</c:v>
                </c:pt>
                <c:pt idx="372">
                  <c:v>-0.56652703369817292</c:v>
                </c:pt>
                <c:pt idx="373">
                  <c:v>-0.74217120800657199</c:v>
                </c:pt>
                <c:pt idx="374">
                  <c:v>-0.85075523313133494</c:v>
                </c:pt>
                <c:pt idx="375">
                  <c:v>-0.91714675521251043</c:v>
                </c:pt>
                <c:pt idx="376">
                  <c:v>-0.98945574267800629</c:v>
                </c:pt>
                <c:pt idx="377">
                  <c:v>-1.0155854187123381</c:v>
                </c:pt>
                <c:pt idx="378">
                  <c:v>-1.102616919814505</c:v>
                </c:pt>
                <c:pt idx="379">
                  <c:v>-1.1350443924213649</c:v>
                </c:pt>
                <c:pt idx="380">
                  <c:v>-1.176646025566735</c:v>
                </c:pt>
                <c:pt idx="381">
                  <c:v>-1.203280027235472</c:v>
                </c:pt>
                <c:pt idx="382">
                  <c:v>-1.2404981104150881</c:v>
                </c:pt>
                <c:pt idx="383">
                  <c:v>-1.2372930635030579</c:v>
                </c:pt>
                <c:pt idx="384">
                  <c:v>-1.2440653716871659</c:v>
                </c:pt>
                <c:pt idx="385">
                  <c:v>-1.2387793183868381</c:v>
                </c:pt>
                <c:pt idx="386">
                  <c:v>-1.2502043184135649</c:v>
                </c:pt>
                <c:pt idx="387">
                  <c:v>-1.2196408834903429</c:v>
                </c:pt>
                <c:pt idx="388">
                  <c:v>-1.1444644014629259</c:v>
                </c:pt>
                <c:pt idx="389">
                  <c:v>-1.121453451727048</c:v>
                </c:pt>
                <c:pt idx="390">
                  <c:v>-1.173378349136303</c:v>
                </c:pt>
                <c:pt idx="391">
                  <c:v>-1.1754375161183821</c:v>
                </c:pt>
                <c:pt idx="392">
                  <c:v>-1.273175043234549</c:v>
                </c:pt>
                <c:pt idx="393">
                  <c:v>-1.294437923825472</c:v>
                </c:pt>
                <c:pt idx="394">
                  <c:v>-1.2731692264223311</c:v>
                </c:pt>
                <c:pt idx="395">
                  <c:v>-1.3364974184542291</c:v>
                </c:pt>
                <c:pt idx="396">
                  <c:v>-1.3033080042551231</c:v>
                </c:pt>
                <c:pt idx="397">
                  <c:v>-1.3239847902324009</c:v>
                </c:pt>
                <c:pt idx="398">
                  <c:v>-1.2859811727509169</c:v>
                </c:pt>
                <c:pt idx="399">
                  <c:v>-1.4952553630200629</c:v>
                </c:pt>
                <c:pt idx="400">
                  <c:v>-1.557935330967843</c:v>
                </c:pt>
                <c:pt idx="401">
                  <c:v>-1.606888195577467</c:v>
                </c:pt>
                <c:pt idx="402">
                  <c:v>-1.6271229184552309</c:v>
                </c:pt>
                <c:pt idx="403">
                  <c:v>-1.6726841508585371</c:v>
                </c:pt>
                <c:pt idx="404">
                  <c:v>-1.652766677631875</c:v>
                </c:pt>
                <c:pt idx="405">
                  <c:v>-1.632512946149917</c:v>
                </c:pt>
                <c:pt idx="406">
                  <c:v>-1.6336303493646911</c:v>
                </c:pt>
                <c:pt idx="407">
                  <c:v>-1.622372676636366</c:v>
                </c:pt>
                <c:pt idx="408">
                  <c:v>-1.601794455598005</c:v>
                </c:pt>
                <c:pt idx="409">
                  <c:v>-1.599268402406707</c:v>
                </c:pt>
                <c:pt idx="410">
                  <c:v>-1.59409084212357</c:v>
                </c:pt>
                <c:pt idx="411">
                  <c:v>-1.5966356573978591</c:v>
                </c:pt>
                <c:pt idx="412">
                  <c:v>-1.5984729847425589</c:v>
                </c:pt>
                <c:pt idx="413">
                  <c:v>-1.5845052351797331</c:v>
                </c:pt>
                <c:pt idx="414">
                  <c:v>-1.644160922228542</c:v>
                </c:pt>
                <c:pt idx="415">
                  <c:v>-1.6293248029976799</c:v>
                </c:pt>
                <c:pt idx="416">
                  <c:v>-1.6555684144547009</c:v>
                </c:pt>
                <c:pt idx="417">
                  <c:v>-1.647102209813369</c:v>
                </c:pt>
                <c:pt idx="418">
                  <c:v>-1.668812465020203</c:v>
                </c:pt>
                <c:pt idx="419">
                  <c:v>-1.6744838940592519</c:v>
                </c:pt>
                <c:pt idx="420">
                  <c:v>-1.7256880007664801</c:v>
                </c:pt>
                <c:pt idx="421">
                  <c:v>-1.714718465877167</c:v>
                </c:pt>
                <c:pt idx="422">
                  <c:v>-1.7762637472834499</c:v>
                </c:pt>
                <c:pt idx="423">
                  <c:v>-1.814763006875062</c:v>
                </c:pt>
                <c:pt idx="424">
                  <c:v>-1.8273540753358171</c:v>
                </c:pt>
                <c:pt idx="425">
                  <c:v>-1.8900045657717599</c:v>
                </c:pt>
                <c:pt idx="426">
                  <c:v>-9.0058971572613472E-2</c:v>
                </c:pt>
                <c:pt idx="427">
                  <c:v>-6.7556933869109853E-2</c:v>
                </c:pt>
                <c:pt idx="428">
                  <c:v>-6.4194337616244393E-2</c:v>
                </c:pt>
                <c:pt idx="429">
                  <c:v>-1.6942391461891759E-2</c:v>
                </c:pt>
                <c:pt idx="430">
                  <c:v>2.2407766608004941E-3</c:v>
                </c:pt>
                <c:pt idx="431">
                  <c:v>1.515121956586888E-2</c:v>
                </c:pt>
                <c:pt idx="432">
                  <c:v>5.4219158781410089E-3</c:v>
                </c:pt>
                <c:pt idx="433">
                  <c:v>-1.6146627518496121E-2</c:v>
                </c:pt>
                <c:pt idx="434">
                  <c:v>-8.9915437255373327E-3</c:v>
                </c:pt>
                <c:pt idx="435">
                  <c:v>1.1809321998281499E-3</c:v>
                </c:pt>
                <c:pt idx="436">
                  <c:v>7.1528568358783223E-3</c:v>
                </c:pt>
                <c:pt idx="437">
                  <c:v>1.3131370335080191E-3</c:v>
                </c:pt>
                <c:pt idx="438">
                  <c:v>2.9493816829747312E-2</c:v>
                </c:pt>
                <c:pt idx="439">
                  <c:v>4.0596664742438129E-2</c:v>
                </c:pt>
                <c:pt idx="440">
                  <c:v>6.1908183006445412E-2</c:v>
                </c:pt>
                <c:pt idx="441">
                  <c:v>3.6110735032646862E-4</c:v>
                </c:pt>
                <c:pt idx="442">
                  <c:v>8.4421427805041582E-2</c:v>
                </c:pt>
                <c:pt idx="443">
                  <c:v>9.4346978785859639E-2</c:v>
                </c:pt>
                <c:pt idx="444">
                  <c:v>0.1197912554800384</c:v>
                </c:pt>
                <c:pt idx="445">
                  <c:v>0.1589341985106423</c:v>
                </c:pt>
                <c:pt idx="446">
                  <c:v>0.1749888551421222</c:v>
                </c:pt>
                <c:pt idx="447">
                  <c:v>0.1950625133523026</c:v>
                </c:pt>
                <c:pt idx="448">
                  <c:v>0.21245200753122839</c:v>
                </c:pt>
                <c:pt idx="449">
                  <c:v>0.24693704122229981</c:v>
                </c:pt>
                <c:pt idx="450">
                  <c:v>0.25977698219696349</c:v>
                </c:pt>
                <c:pt idx="451">
                  <c:v>0.34672030533627662</c:v>
                </c:pt>
                <c:pt idx="452">
                  <c:v>0.37438953469119318</c:v>
                </c:pt>
                <c:pt idx="453">
                  <c:v>0.40924584422670668</c:v>
                </c:pt>
                <c:pt idx="454">
                  <c:v>0.43888786153971049</c:v>
                </c:pt>
                <c:pt idx="455">
                  <c:v>0.43621464509156388</c:v>
                </c:pt>
                <c:pt idx="456">
                  <c:v>0.40430347201173472</c:v>
                </c:pt>
                <c:pt idx="457">
                  <c:v>0.43750799438200899</c:v>
                </c:pt>
                <c:pt idx="458">
                  <c:v>0.37290354128403569</c:v>
                </c:pt>
                <c:pt idx="459">
                  <c:v>0.35157704735281198</c:v>
                </c:pt>
                <c:pt idx="460">
                  <c:v>0.41046733222759663</c:v>
                </c:pt>
                <c:pt idx="461">
                  <c:v>0.53541597472645697</c:v>
                </c:pt>
                <c:pt idx="462">
                  <c:v>0.52025247750185821</c:v>
                </c:pt>
                <c:pt idx="463">
                  <c:v>0.58651244765209243</c:v>
                </c:pt>
                <c:pt idx="464">
                  <c:v>0.54392980352579257</c:v>
                </c:pt>
                <c:pt idx="465">
                  <c:v>0.56750413210739781</c:v>
                </c:pt>
                <c:pt idx="466">
                  <c:v>0.51133480914547735</c:v>
                </c:pt>
                <c:pt idx="467">
                  <c:v>0.51620061080506408</c:v>
                </c:pt>
                <c:pt idx="468">
                  <c:v>0.45407412630983912</c:v>
                </c:pt>
                <c:pt idx="469">
                  <c:v>0.39967504369249351</c:v>
                </c:pt>
                <c:pt idx="470">
                  <c:v>0.35803776262180848</c:v>
                </c:pt>
                <c:pt idx="471">
                  <c:v>0.36160219111197073</c:v>
                </c:pt>
                <c:pt idx="472">
                  <c:v>0.21382932727767409</c:v>
                </c:pt>
                <c:pt idx="473">
                  <c:v>0.1430398998139146</c:v>
                </c:pt>
                <c:pt idx="474">
                  <c:v>0.15161836210861321</c:v>
                </c:pt>
                <c:pt idx="475">
                  <c:v>0.1295496028248502</c:v>
                </c:pt>
                <c:pt idx="476">
                  <c:v>5.5474501766713868E-2</c:v>
                </c:pt>
                <c:pt idx="477">
                  <c:v>6.9485597069319643E-2</c:v>
                </c:pt>
                <c:pt idx="478">
                  <c:v>0.1069604069273722</c:v>
                </c:pt>
                <c:pt idx="479">
                  <c:v>5.8360599376319752E-2</c:v>
                </c:pt>
                <c:pt idx="480">
                  <c:v>3.118402063648186E-2</c:v>
                </c:pt>
                <c:pt idx="481">
                  <c:v>-9.154684026069438E-3</c:v>
                </c:pt>
                <c:pt idx="482">
                  <c:v>-3.79567329025765E-2</c:v>
                </c:pt>
                <c:pt idx="483">
                  <c:v>-1.6055684018377141E-2</c:v>
                </c:pt>
                <c:pt idx="484">
                  <c:v>1.0185958099088861E-2</c:v>
                </c:pt>
                <c:pt idx="485">
                  <c:v>6.524640269037614E-2</c:v>
                </c:pt>
                <c:pt idx="486">
                  <c:v>8.1256543010289936E-2</c:v>
                </c:pt>
                <c:pt idx="487">
                  <c:v>5.5961431880726713E-2</c:v>
                </c:pt>
                <c:pt idx="488">
                  <c:v>4.2902574224621973E-2</c:v>
                </c:pt>
                <c:pt idx="489">
                  <c:v>-8.7147479919043314E-3</c:v>
                </c:pt>
                <c:pt idx="490">
                  <c:v>6.903314985156582E-2</c:v>
                </c:pt>
                <c:pt idx="491">
                  <c:v>0.15896244350929681</c:v>
                </c:pt>
                <c:pt idx="492">
                  <c:v>0.23169951181885201</c:v>
                </c:pt>
                <c:pt idx="493">
                  <c:v>0.20630440972010419</c:v>
                </c:pt>
                <c:pt idx="494">
                  <c:v>0.25973121368587099</c:v>
                </c:pt>
                <c:pt idx="495">
                  <c:v>0.31694378496455172</c:v>
                </c:pt>
                <c:pt idx="496">
                  <c:v>0.34196376032099612</c:v>
                </c:pt>
                <c:pt idx="497">
                  <c:v>0.32040191412481339</c:v>
                </c:pt>
                <c:pt idx="498">
                  <c:v>0.33301569247718588</c:v>
                </c:pt>
                <c:pt idx="499">
                  <c:v>0.34759456591009757</c:v>
                </c:pt>
                <c:pt idx="500">
                  <c:v>0.29607873249983269</c:v>
                </c:pt>
                <c:pt idx="501">
                  <c:v>0.28548360183751548</c:v>
                </c:pt>
                <c:pt idx="502">
                  <c:v>0.24790000494035661</c:v>
                </c:pt>
                <c:pt idx="503">
                  <c:v>0.24033375886069919</c:v>
                </c:pt>
                <c:pt idx="504">
                  <c:v>0.16352393321328609</c:v>
                </c:pt>
                <c:pt idx="505">
                  <c:v>0.10569670144934359</c:v>
                </c:pt>
                <c:pt idx="506">
                  <c:v>1.616781956465946E-3</c:v>
                </c:pt>
                <c:pt idx="507">
                  <c:v>-2.2793066935780648E-3</c:v>
                </c:pt>
                <c:pt idx="508">
                  <c:v>-0.1505716861289505</c:v>
                </c:pt>
                <c:pt idx="509">
                  <c:v>-0.18725801070990961</c:v>
                </c:pt>
                <c:pt idx="510">
                  <c:v>-0.2020380774403428</c:v>
                </c:pt>
                <c:pt idx="511">
                  <c:v>-0.2554530377543679</c:v>
                </c:pt>
                <c:pt idx="512">
                  <c:v>-0.3905787458105382</c:v>
                </c:pt>
                <c:pt idx="513">
                  <c:v>-0.47223523278962531</c:v>
                </c:pt>
                <c:pt idx="514">
                  <c:v>-0.56652703369817292</c:v>
                </c:pt>
                <c:pt idx="515">
                  <c:v>-0.74217120800657199</c:v>
                </c:pt>
                <c:pt idx="516">
                  <c:v>-0.85075523313133494</c:v>
                </c:pt>
                <c:pt idx="517">
                  <c:v>-0.91714675521251043</c:v>
                </c:pt>
                <c:pt idx="518">
                  <c:v>-0.98945574267800629</c:v>
                </c:pt>
                <c:pt idx="519">
                  <c:v>-1.0155854187123381</c:v>
                </c:pt>
                <c:pt idx="520">
                  <c:v>-1.102616919814505</c:v>
                </c:pt>
                <c:pt idx="521">
                  <c:v>-1.1350443924213649</c:v>
                </c:pt>
                <c:pt idx="522">
                  <c:v>-1.176646025566735</c:v>
                </c:pt>
                <c:pt idx="523">
                  <c:v>-1.203280027235472</c:v>
                </c:pt>
                <c:pt idx="524">
                  <c:v>-1.2404981104150881</c:v>
                </c:pt>
                <c:pt idx="525">
                  <c:v>-1.2372930635030579</c:v>
                </c:pt>
                <c:pt idx="526">
                  <c:v>-1.2440653716871659</c:v>
                </c:pt>
                <c:pt idx="527">
                  <c:v>-1.2387793183868381</c:v>
                </c:pt>
                <c:pt idx="528">
                  <c:v>-1.2502043184135649</c:v>
                </c:pt>
                <c:pt idx="529">
                  <c:v>-1.2196408834903429</c:v>
                </c:pt>
                <c:pt idx="530">
                  <c:v>-1.1444644014629259</c:v>
                </c:pt>
                <c:pt idx="531">
                  <c:v>-1.121453451727048</c:v>
                </c:pt>
                <c:pt idx="532">
                  <c:v>-1.173378349136303</c:v>
                </c:pt>
                <c:pt idx="533">
                  <c:v>-1.1754375161183821</c:v>
                </c:pt>
                <c:pt idx="534">
                  <c:v>-1.273175043234549</c:v>
                </c:pt>
                <c:pt idx="535">
                  <c:v>-1.294437923825472</c:v>
                </c:pt>
                <c:pt idx="536">
                  <c:v>-1.2731692264223311</c:v>
                </c:pt>
                <c:pt idx="537">
                  <c:v>-1.3364974184542291</c:v>
                </c:pt>
                <c:pt idx="538">
                  <c:v>-1.3033080042551231</c:v>
                </c:pt>
                <c:pt idx="539">
                  <c:v>-1.3239847902324009</c:v>
                </c:pt>
                <c:pt idx="540">
                  <c:v>-1.2859811727509169</c:v>
                </c:pt>
                <c:pt idx="541">
                  <c:v>-1.4952553630200629</c:v>
                </c:pt>
                <c:pt idx="542">
                  <c:v>-1.557935330967843</c:v>
                </c:pt>
                <c:pt idx="543">
                  <c:v>-1.606888195577467</c:v>
                </c:pt>
                <c:pt idx="544">
                  <c:v>-1.6271229184552309</c:v>
                </c:pt>
                <c:pt idx="545">
                  <c:v>-1.6726841508585371</c:v>
                </c:pt>
                <c:pt idx="546">
                  <c:v>-1.652766677631875</c:v>
                </c:pt>
                <c:pt idx="547">
                  <c:v>-1.632512946149917</c:v>
                </c:pt>
                <c:pt idx="548">
                  <c:v>-1.6336303493646911</c:v>
                </c:pt>
                <c:pt idx="549">
                  <c:v>-1.622372676636366</c:v>
                </c:pt>
                <c:pt idx="550">
                  <c:v>-1.601794455598005</c:v>
                </c:pt>
                <c:pt idx="551">
                  <c:v>-1.599268402406707</c:v>
                </c:pt>
                <c:pt idx="552">
                  <c:v>-1.59409084212357</c:v>
                </c:pt>
                <c:pt idx="553">
                  <c:v>-1.5966356573978591</c:v>
                </c:pt>
                <c:pt idx="554">
                  <c:v>-1.5984729847425589</c:v>
                </c:pt>
                <c:pt idx="555">
                  <c:v>-1.5845052351797331</c:v>
                </c:pt>
                <c:pt idx="556">
                  <c:v>-1.644160922228542</c:v>
                </c:pt>
                <c:pt idx="557">
                  <c:v>-1.6293248029976799</c:v>
                </c:pt>
                <c:pt idx="558">
                  <c:v>-1.6555684144547009</c:v>
                </c:pt>
                <c:pt idx="559">
                  <c:v>-1.647102209813369</c:v>
                </c:pt>
                <c:pt idx="560">
                  <c:v>-1.668812465020203</c:v>
                </c:pt>
                <c:pt idx="561">
                  <c:v>-1.6744838940592519</c:v>
                </c:pt>
                <c:pt idx="562">
                  <c:v>-1.7256880007664801</c:v>
                </c:pt>
                <c:pt idx="563">
                  <c:v>-1.714718465877167</c:v>
                </c:pt>
                <c:pt idx="564">
                  <c:v>-1.7762637472834499</c:v>
                </c:pt>
                <c:pt idx="565">
                  <c:v>-1.814763006875062</c:v>
                </c:pt>
                <c:pt idx="566">
                  <c:v>-1.8273540753358171</c:v>
                </c:pt>
                <c:pt idx="567">
                  <c:v>-1.8900045657717599</c:v>
                </c:pt>
              </c:numCache>
            </c:numRef>
          </c:val>
          <c:smooth val="0"/>
          <c:extLst>
            <c:ext xmlns:c16="http://schemas.microsoft.com/office/drawing/2014/chart" uri="{C3380CC4-5D6E-409C-BE32-E72D297353CC}">
              <c16:uniqueId val="{00000001-44AD-4A4F-A7A5-DBB1094FCB2D}"/>
            </c:ext>
          </c:extLst>
        </c:ser>
        <c:ser>
          <c:idx val="2"/>
          <c:order val="2"/>
          <c:tx>
            <c:strRef>
              <c:f>Foreign!$F$2</c:f>
              <c:strCache>
                <c:ptCount val="1"/>
                <c:pt idx="0">
                  <c:v>Defensives</c:v>
                </c:pt>
              </c:strCache>
            </c:strRef>
          </c:tx>
          <c:spPr>
            <a:ln w="19050" cap="rnd">
              <a:solidFill>
                <a:srgbClr val="8EB3DF"/>
              </a:solidFill>
              <a:round/>
            </a:ln>
            <a:effectLst/>
          </c:spPr>
          <c:marker>
            <c:symbol val="none"/>
          </c:marker>
          <c:cat>
            <c:numRef>
              <c:f>Foreign!$C$3:$C$570</c:f>
              <c:numCache>
                <c:formatCode>m/d/yyyy</c:formatCode>
                <c:ptCount val="568"/>
                <c:pt idx="0">
                  <c:v>46024</c:v>
                </c:pt>
                <c:pt idx="1">
                  <c:v>46027</c:v>
                </c:pt>
                <c:pt idx="2">
                  <c:v>46028</c:v>
                </c:pt>
                <c:pt idx="3">
                  <c:v>46029</c:v>
                </c:pt>
                <c:pt idx="4">
                  <c:v>46030</c:v>
                </c:pt>
                <c:pt idx="5">
                  <c:v>46031</c:v>
                </c:pt>
                <c:pt idx="6">
                  <c:v>46034</c:v>
                </c:pt>
                <c:pt idx="7">
                  <c:v>46035</c:v>
                </c:pt>
                <c:pt idx="8">
                  <c:v>46036</c:v>
                </c:pt>
                <c:pt idx="9">
                  <c:v>46037</c:v>
                </c:pt>
                <c:pt idx="10">
                  <c:v>46038</c:v>
                </c:pt>
                <c:pt idx="11">
                  <c:v>46041</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46071</c:v>
                </c:pt>
                <c:pt idx="32">
                  <c:v>46072</c:v>
                </c:pt>
                <c:pt idx="33">
                  <c:v>46073</c:v>
                </c:pt>
                <c:pt idx="34">
                  <c:v>46076</c:v>
                </c:pt>
                <c:pt idx="35">
                  <c:v>46077</c:v>
                </c:pt>
                <c:pt idx="36">
                  <c:v>46078</c:v>
                </c:pt>
                <c:pt idx="37">
                  <c:v>46079</c:v>
                </c:pt>
                <c:pt idx="38">
                  <c:v>46080</c:v>
                </c:pt>
                <c:pt idx="39">
                  <c:v>46083</c:v>
                </c:pt>
                <c:pt idx="40">
                  <c:v>46084</c:v>
                </c:pt>
                <c:pt idx="41">
                  <c:v>46085</c:v>
                </c:pt>
                <c:pt idx="42">
                  <c:v>46086</c:v>
                </c:pt>
                <c:pt idx="43">
                  <c:v>46087</c:v>
                </c:pt>
                <c:pt idx="44">
                  <c:v>46090</c:v>
                </c:pt>
                <c:pt idx="45">
                  <c:v>46091</c:v>
                </c:pt>
                <c:pt idx="46">
                  <c:v>46092</c:v>
                </c:pt>
                <c:pt idx="47">
                  <c:v>46093</c:v>
                </c:pt>
                <c:pt idx="48">
                  <c:v>46094</c:v>
                </c:pt>
                <c:pt idx="49">
                  <c:v>46097</c:v>
                </c:pt>
                <c:pt idx="50">
                  <c:v>46098</c:v>
                </c:pt>
                <c:pt idx="51">
                  <c:v>46099</c:v>
                </c:pt>
                <c:pt idx="52">
                  <c:v>46100</c:v>
                </c:pt>
                <c:pt idx="53">
                  <c:v>46101</c:v>
                </c:pt>
                <c:pt idx="54">
                  <c:v>46104</c:v>
                </c:pt>
                <c:pt idx="55">
                  <c:v>46105</c:v>
                </c:pt>
                <c:pt idx="56">
                  <c:v>46106</c:v>
                </c:pt>
                <c:pt idx="57">
                  <c:v>46107</c:v>
                </c:pt>
                <c:pt idx="58">
                  <c:v>46108</c:v>
                </c:pt>
                <c:pt idx="59">
                  <c:v>46111</c:v>
                </c:pt>
                <c:pt idx="60">
                  <c:v>46112</c:v>
                </c:pt>
                <c:pt idx="61">
                  <c:v>46113</c:v>
                </c:pt>
                <c:pt idx="62">
                  <c:v>46114</c:v>
                </c:pt>
                <c:pt idx="63">
                  <c:v>46118</c:v>
                </c:pt>
                <c:pt idx="64">
                  <c:v>46119</c:v>
                </c:pt>
                <c:pt idx="65">
                  <c:v>46120</c:v>
                </c:pt>
                <c:pt idx="66">
                  <c:v>46121</c:v>
                </c:pt>
                <c:pt idx="67">
                  <c:v>46122</c:v>
                </c:pt>
                <c:pt idx="68">
                  <c:v>46125</c:v>
                </c:pt>
                <c:pt idx="69">
                  <c:v>46126</c:v>
                </c:pt>
                <c:pt idx="70">
                  <c:v>46127</c:v>
                </c:pt>
                <c:pt idx="71">
                  <c:v>46128</c:v>
                </c:pt>
                <c:pt idx="72">
                  <c:v>46129</c:v>
                </c:pt>
                <c:pt idx="73">
                  <c:v>46132</c:v>
                </c:pt>
                <c:pt idx="74">
                  <c:v>46134</c:v>
                </c:pt>
                <c:pt idx="75">
                  <c:v>46135</c:v>
                </c:pt>
                <c:pt idx="76">
                  <c:v>46136</c:v>
                </c:pt>
                <c:pt idx="77">
                  <c:v>46139</c:v>
                </c:pt>
                <c:pt idx="78">
                  <c:v>46140</c:v>
                </c:pt>
                <c:pt idx="79">
                  <c:v>46141</c:v>
                </c:pt>
                <c:pt idx="80">
                  <c:v>46142</c:v>
                </c:pt>
                <c:pt idx="81">
                  <c:v>46146</c:v>
                </c:pt>
                <c:pt idx="82">
                  <c:v>46147</c:v>
                </c:pt>
                <c:pt idx="83">
                  <c:v>46148</c:v>
                </c:pt>
                <c:pt idx="84">
                  <c:v>46149</c:v>
                </c:pt>
                <c:pt idx="85">
                  <c:v>46150</c:v>
                </c:pt>
                <c:pt idx="86">
                  <c:v>46153</c:v>
                </c:pt>
                <c:pt idx="87">
                  <c:v>46154</c:v>
                </c:pt>
                <c:pt idx="88">
                  <c:v>46155</c:v>
                </c:pt>
                <c:pt idx="89">
                  <c:v>46156</c:v>
                </c:pt>
                <c:pt idx="90">
                  <c:v>46157</c:v>
                </c:pt>
                <c:pt idx="91">
                  <c:v>46160</c:v>
                </c:pt>
                <c:pt idx="92">
                  <c:v>46161</c:v>
                </c:pt>
                <c:pt idx="93">
                  <c:v>46162</c:v>
                </c:pt>
                <c:pt idx="94">
                  <c:v>46163</c:v>
                </c:pt>
                <c:pt idx="95">
                  <c:v>46164</c:v>
                </c:pt>
                <c:pt idx="96">
                  <c:v>46167</c:v>
                </c:pt>
                <c:pt idx="97">
                  <c:v>46168</c:v>
                </c:pt>
                <c:pt idx="98">
                  <c:v>46169</c:v>
                </c:pt>
                <c:pt idx="99">
                  <c:v>46170</c:v>
                </c:pt>
                <c:pt idx="100">
                  <c:v>46171</c:v>
                </c:pt>
                <c:pt idx="101">
                  <c:v>46174</c:v>
                </c:pt>
                <c:pt idx="102">
                  <c:v>46175</c:v>
                </c:pt>
                <c:pt idx="103">
                  <c:v>46176</c:v>
                </c:pt>
                <c:pt idx="104">
                  <c:v>46178</c:v>
                </c:pt>
                <c:pt idx="105">
                  <c:v>46181</c:v>
                </c:pt>
                <c:pt idx="106">
                  <c:v>46182</c:v>
                </c:pt>
                <c:pt idx="107">
                  <c:v>46183</c:v>
                </c:pt>
                <c:pt idx="108">
                  <c:v>46184</c:v>
                </c:pt>
                <c:pt idx="109">
                  <c:v>46185</c:v>
                </c:pt>
                <c:pt idx="110">
                  <c:v>46188</c:v>
                </c:pt>
                <c:pt idx="111">
                  <c:v>46189</c:v>
                </c:pt>
                <c:pt idx="112">
                  <c:v>46190</c:v>
                </c:pt>
                <c:pt idx="113">
                  <c:v>46191</c:v>
                </c:pt>
                <c:pt idx="114">
                  <c:v>46192</c:v>
                </c:pt>
                <c:pt idx="115">
                  <c:v>46195</c:v>
                </c:pt>
                <c:pt idx="116">
                  <c:v>46196</c:v>
                </c:pt>
                <c:pt idx="117">
                  <c:v>46197</c:v>
                </c:pt>
                <c:pt idx="118">
                  <c:v>46198</c:v>
                </c:pt>
                <c:pt idx="119">
                  <c:v>46199</c:v>
                </c:pt>
                <c:pt idx="120">
                  <c:v>46202</c:v>
                </c:pt>
                <c:pt idx="121">
                  <c:v>46203</c:v>
                </c:pt>
                <c:pt idx="122">
                  <c:v>46204</c:v>
                </c:pt>
                <c:pt idx="123">
                  <c:v>46205</c:v>
                </c:pt>
                <c:pt idx="124">
                  <c:v>46206</c:v>
                </c:pt>
                <c:pt idx="125">
                  <c:v>46209</c:v>
                </c:pt>
                <c:pt idx="126">
                  <c:v>46210</c:v>
                </c:pt>
                <c:pt idx="127">
                  <c:v>46211</c:v>
                </c:pt>
                <c:pt idx="128">
                  <c:v>46212</c:v>
                </c:pt>
                <c:pt idx="129">
                  <c:v>46213</c:v>
                </c:pt>
                <c:pt idx="130">
                  <c:v>46216</c:v>
                </c:pt>
                <c:pt idx="131">
                  <c:v>46217</c:v>
                </c:pt>
                <c:pt idx="132">
                  <c:v>46218</c:v>
                </c:pt>
                <c:pt idx="133">
                  <c:v>46219</c:v>
                </c:pt>
                <c:pt idx="134">
                  <c:v>46220</c:v>
                </c:pt>
                <c:pt idx="135">
                  <c:v>46223</c:v>
                </c:pt>
                <c:pt idx="136">
                  <c:v>46224</c:v>
                </c:pt>
                <c:pt idx="137">
                  <c:v>46225</c:v>
                </c:pt>
                <c:pt idx="138">
                  <c:v>46226</c:v>
                </c:pt>
                <c:pt idx="139">
                  <c:v>46227</c:v>
                </c:pt>
                <c:pt idx="140">
                  <c:v>46230</c:v>
                </c:pt>
                <c:pt idx="141">
                  <c:v>46231</c:v>
                </c:pt>
                <c:pt idx="142">
                  <c:v>46024</c:v>
                </c:pt>
                <c:pt idx="143">
                  <c:v>46027</c:v>
                </c:pt>
                <c:pt idx="144">
                  <c:v>46028</c:v>
                </c:pt>
                <c:pt idx="145">
                  <c:v>46029</c:v>
                </c:pt>
                <c:pt idx="146">
                  <c:v>46030</c:v>
                </c:pt>
                <c:pt idx="147">
                  <c:v>46031</c:v>
                </c:pt>
                <c:pt idx="148">
                  <c:v>46034</c:v>
                </c:pt>
                <c:pt idx="149">
                  <c:v>46035</c:v>
                </c:pt>
                <c:pt idx="150">
                  <c:v>46036</c:v>
                </c:pt>
                <c:pt idx="151">
                  <c:v>46037</c:v>
                </c:pt>
                <c:pt idx="152">
                  <c:v>46038</c:v>
                </c:pt>
                <c:pt idx="153">
                  <c:v>46041</c:v>
                </c:pt>
                <c:pt idx="154">
                  <c:v>46042</c:v>
                </c:pt>
                <c:pt idx="155">
                  <c:v>46043</c:v>
                </c:pt>
                <c:pt idx="156">
                  <c:v>46044</c:v>
                </c:pt>
                <c:pt idx="157">
                  <c:v>46045</c:v>
                </c:pt>
                <c:pt idx="158">
                  <c:v>46048</c:v>
                </c:pt>
                <c:pt idx="159">
                  <c:v>46049</c:v>
                </c:pt>
                <c:pt idx="160">
                  <c:v>46050</c:v>
                </c:pt>
                <c:pt idx="161">
                  <c:v>46051</c:v>
                </c:pt>
                <c:pt idx="162">
                  <c:v>46052</c:v>
                </c:pt>
                <c:pt idx="163">
                  <c:v>46055</c:v>
                </c:pt>
                <c:pt idx="164">
                  <c:v>46056</c:v>
                </c:pt>
                <c:pt idx="165">
                  <c:v>46057</c:v>
                </c:pt>
                <c:pt idx="166">
                  <c:v>46058</c:v>
                </c:pt>
                <c:pt idx="167">
                  <c:v>46059</c:v>
                </c:pt>
                <c:pt idx="168">
                  <c:v>46062</c:v>
                </c:pt>
                <c:pt idx="169">
                  <c:v>46063</c:v>
                </c:pt>
                <c:pt idx="170">
                  <c:v>46064</c:v>
                </c:pt>
                <c:pt idx="171">
                  <c:v>46065</c:v>
                </c:pt>
                <c:pt idx="172">
                  <c:v>46066</c:v>
                </c:pt>
                <c:pt idx="173">
                  <c:v>46071</c:v>
                </c:pt>
                <c:pt idx="174">
                  <c:v>46072</c:v>
                </c:pt>
                <c:pt idx="175">
                  <c:v>46073</c:v>
                </c:pt>
                <c:pt idx="176">
                  <c:v>46076</c:v>
                </c:pt>
                <c:pt idx="177">
                  <c:v>46077</c:v>
                </c:pt>
                <c:pt idx="178">
                  <c:v>46078</c:v>
                </c:pt>
                <c:pt idx="179">
                  <c:v>46079</c:v>
                </c:pt>
                <c:pt idx="180">
                  <c:v>46080</c:v>
                </c:pt>
                <c:pt idx="181">
                  <c:v>46083</c:v>
                </c:pt>
                <c:pt idx="182">
                  <c:v>46084</c:v>
                </c:pt>
                <c:pt idx="183">
                  <c:v>46085</c:v>
                </c:pt>
                <c:pt idx="184">
                  <c:v>46086</c:v>
                </c:pt>
                <c:pt idx="185">
                  <c:v>46087</c:v>
                </c:pt>
                <c:pt idx="186">
                  <c:v>46090</c:v>
                </c:pt>
                <c:pt idx="187">
                  <c:v>46091</c:v>
                </c:pt>
                <c:pt idx="188">
                  <c:v>46092</c:v>
                </c:pt>
                <c:pt idx="189">
                  <c:v>46093</c:v>
                </c:pt>
                <c:pt idx="190">
                  <c:v>46094</c:v>
                </c:pt>
                <c:pt idx="191">
                  <c:v>46097</c:v>
                </c:pt>
                <c:pt idx="192">
                  <c:v>46098</c:v>
                </c:pt>
                <c:pt idx="193">
                  <c:v>46099</c:v>
                </c:pt>
                <c:pt idx="194">
                  <c:v>46100</c:v>
                </c:pt>
                <c:pt idx="195">
                  <c:v>46101</c:v>
                </c:pt>
                <c:pt idx="196">
                  <c:v>46104</c:v>
                </c:pt>
                <c:pt idx="197">
                  <c:v>46105</c:v>
                </c:pt>
                <c:pt idx="198">
                  <c:v>46106</c:v>
                </c:pt>
                <c:pt idx="199">
                  <c:v>46107</c:v>
                </c:pt>
                <c:pt idx="200">
                  <c:v>46108</c:v>
                </c:pt>
                <c:pt idx="201">
                  <c:v>46111</c:v>
                </c:pt>
                <c:pt idx="202">
                  <c:v>46112</c:v>
                </c:pt>
                <c:pt idx="203">
                  <c:v>46113</c:v>
                </c:pt>
                <c:pt idx="204">
                  <c:v>46114</c:v>
                </c:pt>
                <c:pt idx="205">
                  <c:v>46118</c:v>
                </c:pt>
                <c:pt idx="206">
                  <c:v>46119</c:v>
                </c:pt>
                <c:pt idx="207">
                  <c:v>46120</c:v>
                </c:pt>
                <c:pt idx="208">
                  <c:v>46121</c:v>
                </c:pt>
                <c:pt idx="209">
                  <c:v>46122</c:v>
                </c:pt>
                <c:pt idx="210">
                  <c:v>46125</c:v>
                </c:pt>
                <c:pt idx="211">
                  <c:v>46126</c:v>
                </c:pt>
                <c:pt idx="212">
                  <c:v>46127</c:v>
                </c:pt>
                <c:pt idx="213">
                  <c:v>46128</c:v>
                </c:pt>
                <c:pt idx="214">
                  <c:v>46129</c:v>
                </c:pt>
                <c:pt idx="215">
                  <c:v>46132</c:v>
                </c:pt>
                <c:pt idx="216">
                  <c:v>46134</c:v>
                </c:pt>
                <c:pt idx="217">
                  <c:v>46135</c:v>
                </c:pt>
                <c:pt idx="218">
                  <c:v>46136</c:v>
                </c:pt>
                <c:pt idx="219">
                  <c:v>46139</c:v>
                </c:pt>
                <c:pt idx="220">
                  <c:v>46140</c:v>
                </c:pt>
                <c:pt idx="221">
                  <c:v>46141</c:v>
                </c:pt>
                <c:pt idx="222">
                  <c:v>46142</c:v>
                </c:pt>
                <c:pt idx="223">
                  <c:v>46146</c:v>
                </c:pt>
                <c:pt idx="224">
                  <c:v>46147</c:v>
                </c:pt>
                <c:pt idx="225">
                  <c:v>46148</c:v>
                </c:pt>
                <c:pt idx="226">
                  <c:v>46149</c:v>
                </c:pt>
                <c:pt idx="227">
                  <c:v>46150</c:v>
                </c:pt>
                <c:pt idx="228">
                  <c:v>46153</c:v>
                </c:pt>
                <c:pt idx="229">
                  <c:v>46154</c:v>
                </c:pt>
                <c:pt idx="230">
                  <c:v>46155</c:v>
                </c:pt>
                <c:pt idx="231">
                  <c:v>46156</c:v>
                </c:pt>
                <c:pt idx="232">
                  <c:v>46157</c:v>
                </c:pt>
                <c:pt idx="233">
                  <c:v>46160</c:v>
                </c:pt>
                <c:pt idx="234">
                  <c:v>46161</c:v>
                </c:pt>
                <c:pt idx="235">
                  <c:v>46162</c:v>
                </c:pt>
                <c:pt idx="236">
                  <c:v>46163</c:v>
                </c:pt>
                <c:pt idx="237">
                  <c:v>46164</c:v>
                </c:pt>
                <c:pt idx="238">
                  <c:v>46167</c:v>
                </c:pt>
                <c:pt idx="239">
                  <c:v>46168</c:v>
                </c:pt>
                <c:pt idx="240">
                  <c:v>46169</c:v>
                </c:pt>
                <c:pt idx="241">
                  <c:v>46170</c:v>
                </c:pt>
                <c:pt idx="242">
                  <c:v>46171</c:v>
                </c:pt>
                <c:pt idx="243">
                  <c:v>46174</c:v>
                </c:pt>
                <c:pt idx="244">
                  <c:v>46175</c:v>
                </c:pt>
                <c:pt idx="245">
                  <c:v>46176</c:v>
                </c:pt>
                <c:pt idx="246">
                  <c:v>46178</c:v>
                </c:pt>
                <c:pt idx="247">
                  <c:v>46181</c:v>
                </c:pt>
                <c:pt idx="248">
                  <c:v>46182</c:v>
                </c:pt>
                <c:pt idx="249">
                  <c:v>46183</c:v>
                </c:pt>
                <c:pt idx="250">
                  <c:v>46184</c:v>
                </c:pt>
                <c:pt idx="251">
                  <c:v>46185</c:v>
                </c:pt>
                <c:pt idx="252">
                  <c:v>46188</c:v>
                </c:pt>
                <c:pt idx="253">
                  <c:v>46189</c:v>
                </c:pt>
                <c:pt idx="254">
                  <c:v>46190</c:v>
                </c:pt>
                <c:pt idx="255">
                  <c:v>46191</c:v>
                </c:pt>
                <c:pt idx="256">
                  <c:v>46192</c:v>
                </c:pt>
                <c:pt idx="257">
                  <c:v>46195</c:v>
                </c:pt>
                <c:pt idx="258">
                  <c:v>46196</c:v>
                </c:pt>
                <c:pt idx="259">
                  <c:v>46197</c:v>
                </c:pt>
                <c:pt idx="260">
                  <c:v>46198</c:v>
                </c:pt>
                <c:pt idx="261">
                  <c:v>46199</c:v>
                </c:pt>
                <c:pt idx="262">
                  <c:v>46202</c:v>
                </c:pt>
                <c:pt idx="263">
                  <c:v>46203</c:v>
                </c:pt>
                <c:pt idx="264">
                  <c:v>46204</c:v>
                </c:pt>
                <c:pt idx="265">
                  <c:v>46205</c:v>
                </c:pt>
                <c:pt idx="266">
                  <c:v>46206</c:v>
                </c:pt>
                <c:pt idx="267">
                  <c:v>46209</c:v>
                </c:pt>
                <c:pt idx="268">
                  <c:v>46210</c:v>
                </c:pt>
                <c:pt idx="269">
                  <c:v>46211</c:v>
                </c:pt>
                <c:pt idx="270">
                  <c:v>46212</c:v>
                </c:pt>
                <c:pt idx="271">
                  <c:v>46213</c:v>
                </c:pt>
                <c:pt idx="272">
                  <c:v>46216</c:v>
                </c:pt>
                <c:pt idx="273">
                  <c:v>46217</c:v>
                </c:pt>
                <c:pt idx="274">
                  <c:v>46218</c:v>
                </c:pt>
                <c:pt idx="275">
                  <c:v>46219</c:v>
                </c:pt>
                <c:pt idx="276">
                  <c:v>46220</c:v>
                </c:pt>
                <c:pt idx="277">
                  <c:v>46223</c:v>
                </c:pt>
                <c:pt idx="278">
                  <c:v>46224</c:v>
                </c:pt>
                <c:pt idx="279">
                  <c:v>46225</c:v>
                </c:pt>
                <c:pt idx="280">
                  <c:v>46226</c:v>
                </c:pt>
                <c:pt idx="281">
                  <c:v>46227</c:v>
                </c:pt>
                <c:pt idx="282">
                  <c:v>46230</c:v>
                </c:pt>
                <c:pt idx="283">
                  <c:v>46231</c:v>
                </c:pt>
                <c:pt idx="284">
                  <c:v>46024</c:v>
                </c:pt>
                <c:pt idx="285">
                  <c:v>46027</c:v>
                </c:pt>
                <c:pt idx="286">
                  <c:v>46028</c:v>
                </c:pt>
                <c:pt idx="287">
                  <c:v>46029</c:v>
                </c:pt>
                <c:pt idx="288">
                  <c:v>46030</c:v>
                </c:pt>
                <c:pt idx="289">
                  <c:v>46031</c:v>
                </c:pt>
                <c:pt idx="290">
                  <c:v>46034</c:v>
                </c:pt>
                <c:pt idx="291">
                  <c:v>46035</c:v>
                </c:pt>
                <c:pt idx="292">
                  <c:v>46036</c:v>
                </c:pt>
                <c:pt idx="293">
                  <c:v>46037</c:v>
                </c:pt>
                <c:pt idx="294">
                  <c:v>46038</c:v>
                </c:pt>
                <c:pt idx="295">
                  <c:v>46041</c:v>
                </c:pt>
                <c:pt idx="296">
                  <c:v>46042</c:v>
                </c:pt>
                <c:pt idx="297">
                  <c:v>46043</c:v>
                </c:pt>
                <c:pt idx="298">
                  <c:v>46044</c:v>
                </c:pt>
                <c:pt idx="299">
                  <c:v>46045</c:v>
                </c:pt>
                <c:pt idx="300">
                  <c:v>46048</c:v>
                </c:pt>
                <c:pt idx="301">
                  <c:v>46049</c:v>
                </c:pt>
                <c:pt idx="302">
                  <c:v>46050</c:v>
                </c:pt>
                <c:pt idx="303">
                  <c:v>46051</c:v>
                </c:pt>
                <c:pt idx="304">
                  <c:v>46052</c:v>
                </c:pt>
                <c:pt idx="305">
                  <c:v>46055</c:v>
                </c:pt>
                <c:pt idx="306">
                  <c:v>46056</c:v>
                </c:pt>
                <c:pt idx="307">
                  <c:v>46057</c:v>
                </c:pt>
                <c:pt idx="308">
                  <c:v>46058</c:v>
                </c:pt>
                <c:pt idx="309">
                  <c:v>46059</c:v>
                </c:pt>
                <c:pt idx="310">
                  <c:v>46062</c:v>
                </c:pt>
                <c:pt idx="311">
                  <c:v>46063</c:v>
                </c:pt>
                <c:pt idx="312">
                  <c:v>46064</c:v>
                </c:pt>
                <c:pt idx="313">
                  <c:v>46065</c:v>
                </c:pt>
                <c:pt idx="314">
                  <c:v>46066</c:v>
                </c:pt>
                <c:pt idx="315">
                  <c:v>46071</c:v>
                </c:pt>
                <c:pt idx="316">
                  <c:v>46072</c:v>
                </c:pt>
                <c:pt idx="317">
                  <c:v>46073</c:v>
                </c:pt>
                <c:pt idx="318">
                  <c:v>46076</c:v>
                </c:pt>
                <c:pt idx="319">
                  <c:v>46077</c:v>
                </c:pt>
                <c:pt idx="320">
                  <c:v>46078</c:v>
                </c:pt>
                <c:pt idx="321">
                  <c:v>46079</c:v>
                </c:pt>
                <c:pt idx="322">
                  <c:v>46080</c:v>
                </c:pt>
                <c:pt idx="323">
                  <c:v>46083</c:v>
                </c:pt>
                <c:pt idx="324">
                  <c:v>46084</c:v>
                </c:pt>
                <c:pt idx="325">
                  <c:v>46085</c:v>
                </c:pt>
                <c:pt idx="326">
                  <c:v>46086</c:v>
                </c:pt>
                <c:pt idx="327">
                  <c:v>46087</c:v>
                </c:pt>
                <c:pt idx="328">
                  <c:v>46090</c:v>
                </c:pt>
                <c:pt idx="329">
                  <c:v>46091</c:v>
                </c:pt>
                <c:pt idx="330">
                  <c:v>46092</c:v>
                </c:pt>
                <c:pt idx="331">
                  <c:v>46093</c:v>
                </c:pt>
                <c:pt idx="332">
                  <c:v>46094</c:v>
                </c:pt>
                <c:pt idx="333">
                  <c:v>46097</c:v>
                </c:pt>
                <c:pt idx="334">
                  <c:v>46098</c:v>
                </c:pt>
                <c:pt idx="335">
                  <c:v>46099</c:v>
                </c:pt>
                <c:pt idx="336">
                  <c:v>46100</c:v>
                </c:pt>
                <c:pt idx="337">
                  <c:v>46101</c:v>
                </c:pt>
                <c:pt idx="338">
                  <c:v>46104</c:v>
                </c:pt>
                <c:pt idx="339">
                  <c:v>46105</c:v>
                </c:pt>
                <c:pt idx="340">
                  <c:v>46106</c:v>
                </c:pt>
                <c:pt idx="341">
                  <c:v>46107</c:v>
                </c:pt>
                <c:pt idx="342">
                  <c:v>46108</c:v>
                </c:pt>
                <c:pt idx="343">
                  <c:v>46111</c:v>
                </c:pt>
                <c:pt idx="344">
                  <c:v>46112</c:v>
                </c:pt>
                <c:pt idx="345">
                  <c:v>46113</c:v>
                </c:pt>
                <c:pt idx="346">
                  <c:v>46114</c:v>
                </c:pt>
                <c:pt idx="347">
                  <c:v>46118</c:v>
                </c:pt>
                <c:pt idx="348">
                  <c:v>46119</c:v>
                </c:pt>
                <c:pt idx="349">
                  <c:v>46120</c:v>
                </c:pt>
                <c:pt idx="350">
                  <c:v>46121</c:v>
                </c:pt>
                <c:pt idx="351">
                  <c:v>46122</c:v>
                </c:pt>
                <c:pt idx="352">
                  <c:v>46125</c:v>
                </c:pt>
                <c:pt idx="353">
                  <c:v>46126</c:v>
                </c:pt>
                <c:pt idx="354">
                  <c:v>46127</c:v>
                </c:pt>
                <c:pt idx="355">
                  <c:v>46128</c:v>
                </c:pt>
                <c:pt idx="356">
                  <c:v>46129</c:v>
                </c:pt>
                <c:pt idx="357">
                  <c:v>46132</c:v>
                </c:pt>
                <c:pt idx="358">
                  <c:v>46134</c:v>
                </c:pt>
                <c:pt idx="359">
                  <c:v>46135</c:v>
                </c:pt>
                <c:pt idx="360">
                  <c:v>46136</c:v>
                </c:pt>
                <c:pt idx="361">
                  <c:v>46139</c:v>
                </c:pt>
                <c:pt idx="362">
                  <c:v>46140</c:v>
                </c:pt>
                <c:pt idx="363">
                  <c:v>46141</c:v>
                </c:pt>
                <c:pt idx="364">
                  <c:v>46142</c:v>
                </c:pt>
                <c:pt idx="365">
                  <c:v>46146</c:v>
                </c:pt>
                <c:pt idx="366">
                  <c:v>46147</c:v>
                </c:pt>
                <c:pt idx="367">
                  <c:v>46148</c:v>
                </c:pt>
                <c:pt idx="368">
                  <c:v>46149</c:v>
                </c:pt>
                <c:pt idx="369">
                  <c:v>46150</c:v>
                </c:pt>
                <c:pt idx="370">
                  <c:v>46153</c:v>
                </c:pt>
                <c:pt idx="371">
                  <c:v>46154</c:v>
                </c:pt>
                <c:pt idx="372">
                  <c:v>46155</c:v>
                </c:pt>
                <c:pt idx="373">
                  <c:v>46156</c:v>
                </c:pt>
                <c:pt idx="374">
                  <c:v>46157</c:v>
                </c:pt>
                <c:pt idx="375">
                  <c:v>46160</c:v>
                </c:pt>
                <c:pt idx="376">
                  <c:v>46161</c:v>
                </c:pt>
                <c:pt idx="377">
                  <c:v>46162</c:v>
                </c:pt>
                <c:pt idx="378">
                  <c:v>46163</c:v>
                </c:pt>
                <c:pt idx="379">
                  <c:v>46164</c:v>
                </c:pt>
                <c:pt idx="380">
                  <c:v>46167</c:v>
                </c:pt>
                <c:pt idx="381">
                  <c:v>46168</c:v>
                </c:pt>
                <c:pt idx="382">
                  <c:v>46169</c:v>
                </c:pt>
                <c:pt idx="383">
                  <c:v>46170</c:v>
                </c:pt>
                <c:pt idx="384">
                  <c:v>46171</c:v>
                </c:pt>
                <c:pt idx="385">
                  <c:v>46174</c:v>
                </c:pt>
                <c:pt idx="386">
                  <c:v>46175</c:v>
                </c:pt>
                <c:pt idx="387">
                  <c:v>46176</c:v>
                </c:pt>
                <c:pt idx="388">
                  <c:v>46178</c:v>
                </c:pt>
                <c:pt idx="389">
                  <c:v>46181</c:v>
                </c:pt>
                <c:pt idx="390">
                  <c:v>46182</c:v>
                </c:pt>
                <c:pt idx="391">
                  <c:v>46183</c:v>
                </c:pt>
                <c:pt idx="392">
                  <c:v>46184</c:v>
                </c:pt>
                <c:pt idx="393">
                  <c:v>46185</c:v>
                </c:pt>
                <c:pt idx="394">
                  <c:v>46188</c:v>
                </c:pt>
                <c:pt idx="395">
                  <c:v>46189</c:v>
                </c:pt>
                <c:pt idx="396">
                  <c:v>46190</c:v>
                </c:pt>
                <c:pt idx="397">
                  <c:v>46191</c:v>
                </c:pt>
                <c:pt idx="398">
                  <c:v>46192</c:v>
                </c:pt>
                <c:pt idx="399">
                  <c:v>46195</c:v>
                </c:pt>
                <c:pt idx="400">
                  <c:v>46196</c:v>
                </c:pt>
                <c:pt idx="401">
                  <c:v>46197</c:v>
                </c:pt>
                <c:pt idx="402">
                  <c:v>46198</c:v>
                </c:pt>
                <c:pt idx="403">
                  <c:v>46199</c:v>
                </c:pt>
                <c:pt idx="404">
                  <c:v>46202</c:v>
                </c:pt>
                <c:pt idx="405">
                  <c:v>46203</c:v>
                </c:pt>
                <c:pt idx="406">
                  <c:v>46204</c:v>
                </c:pt>
                <c:pt idx="407">
                  <c:v>46205</c:v>
                </c:pt>
                <c:pt idx="408">
                  <c:v>46206</c:v>
                </c:pt>
                <c:pt idx="409">
                  <c:v>46209</c:v>
                </c:pt>
                <c:pt idx="410">
                  <c:v>46210</c:v>
                </c:pt>
                <c:pt idx="411">
                  <c:v>46211</c:v>
                </c:pt>
                <c:pt idx="412">
                  <c:v>46212</c:v>
                </c:pt>
                <c:pt idx="413">
                  <c:v>46213</c:v>
                </c:pt>
                <c:pt idx="414">
                  <c:v>46216</c:v>
                </c:pt>
                <c:pt idx="415">
                  <c:v>46217</c:v>
                </c:pt>
                <c:pt idx="416">
                  <c:v>46218</c:v>
                </c:pt>
                <c:pt idx="417">
                  <c:v>46219</c:v>
                </c:pt>
                <c:pt idx="418">
                  <c:v>46220</c:v>
                </c:pt>
                <c:pt idx="419">
                  <c:v>46223</c:v>
                </c:pt>
                <c:pt idx="420">
                  <c:v>46224</c:v>
                </c:pt>
                <c:pt idx="421">
                  <c:v>46225</c:v>
                </c:pt>
                <c:pt idx="422">
                  <c:v>46226</c:v>
                </c:pt>
                <c:pt idx="423">
                  <c:v>46227</c:v>
                </c:pt>
                <c:pt idx="424">
                  <c:v>46230</c:v>
                </c:pt>
                <c:pt idx="425">
                  <c:v>46231</c:v>
                </c:pt>
                <c:pt idx="426">
                  <c:v>46024</c:v>
                </c:pt>
                <c:pt idx="427">
                  <c:v>46027</c:v>
                </c:pt>
                <c:pt idx="428">
                  <c:v>46028</c:v>
                </c:pt>
                <c:pt idx="429">
                  <c:v>46029</c:v>
                </c:pt>
                <c:pt idx="430">
                  <c:v>46030</c:v>
                </c:pt>
                <c:pt idx="431">
                  <c:v>46031</c:v>
                </c:pt>
                <c:pt idx="432">
                  <c:v>46034</c:v>
                </c:pt>
                <c:pt idx="433">
                  <c:v>46035</c:v>
                </c:pt>
                <c:pt idx="434">
                  <c:v>46036</c:v>
                </c:pt>
                <c:pt idx="435">
                  <c:v>46037</c:v>
                </c:pt>
                <c:pt idx="436">
                  <c:v>46038</c:v>
                </c:pt>
                <c:pt idx="437">
                  <c:v>46041</c:v>
                </c:pt>
                <c:pt idx="438">
                  <c:v>46042</c:v>
                </c:pt>
                <c:pt idx="439">
                  <c:v>46043</c:v>
                </c:pt>
                <c:pt idx="440">
                  <c:v>46044</c:v>
                </c:pt>
                <c:pt idx="441">
                  <c:v>46045</c:v>
                </c:pt>
                <c:pt idx="442">
                  <c:v>46048</c:v>
                </c:pt>
                <c:pt idx="443">
                  <c:v>46049</c:v>
                </c:pt>
                <c:pt idx="444">
                  <c:v>46050</c:v>
                </c:pt>
                <c:pt idx="445">
                  <c:v>46051</c:v>
                </c:pt>
                <c:pt idx="446">
                  <c:v>46052</c:v>
                </c:pt>
                <c:pt idx="447">
                  <c:v>46055</c:v>
                </c:pt>
                <c:pt idx="448">
                  <c:v>46056</c:v>
                </c:pt>
                <c:pt idx="449">
                  <c:v>46057</c:v>
                </c:pt>
                <c:pt idx="450">
                  <c:v>46058</c:v>
                </c:pt>
                <c:pt idx="451">
                  <c:v>46059</c:v>
                </c:pt>
                <c:pt idx="452">
                  <c:v>46062</c:v>
                </c:pt>
                <c:pt idx="453">
                  <c:v>46063</c:v>
                </c:pt>
                <c:pt idx="454">
                  <c:v>46064</c:v>
                </c:pt>
                <c:pt idx="455">
                  <c:v>46065</c:v>
                </c:pt>
                <c:pt idx="456">
                  <c:v>46066</c:v>
                </c:pt>
                <c:pt idx="457">
                  <c:v>46071</c:v>
                </c:pt>
                <c:pt idx="458">
                  <c:v>46072</c:v>
                </c:pt>
                <c:pt idx="459">
                  <c:v>46073</c:v>
                </c:pt>
                <c:pt idx="460">
                  <c:v>46076</c:v>
                </c:pt>
                <c:pt idx="461">
                  <c:v>46077</c:v>
                </c:pt>
                <c:pt idx="462">
                  <c:v>46078</c:v>
                </c:pt>
                <c:pt idx="463">
                  <c:v>46079</c:v>
                </c:pt>
                <c:pt idx="464">
                  <c:v>46080</c:v>
                </c:pt>
                <c:pt idx="465">
                  <c:v>46083</c:v>
                </c:pt>
                <c:pt idx="466">
                  <c:v>46084</c:v>
                </c:pt>
                <c:pt idx="467">
                  <c:v>46085</c:v>
                </c:pt>
                <c:pt idx="468">
                  <c:v>46086</c:v>
                </c:pt>
                <c:pt idx="469">
                  <c:v>46087</c:v>
                </c:pt>
                <c:pt idx="470">
                  <c:v>46090</c:v>
                </c:pt>
                <c:pt idx="471">
                  <c:v>46091</c:v>
                </c:pt>
                <c:pt idx="472">
                  <c:v>46092</c:v>
                </c:pt>
                <c:pt idx="473">
                  <c:v>46093</c:v>
                </c:pt>
                <c:pt idx="474">
                  <c:v>46094</c:v>
                </c:pt>
                <c:pt idx="475">
                  <c:v>46097</c:v>
                </c:pt>
                <c:pt idx="476">
                  <c:v>46098</c:v>
                </c:pt>
                <c:pt idx="477">
                  <c:v>46099</c:v>
                </c:pt>
                <c:pt idx="478">
                  <c:v>46100</c:v>
                </c:pt>
                <c:pt idx="479">
                  <c:v>46101</c:v>
                </c:pt>
                <c:pt idx="480">
                  <c:v>46104</c:v>
                </c:pt>
                <c:pt idx="481">
                  <c:v>46105</c:v>
                </c:pt>
                <c:pt idx="482">
                  <c:v>46106</c:v>
                </c:pt>
                <c:pt idx="483">
                  <c:v>46107</c:v>
                </c:pt>
                <c:pt idx="484">
                  <c:v>46108</c:v>
                </c:pt>
                <c:pt idx="485">
                  <c:v>46111</c:v>
                </c:pt>
                <c:pt idx="486">
                  <c:v>46112</c:v>
                </c:pt>
                <c:pt idx="487">
                  <c:v>46113</c:v>
                </c:pt>
                <c:pt idx="488">
                  <c:v>46114</c:v>
                </c:pt>
                <c:pt idx="489">
                  <c:v>46118</c:v>
                </c:pt>
                <c:pt idx="490">
                  <c:v>46119</c:v>
                </c:pt>
                <c:pt idx="491">
                  <c:v>46120</c:v>
                </c:pt>
                <c:pt idx="492">
                  <c:v>46121</c:v>
                </c:pt>
                <c:pt idx="493">
                  <c:v>46122</c:v>
                </c:pt>
                <c:pt idx="494">
                  <c:v>46125</c:v>
                </c:pt>
                <c:pt idx="495">
                  <c:v>46126</c:v>
                </c:pt>
                <c:pt idx="496">
                  <c:v>46127</c:v>
                </c:pt>
                <c:pt idx="497">
                  <c:v>46128</c:v>
                </c:pt>
                <c:pt idx="498">
                  <c:v>46129</c:v>
                </c:pt>
                <c:pt idx="499">
                  <c:v>46132</c:v>
                </c:pt>
                <c:pt idx="500">
                  <c:v>46134</c:v>
                </c:pt>
                <c:pt idx="501">
                  <c:v>46135</c:v>
                </c:pt>
                <c:pt idx="502">
                  <c:v>46136</c:v>
                </c:pt>
                <c:pt idx="503">
                  <c:v>46139</c:v>
                </c:pt>
                <c:pt idx="504">
                  <c:v>46140</c:v>
                </c:pt>
                <c:pt idx="505">
                  <c:v>46141</c:v>
                </c:pt>
                <c:pt idx="506">
                  <c:v>46142</c:v>
                </c:pt>
                <c:pt idx="507">
                  <c:v>46146</c:v>
                </c:pt>
                <c:pt idx="508">
                  <c:v>46147</c:v>
                </c:pt>
                <c:pt idx="509">
                  <c:v>46148</c:v>
                </c:pt>
                <c:pt idx="510">
                  <c:v>46149</c:v>
                </c:pt>
                <c:pt idx="511">
                  <c:v>46150</c:v>
                </c:pt>
                <c:pt idx="512">
                  <c:v>46153</c:v>
                </c:pt>
                <c:pt idx="513">
                  <c:v>46154</c:v>
                </c:pt>
                <c:pt idx="514">
                  <c:v>46155</c:v>
                </c:pt>
                <c:pt idx="515">
                  <c:v>46156</c:v>
                </c:pt>
                <c:pt idx="516">
                  <c:v>46157</c:v>
                </c:pt>
                <c:pt idx="517">
                  <c:v>46160</c:v>
                </c:pt>
                <c:pt idx="518">
                  <c:v>46161</c:v>
                </c:pt>
                <c:pt idx="519">
                  <c:v>46162</c:v>
                </c:pt>
                <c:pt idx="520">
                  <c:v>46163</c:v>
                </c:pt>
                <c:pt idx="521">
                  <c:v>46164</c:v>
                </c:pt>
                <c:pt idx="522">
                  <c:v>46167</c:v>
                </c:pt>
                <c:pt idx="523">
                  <c:v>46168</c:v>
                </c:pt>
                <c:pt idx="524">
                  <c:v>46169</c:v>
                </c:pt>
                <c:pt idx="525">
                  <c:v>46170</c:v>
                </c:pt>
                <c:pt idx="526">
                  <c:v>46171</c:v>
                </c:pt>
                <c:pt idx="527">
                  <c:v>46174</c:v>
                </c:pt>
                <c:pt idx="528">
                  <c:v>46175</c:v>
                </c:pt>
                <c:pt idx="529">
                  <c:v>46176</c:v>
                </c:pt>
                <c:pt idx="530">
                  <c:v>46178</c:v>
                </c:pt>
                <c:pt idx="531">
                  <c:v>46181</c:v>
                </c:pt>
                <c:pt idx="532">
                  <c:v>46182</c:v>
                </c:pt>
                <c:pt idx="533">
                  <c:v>46183</c:v>
                </c:pt>
                <c:pt idx="534">
                  <c:v>46184</c:v>
                </c:pt>
                <c:pt idx="535">
                  <c:v>46185</c:v>
                </c:pt>
                <c:pt idx="536">
                  <c:v>46188</c:v>
                </c:pt>
                <c:pt idx="537">
                  <c:v>46189</c:v>
                </c:pt>
                <c:pt idx="538">
                  <c:v>46190</c:v>
                </c:pt>
                <c:pt idx="539">
                  <c:v>46191</c:v>
                </c:pt>
                <c:pt idx="540">
                  <c:v>46192</c:v>
                </c:pt>
                <c:pt idx="541">
                  <c:v>46195</c:v>
                </c:pt>
                <c:pt idx="542">
                  <c:v>46196</c:v>
                </c:pt>
                <c:pt idx="543">
                  <c:v>46197</c:v>
                </c:pt>
                <c:pt idx="544">
                  <c:v>46198</c:v>
                </c:pt>
                <c:pt idx="545">
                  <c:v>46199</c:v>
                </c:pt>
                <c:pt idx="546">
                  <c:v>46202</c:v>
                </c:pt>
                <c:pt idx="547">
                  <c:v>46203</c:v>
                </c:pt>
                <c:pt idx="548">
                  <c:v>46204</c:v>
                </c:pt>
                <c:pt idx="549">
                  <c:v>46205</c:v>
                </c:pt>
                <c:pt idx="550">
                  <c:v>46206</c:v>
                </c:pt>
                <c:pt idx="551">
                  <c:v>46209</c:v>
                </c:pt>
                <c:pt idx="552">
                  <c:v>46210</c:v>
                </c:pt>
                <c:pt idx="553">
                  <c:v>46211</c:v>
                </c:pt>
                <c:pt idx="554">
                  <c:v>46212</c:v>
                </c:pt>
                <c:pt idx="555">
                  <c:v>46213</c:v>
                </c:pt>
                <c:pt idx="556">
                  <c:v>46216</c:v>
                </c:pt>
                <c:pt idx="557">
                  <c:v>46217</c:v>
                </c:pt>
                <c:pt idx="558">
                  <c:v>46218</c:v>
                </c:pt>
                <c:pt idx="559">
                  <c:v>46219</c:v>
                </c:pt>
                <c:pt idx="560">
                  <c:v>46220</c:v>
                </c:pt>
                <c:pt idx="561">
                  <c:v>46223</c:v>
                </c:pt>
                <c:pt idx="562">
                  <c:v>46224</c:v>
                </c:pt>
                <c:pt idx="563">
                  <c:v>46225</c:v>
                </c:pt>
                <c:pt idx="564">
                  <c:v>46226</c:v>
                </c:pt>
                <c:pt idx="565">
                  <c:v>46227</c:v>
                </c:pt>
                <c:pt idx="566">
                  <c:v>46230</c:v>
                </c:pt>
                <c:pt idx="567">
                  <c:v>46231</c:v>
                </c:pt>
              </c:numCache>
            </c:numRef>
          </c:cat>
          <c:val>
            <c:numRef>
              <c:f>Foreign!$F$3:$F$570</c:f>
              <c:numCache>
                <c:formatCode>0.00</c:formatCode>
                <c:ptCount val="568"/>
                <c:pt idx="0">
                  <c:v>-0.1248909857947202</c:v>
                </c:pt>
                <c:pt idx="1">
                  <c:v>-0.21869815132931539</c:v>
                </c:pt>
                <c:pt idx="2">
                  <c:v>-0.2429555471751626</c:v>
                </c:pt>
                <c:pt idx="3">
                  <c:v>-9.8088391558937643E-2</c:v>
                </c:pt>
                <c:pt idx="4">
                  <c:v>-4.3642285725028172E-2</c:v>
                </c:pt>
                <c:pt idx="5">
                  <c:v>-4.8431645168841041E-2</c:v>
                </c:pt>
                <c:pt idx="6">
                  <c:v>4.814799457075198E-2</c:v>
                </c:pt>
                <c:pt idx="7">
                  <c:v>3.5487862822773587E-2</c:v>
                </c:pt>
                <c:pt idx="8">
                  <c:v>9.3746179743863303E-3</c:v>
                </c:pt>
                <c:pt idx="9">
                  <c:v>0.1062082637451259</c:v>
                </c:pt>
                <c:pt idx="10">
                  <c:v>0.21321237825479469</c:v>
                </c:pt>
                <c:pt idx="11">
                  <c:v>0.19052006249268369</c:v>
                </c:pt>
                <c:pt idx="12">
                  <c:v>0.20911702643328769</c:v>
                </c:pt>
                <c:pt idx="13">
                  <c:v>0.21065708583307299</c:v>
                </c:pt>
                <c:pt idx="14">
                  <c:v>0.306071089301509</c:v>
                </c:pt>
                <c:pt idx="15">
                  <c:v>0.33407555542128459</c:v>
                </c:pt>
                <c:pt idx="16">
                  <c:v>0.45591618345413182</c:v>
                </c:pt>
                <c:pt idx="17">
                  <c:v>0.49323238814266429</c:v>
                </c:pt>
                <c:pt idx="18">
                  <c:v>0.45876606844455092</c:v>
                </c:pt>
                <c:pt idx="19">
                  <c:v>0.51068781373342587</c:v>
                </c:pt>
                <c:pt idx="20">
                  <c:v>0.52981555368396893</c:v>
                </c:pt>
                <c:pt idx="21">
                  <c:v>0.55030537817976244</c:v>
                </c:pt>
                <c:pt idx="22">
                  <c:v>0.55886355670091936</c:v>
                </c:pt>
                <c:pt idx="23">
                  <c:v>0.52202246570662769</c:v>
                </c:pt>
                <c:pt idx="24">
                  <c:v>0.55534986910106721</c:v>
                </c:pt>
                <c:pt idx="25">
                  <c:v>0.53782804520363148</c:v>
                </c:pt>
                <c:pt idx="26">
                  <c:v>0.61776445377170663</c:v>
                </c:pt>
                <c:pt idx="27">
                  <c:v>0.60137870100171342</c:v>
                </c:pt>
                <c:pt idx="28">
                  <c:v>0.67238137184987301</c:v>
                </c:pt>
                <c:pt idx="29">
                  <c:v>0.76927184131296189</c:v>
                </c:pt>
                <c:pt idx="30">
                  <c:v>0.72688696575827483</c:v>
                </c:pt>
                <c:pt idx="31">
                  <c:v>0.75883742879790583</c:v>
                </c:pt>
                <c:pt idx="32">
                  <c:v>0.89539640881531379</c:v>
                </c:pt>
                <c:pt idx="33">
                  <c:v>0.97423316479380095</c:v>
                </c:pt>
                <c:pt idx="34">
                  <c:v>1.056435804766749</c:v>
                </c:pt>
                <c:pt idx="35">
                  <c:v>1.130592377702853</c:v>
                </c:pt>
                <c:pt idx="36">
                  <c:v>1.1357042477416559</c:v>
                </c:pt>
                <c:pt idx="37">
                  <c:v>1.148398681837302</c:v>
                </c:pt>
                <c:pt idx="38">
                  <c:v>1.1164359222592271</c:v>
                </c:pt>
                <c:pt idx="39">
                  <c:v>1.1012265583935079</c:v>
                </c:pt>
                <c:pt idx="40">
                  <c:v>1.077806008660523</c:v>
                </c:pt>
                <c:pt idx="41">
                  <c:v>1.0733482302316459</c:v>
                </c:pt>
                <c:pt idx="42">
                  <c:v>1.0486956893830159</c:v>
                </c:pt>
                <c:pt idx="43">
                  <c:v>1.069218525980562</c:v>
                </c:pt>
                <c:pt idx="44">
                  <c:v>1.0815201376191581</c:v>
                </c:pt>
                <c:pt idx="45">
                  <c:v>1.0689198137858369</c:v>
                </c:pt>
                <c:pt idx="46">
                  <c:v>1.0428308882820809</c:v>
                </c:pt>
                <c:pt idx="47">
                  <c:v>1.0868634599964</c:v>
                </c:pt>
                <c:pt idx="48">
                  <c:v>1.184363066305065</c:v>
                </c:pt>
                <c:pt idx="49">
                  <c:v>1.216871942980237</c:v>
                </c:pt>
                <c:pt idx="50">
                  <c:v>1.309999403973459</c:v>
                </c:pt>
                <c:pt idx="51">
                  <c:v>1.318161850465311</c:v>
                </c:pt>
                <c:pt idx="52">
                  <c:v>1.310438347975017</c:v>
                </c:pt>
                <c:pt idx="53">
                  <c:v>1.206446822112325</c:v>
                </c:pt>
                <c:pt idx="54">
                  <c:v>1.183327038749141</c:v>
                </c:pt>
                <c:pt idx="55">
                  <c:v>1.2048183869957381</c:v>
                </c:pt>
                <c:pt idx="56">
                  <c:v>1.278875013541303</c:v>
                </c:pt>
                <c:pt idx="57">
                  <c:v>1.290536752060377</c:v>
                </c:pt>
                <c:pt idx="58">
                  <c:v>1.348693326956701</c:v>
                </c:pt>
                <c:pt idx="59">
                  <c:v>1.4078597729027871</c:v>
                </c:pt>
                <c:pt idx="60">
                  <c:v>1.448400252653713</c:v>
                </c:pt>
                <c:pt idx="61">
                  <c:v>1.5052019862868591</c:v>
                </c:pt>
                <c:pt idx="62">
                  <c:v>1.4873181215615461</c:v>
                </c:pt>
                <c:pt idx="63">
                  <c:v>1.468951349641505</c:v>
                </c:pt>
                <c:pt idx="64">
                  <c:v>1.379084476464008</c:v>
                </c:pt>
                <c:pt idx="65">
                  <c:v>1.492131512163724</c:v>
                </c:pt>
                <c:pt idx="66">
                  <c:v>1.643166557457302</c:v>
                </c:pt>
                <c:pt idx="67">
                  <c:v>1.7984902853714371</c:v>
                </c:pt>
                <c:pt idx="68">
                  <c:v>1.783427619565056</c:v>
                </c:pt>
                <c:pt idx="69">
                  <c:v>1.830275148069445</c:v>
                </c:pt>
                <c:pt idx="70">
                  <c:v>1.6696717331181721</c:v>
                </c:pt>
                <c:pt idx="71">
                  <c:v>1.6048276161162609</c:v>
                </c:pt>
                <c:pt idx="72">
                  <c:v>1.529333688466961</c:v>
                </c:pt>
                <c:pt idx="73">
                  <c:v>1.5042106768369901</c:v>
                </c:pt>
                <c:pt idx="74">
                  <c:v>1.4749015040199449</c:v>
                </c:pt>
                <c:pt idx="75">
                  <c:v>1.489573196053988</c:v>
                </c:pt>
                <c:pt idx="76">
                  <c:v>1.4349718707438139</c:v>
                </c:pt>
                <c:pt idx="77">
                  <c:v>1.361400851875159</c:v>
                </c:pt>
                <c:pt idx="78">
                  <c:v>1.3414645341072571</c:v>
                </c:pt>
                <c:pt idx="79">
                  <c:v>1.30973236417505</c:v>
                </c:pt>
                <c:pt idx="80">
                  <c:v>1.1846733505367291</c:v>
                </c:pt>
                <c:pt idx="81">
                  <c:v>1.122650417284518</c:v>
                </c:pt>
                <c:pt idx="82">
                  <c:v>1.2363436775294649</c:v>
                </c:pt>
                <c:pt idx="83">
                  <c:v>1.232109145646765</c:v>
                </c:pt>
                <c:pt idx="84">
                  <c:v>1.0413219492059931</c:v>
                </c:pt>
                <c:pt idx="85">
                  <c:v>1.0939847512811569</c:v>
                </c:pt>
                <c:pt idx="86">
                  <c:v>1.0807710542594411</c:v>
                </c:pt>
                <c:pt idx="87">
                  <c:v>1.0670453296188589</c:v>
                </c:pt>
                <c:pt idx="88">
                  <c:v>1.099405091259154</c:v>
                </c:pt>
                <c:pt idx="89">
                  <c:v>1.056493715668561</c:v>
                </c:pt>
                <c:pt idx="90">
                  <c:v>1.0386907900558819</c:v>
                </c:pt>
                <c:pt idx="91">
                  <c:v>0.98791735753496601</c:v>
                </c:pt>
                <c:pt idx="92">
                  <c:v>0.98133422908797974</c:v>
                </c:pt>
                <c:pt idx="93">
                  <c:v>0.92732037808557</c:v>
                </c:pt>
                <c:pt idx="94">
                  <c:v>0.80161590342440259</c:v>
                </c:pt>
                <c:pt idx="95">
                  <c:v>0.75476828103718785</c:v>
                </c:pt>
                <c:pt idx="96">
                  <c:v>0.72993601728709179</c:v>
                </c:pt>
                <c:pt idx="97">
                  <c:v>0.64996030533223048</c:v>
                </c:pt>
                <c:pt idx="98">
                  <c:v>0.56715976393300571</c:v>
                </c:pt>
                <c:pt idx="99">
                  <c:v>0.52974337917890135</c:v>
                </c:pt>
                <c:pt idx="100">
                  <c:v>0.45973777343386268</c:v>
                </c:pt>
                <c:pt idx="101">
                  <c:v>0.39619134099434938</c:v>
                </c:pt>
                <c:pt idx="102">
                  <c:v>0.38856040822273907</c:v>
                </c:pt>
                <c:pt idx="103">
                  <c:v>0.35277240643233099</c:v>
                </c:pt>
                <c:pt idx="104">
                  <c:v>0.38679883812993932</c:v>
                </c:pt>
                <c:pt idx="105">
                  <c:v>0.36268491117316071</c:v>
                </c:pt>
                <c:pt idx="106">
                  <c:v>0.3001934669148254</c:v>
                </c:pt>
                <c:pt idx="107">
                  <c:v>0.24825585933074851</c:v>
                </c:pt>
                <c:pt idx="108">
                  <c:v>0.15653366359307269</c:v>
                </c:pt>
                <c:pt idx="109">
                  <c:v>0.1203278072301124</c:v>
                </c:pt>
                <c:pt idx="110">
                  <c:v>0.2423152025467793</c:v>
                </c:pt>
                <c:pt idx="111">
                  <c:v>0.20704305332762099</c:v>
                </c:pt>
                <c:pt idx="112">
                  <c:v>0.22752731150811031</c:v>
                </c:pt>
                <c:pt idx="113">
                  <c:v>0.26356561025015762</c:v>
                </c:pt>
                <c:pt idx="114">
                  <c:v>0.26016465439122738</c:v>
                </c:pt>
                <c:pt idx="115">
                  <c:v>0.2275430343635797</c:v>
                </c:pt>
                <c:pt idx="116">
                  <c:v>0.23131908233796949</c:v>
                </c:pt>
                <c:pt idx="117">
                  <c:v>0.22227651536273679</c:v>
                </c:pt>
                <c:pt idx="118">
                  <c:v>0.23035103423697881</c:v>
                </c:pt>
                <c:pt idx="119">
                  <c:v>0.2337176228095825</c:v>
                </c:pt>
                <c:pt idx="120">
                  <c:v>0.2417900406162769</c:v>
                </c:pt>
                <c:pt idx="121">
                  <c:v>0.24782394477440781</c:v>
                </c:pt>
                <c:pt idx="122">
                  <c:v>0.18868741024721519</c:v>
                </c:pt>
                <c:pt idx="123">
                  <c:v>0.25158154634228769</c:v>
                </c:pt>
                <c:pt idx="124">
                  <c:v>0.28351816923307421</c:v>
                </c:pt>
                <c:pt idx="125">
                  <c:v>0.28642087684157552</c:v>
                </c:pt>
                <c:pt idx="126">
                  <c:v>0.32289574672618482</c:v>
                </c:pt>
                <c:pt idx="127">
                  <c:v>0.36022631019613921</c:v>
                </c:pt>
                <c:pt idx="128">
                  <c:v>0.33599233619043012</c:v>
                </c:pt>
                <c:pt idx="129">
                  <c:v>0.42930501383551972</c:v>
                </c:pt>
                <c:pt idx="130">
                  <c:v>0.41732682628656342</c:v>
                </c:pt>
                <c:pt idx="131">
                  <c:v>0.50582289796021818</c:v>
                </c:pt>
                <c:pt idx="132">
                  <c:v>0.50766786795961705</c:v>
                </c:pt>
                <c:pt idx="133">
                  <c:v>0.53474135445785065</c:v>
                </c:pt>
                <c:pt idx="134">
                  <c:v>0.56605457632343747</c:v>
                </c:pt>
                <c:pt idx="135">
                  <c:v>0.53732939721196515</c:v>
                </c:pt>
                <c:pt idx="136">
                  <c:v>0.53593529479587565</c:v>
                </c:pt>
                <c:pt idx="137">
                  <c:v>0.52593276384371945</c:v>
                </c:pt>
                <c:pt idx="138">
                  <c:v>0.51777344003061954</c:v>
                </c:pt>
                <c:pt idx="139">
                  <c:v>0.4234672211964694</c:v>
                </c:pt>
                <c:pt idx="140">
                  <c:v>0.40647390633520042</c:v>
                </c:pt>
                <c:pt idx="141">
                  <c:v>0.42842247619938378</c:v>
                </c:pt>
                <c:pt idx="142">
                  <c:v>-0.1248909857947202</c:v>
                </c:pt>
                <c:pt idx="143">
                  <c:v>-0.21869815132931539</c:v>
                </c:pt>
                <c:pt idx="144">
                  <c:v>-0.2429555471751626</c:v>
                </c:pt>
                <c:pt idx="145">
                  <c:v>-9.8088391558937643E-2</c:v>
                </c:pt>
                <c:pt idx="146">
                  <c:v>-4.3642285725028172E-2</c:v>
                </c:pt>
                <c:pt idx="147">
                  <c:v>-4.8431645168841041E-2</c:v>
                </c:pt>
                <c:pt idx="148">
                  <c:v>4.814799457075198E-2</c:v>
                </c:pt>
                <c:pt idx="149">
                  <c:v>3.5487862822773587E-2</c:v>
                </c:pt>
                <c:pt idx="150">
                  <c:v>9.3746179743863303E-3</c:v>
                </c:pt>
                <c:pt idx="151">
                  <c:v>0.1062082637451259</c:v>
                </c:pt>
                <c:pt idx="152">
                  <c:v>0.21321237825479469</c:v>
                </c:pt>
                <c:pt idx="153">
                  <c:v>0.19052006249268369</c:v>
                </c:pt>
                <c:pt idx="154">
                  <c:v>0.20911702643328769</c:v>
                </c:pt>
                <c:pt idx="155">
                  <c:v>0.21065708583307299</c:v>
                </c:pt>
                <c:pt idx="156">
                  <c:v>0.306071089301509</c:v>
                </c:pt>
                <c:pt idx="157">
                  <c:v>0.33407555542128459</c:v>
                </c:pt>
                <c:pt idx="158">
                  <c:v>0.45591618345413182</c:v>
                </c:pt>
                <c:pt idx="159">
                  <c:v>0.49323238814266429</c:v>
                </c:pt>
                <c:pt idx="160">
                  <c:v>0.45876606844455092</c:v>
                </c:pt>
                <c:pt idx="161">
                  <c:v>0.51068781373342587</c:v>
                </c:pt>
                <c:pt idx="162">
                  <c:v>0.52981555368396893</c:v>
                </c:pt>
                <c:pt idx="163">
                  <c:v>0.55030537817976244</c:v>
                </c:pt>
                <c:pt idx="164">
                  <c:v>0.55886355670091936</c:v>
                </c:pt>
                <c:pt idx="165">
                  <c:v>0.52202246570662769</c:v>
                </c:pt>
                <c:pt idx="166">
                  <c:v>0.55534986910106721</c:v>
                </c:pt>
                <c:pt idx="167">
                  <c:v>0.53782804520363148</c:v>
                </c:pt>
                <c:pt idx="168">
                  <c:v>0.61776445377170663</c:v>
                </c:pt>
                <c:pt idx="169">
                  <c:v>0.60137870100171342</c:v>
                </c:pt>
                <c:pt idx="170">
                  <c:v>0.67238137184987301</c:v>
                </c:pt>
                <c:pt idx="171">
                  <c:v>0.76927184131296189</c:v>
                </c:pt>
                <c:pt idx="172">
                  <c:v>0.72688696575827483</c:v>
                </c:pt>
                <c:pt idx="173">
                  <c:v>0.75883742879790583</c:v>
                </c:pt>
                <c:pt idx="174">
                  <c:v>0.89539640881531379</c:v>
                </c:pt>
                <c:pt idx="175">
                  <c:v>0.97423316479380095</c:v>
                </c:pt>
                <c:pt idx="176">
                  <c:v>1.056435804766749</c:v>
                </c:pt>
                <c:pt idx="177">
                  <c:v>1.130592377702853</c:v>
                </c:pt>
                <c:pt idx="178">
                  <c:v>1.1357042477416559</c:v>
                </c:pt>
                <c:pt idx="179">
                  <c:v>1.148398681837302</c:v>
                </c:pt>
                <c:pt idx="180">
                  <c:v>1.1164359222592271</c:v>
                </c:pt>
                <c:pt idx="181">
                  <c:v>1.1012265583935079</c:v>
                </c:pt>
                <c:pt idx="182">
                  <c:v>1.077806008660523</c:v>
                </c:pt>
                <c:pt idx="183">
                  <c:v>1.0733482302316459</c:v>
                </c:pt>
                <c:pt idx="184">
                  <c:v>1.0486956893830159</c:v>
                </c:pt>
                <c:pt idx="185">
                  <c:v>1.069218525980562</c:v>
                </c:pt>
                <c:pt idx="186">
                  <c:v>1.0815201376191581</c:v>
                </c:pt>
                <c:pt idx="187">
                  <c:v>1.0689198137858369</c:v>
                </c:pt>
                <c:pt idx="188">
                  <c:v>1.0428308882820809</c:v>
                </c:pt>
                <c:pt idx="189">
                  <c:v>1.0868634599964</c:v>
                </c:pt>
                <c:pt idx="190">
                  <c:v>1.184363066305065</c:v>
                </c:pt>
                <c:pt idx="191">
                  <c:v>1.216871942980237</c:v>
                </c:pt>
                <c:pt idx="192">
                  <c:v>1.309999403973459</c:v>
                </c:pt>
                <c:pt idx="193">
                  <c:v>1.318161850465311</c:v>
                </c:pt>
                <c:pt idx="194">
                  <c:v>1.310438347975017</c:v>
                </c:pt>
                <c:pt idx="195">
                  <c:v>1.206446822112325</c:v>
                </c:pt>
                <c:pt idx="196">
                  <c:v>1.183327038749141</c:v>
                </c:pt>
                <c:pt idx="197">
                  <c:v>1.2048183869957381</c:v>
                </c:pt>
                <c:pt idx="198">
                  <c:v>1.278875013541303</c:v>
                </c:pt>
                <c:pt idx="199">
                  <c:v>1.290536752060377</c:v>
                </c:pt>
                <c:pt idx="200">
                  <c:v>1.348693326956701</c:v>
                </c:pt>
                <c:pt idx="201">
                  <c:v>1.4078597729027871</c:v>
                </c:pt>
                <c:pt idx="202">
                  <c:v>1.448400252653713</c:v>
                </c:pt>
                <c:pt idx="203">
                  <c:v>1.5052019862868591</c:v>
                </c:pt>
                <c:pt idx="204">
                  <c:v>1.4873181215615461</c:v>
                </c:pt>
                <c:pt idx="205">
                  <c:v>1.468951349641505</c:v>
                </c:pt>
                <c:pt idx="206">
                  <c:v>1.379084476464008</c:v>
                </c:pt>
                <c:pt idx="207">
                  <c:v>1.492131512163724</c:v>
                </c:pt>
                <c:pt idx="208">
                  <c:v>1.643166557457302</c:v>
                </c:pt>
                <c:pt idx="209">
                  <c:v>1.7984902853714371</c:v>
                </c:pt>
                <c:pt idx="210">
                  <c:v>1.783427619565056</c:v>
                </c:pt>
                <c:pt idx="211">
                  <c:v>1.830275148069445</c:v>
                </c:pt>
                <c:pt idx="212">
                  <c:v>1.6696717331181721</c:v>
                </c:pt>
                <c:pt idx="213">
                  <c:v>1.6048276161162609</c:v>
                </c:pt>
                <c:pt idx="214">
                  <c:v>1.529333688466961</c:v>
                </c:pt>
                <c:pt idx="215">
                  <c:v>1.5042106768369901</c:v>
                </c:pt>
                <c:pt idx="216">
                  <c:v>1.4749015040199449</c:v>
                </c:pt>
                <c:pt idx="217">
                  <c:v>1.489573196053988</c:v>
                </c:pt>
                <c:pt idx="218">
                  <c:v>1.4349718707438139</c:v>
                </c:pt>
                <c:pt idx="219">
                  <c:v>1.361400851875159</c:v>
                </c:pt>
                <c:pt idx="220">
                  <c:v>1.3414645341072571</c:v>
                </c:pt>
                <c:pt idx="221">
                  <c:v>1.30973236417505</c:v>
                </c:pt>
                <c:pt idx="222">
                  <c:v>1.1846733505367291</c:v>
                </c:pt>
                <c:pt idx="223">
                  <c:v>1.122650417284518</c:v>
                </c:pt>
                <c:pt idx="224">
                  <c:v>1.2363436775294649</c:v>
                </c:pt>
                <c:pt idx="225">
                  <c:v>1.232109145646765</c:v>
                </c:pt>
                <c:pt idx="226">
                  <c:v>1.0413219492059931</c:v>
                </c:pt>
                <c:pt idx="227">
                  <c:v>1.0939847512811569</c:v>
                </c:pt>
                <c:pt idx="228">
                  <c:v>1.0807710542594411</c:v>
                </c:pt>
                <c:pt idx="229">
                  <c:v>1.0670453296188589</c:v>
                </c:pt>
                <c:pt idx="230">
                  <c:v>1.099405091259154</c:v>
                </c:pt>
                <c:pt idx="231">
                  <c:v>1.056493715668561</c:v>
                </c:pt>
                <c:pt idx="232">
                  <c:v>1.0386907900558819</c:v>
                </c:pt>
                <c:pt idx="233">
                  <c:v>0.98791735753496601</c:v>
                </c:pt>
                <c:pt idx="234">
                  <c:v>0.98133422908797974</c:v>
                </c:pt>
                <c:pt idx="235">
                  <c:v>0.92732037808557</c:v>
                </c:pt>
                <c:pt idx="236">
                  <c:v>0.80161590342440259</c:v>
                </c:pt>
                <c:pt idx="237">
                  <c:v>0.75476828103718785</c:v>
                </c:pt>
                <c:pt idx="238">
                  <c:v>0.72993601728709179</c:v>
                </c:pt>
                <c:pt idx="239">
                  <c:v>0.64996030533223048</c:v>
                </c:pt>
                <c:pt idx="240">
                  <c:v>0.56715976393300571</c:v>
                </c:pt>
                <c:pt idx="241">
                  <c:v>0.52974337917890135</c:v>
                </c:pt>
                <c:pt idx="242">
                  <c:v>0.45973777343386268</c:v>
                </c:pt>
                <c:pt idx="243">
                  <c:v>0.39619134099434938</c:v>
                </c:pt>
                <c:pt idx="244">
                  <c:v>0.38856040822273907</c:v>
                </c:pt>
                <c:pt idx="245">
                  <c:v>0.35277240643233099</c:v>
                </c:pt>
                <c:pt idx="246">
                  <c:v>0.38679883812993932</c:v>
                </c:pt>
                <c:pt idx="247">
                  <c:v>0.36268491117316071</c:v>
                </c:pt>
                <c:pt idx="248">
                  <c:v>0.3001934669148254</c:v>
                </c:pt>
                <c:pt idx="249">
                  <c:v>0.24825585933074851</c:v>
                </c:pt>
                <c:pt idx="250">
                  <c:v>0.15653366359307269</c:v>
                </c:pt>
                <c:pt idx="251">
                  <c:v>0.1203278072301124</c:v>
                </c:pt>
                <c:pt idx="252">
                  <c:v>0.2423152025467793</c:v>
                </c:pt>
                <c:pt idx="253">
                  <c:v>0.20704305332762099</c:v>
                </c:pt>
                <c:pt idx="254">
                  <c:v>0.22752731150811031</c:v>
                </c:pt>
                <c:pt idx="255">
                  <c:v>0.26356561025015762</c:v>
                </c:pt>
                <c:pt idx="256">
                  <c:v>0.26016465439122738</c:v>
                </c:pt>
                <c:pt idx="257">
                  <c:v>0.2275430343635797</c:v>
                </c:pt>
                <c:pt idx="258">
                  <c:v>0.23131908233796949</c:v>
                </c:pt>
                <c:pt idx="259">
                  <c:v>0.22227651536273679</c:v>
                </c:pt>
                <c:pt idx="260">
                  <c:v>0.23035103423697881</c:v>
                </c:pt>
                <c:pt idx="261">
                  <c:v>0.2337176228095825</c:v>
                </c:pt>
                <c:pt idx="262">
                  <c:v>0.2417900406162769</c:v>
                </c:pt>
                <c:pt idx="263">
                  <c:v>0.24782394477440781</c:v>
                </c:pt>
                <c:pt idx="264">
                  <c:v>0.18868741024721519</c:v>
                </c:pt>
                <c:pt idx="265">
                  <c:v>0.25158154634228769</c:v>
                </c:pt>
                <c:pt idx="266">
                  <c:v>0.28351816923307421</c:v>
                </c:pt>
                <c:pt idx="267">
                  <c:v>0.28642087684157552</c:v>
                </c:pt>
                <c:pt idx="268">
                  <c:v>0.32289574672618482</c:v>
                </c:pt>
                <c:pt idx="269">
                  <c:v>0.36022631019613921</c:v>
                </c:pt>
                <c:pt idx="270">
                  <c:v>0.33599233619043012</c:v>
                </c:pt>
                <c:pt idx="271">
                  <c:v>0.42930501383551972</c:v>
                </c:pt>
                <c:pt idx="272">
                  <c:v>0.41732682628656342</c:v>
                </c:pt>
                <c:pt idx="273">
                  <c:v>0.50582289796021818</c:v>
                </c:pt>
                <c:pt idx="274">
                  <c:v>0.50766786795961705</c:v>
                </c:pt>
                <c:pt idx="275">
                  <c:v>0.53474135445785065</c:v>
                </c:pt>
                <c:pt idx="276">
                  <c:v>0.56605457632343747</c:v>
                </c:pt>
                <c:pt idx="277">
                  <c:v>0.53732939721196515</c:v>
                </c:pt>
                <c:pt idx="278">
                  <c:v>0.53593529479587565</c:v>
                </c:pt>
                <c:pt idx="279">
                  <c:v>0.52593276384371945</c:v>
                </c:pt>
                <c:pt idx="280">
                  <c:v>0.51777344003061954</c:v>
                </c:pt>
                <c:pt idx="281">
                  <c:v>0.4234672211964694</c:v>
                </c:pt>
                <c:pt idx="282">
                  <c:v>0.40647390633520042</c:v>
                </c:pt>
                <c:pt idx="283">
                  <c:v>0.42842247619938378</c:v>
                </c:pt>
                <c:pt idx="284">
                  <c:v>-0.1248909857947202</c:v>
                </c:pt>
                <c:pt idx="285">
                  <c:v>-0.21869815132931539</c:v>
                </c:pt>
                <c:pt idx="286">
                  <c:v>-0.2429555471751626</c:v>
                </c:pt>
                <c:pt idx="287">
                  <c:v>-9.8088391558937643E-2</c:v>
                </c:pt>
                <c:pt idx="288">
                  <c:v>-4.3642285725028172E-2</c:v>
                </c:pt>
                <c:pt idx="289">
                  <c:v>-4.8431645168841041E-2</c:v>
                </c:pt>
                <c:pt idx="290">
                  <c:v>4.814799457075198E-2</c:v>
                </c:pt>
                <c:pt idx="291">
                  <c:v>3.5487862822773587E-2</c:v>
                </c:pt>
                <c:pt idx="292">
                  <c:v>9.3746179743863303E-3</c:v>
                </c:pt>
                <c:pt idx="293">
                  <c:v>0.1062082637451259</c:v>
                </c:pt>
                <c:pt idx="294">
                  <c:v>0.21321237825479469</c:v>
                </c:pt>
                <c:pt idx="295">
                  <c:v>0.19052006249268369</c:v>
                </c:pt>
                <c:pt idx="296">
                  <c:v>0.20911702643328769</c:v>
                </c:pt>
                <c:pt idx="297">
                  <c:v>0.21065708583307299</c:v>
                </c:pt>
                <c:pt idx="298">
                  <c:v>0.306071089301509</c:v>
                </c:pt>
                <c:pt idx="299">
                  <c:v>0.33407555542128459</c:v>
                </c:pt>
                <c:pt idx="300">
                  <c:v>0.45591618345413182</c:v>
                </c:pt>
                <c:pt idx="301">
                  <c:v>0.49323238814266429</c:v>
                </c:pt>
                <c:pt idx="302">
                  <c:v>0.45876606844455092</c:v>
                </c:pt>
                <c:pt idx="303">
                  <c:v>0.51068781373342587</c:v>
                </c:pt>
                <c:pt idx="304">
                  <c:v>0.52981555368396893</c:v>
                </c:pt>
                <c:pt idx="305">
                  <c:v>0.55030537817976244</c:v>
                </c:pt>
                <c:pt idx="306">
                  <c:v>0.55886355670091936</c:v>
                </c:pt>
                <c:pt idx="307">
                  <c:v>0.52202246570662769</c:v>
                </c:pt>
                <c:pt idx="308">
                  <c:v>0.55534986910106721</c:v>
                </c:pt>
                <c:pt idx="309">
                  <c:v>0.53782804520363148</c:v>
                </c:pt>
                <c:pt idx="310">
                  <c:v>0.61776445377170663</c:v>
                </c:pt>
                <c:pt idx="311">
                  <c:v>0.60137870100171342</c:v>
                </c:pt>
                <c:pt idx="312">
                  <c:v>0.67238137184987301</c:v>
                </c:pt>
                <c:pt idx="313">
                  <c:v>0.76927184131296189</c:v>
                </c:pt>
                <c:pt idx="314">
                  <c:v>0.72688696575827483</c:v>
                </c:pt>
                <c:pt idx="315">
                  <c:v>0.75883742879790583</c:v>
                </c:pt>
                <c:pt idx="316">
                  <c:v>0.89539640881531379</c:v>
                </c:pt>
                <c:pt idx="317">
                  <c:v>0.97423316479380095</c:v>
                </c:pt>
                <c:pt idx="318">
                  <c:v>1.056435804766749</c:v>
                </c:pt>
                <c:pt idx="319">
                  <c:v>1.130592377702853</c:v>
                </c:pt>
                <c:pt idx="320">
                  <c:v>1.1357042477416559</c:v>
                </c:pt>
                <c:pt idx="321">
                  <c:v>1.148398681837302</c:v>
                </c:pt>
                <c:pt idx="322">
                  <c:v>1.1164359222592271</c:v>
                </c:pt>
                <c:pt idx="323">
                  <c:v>1.1012265583935079</c:v>
                </c:pt>
                <c:pt idx="324">
                  <c:v>1.077806008660523</c:v>
                </c:pt>
                <c:pt idx="325">
                  <c:v>1.0733482302316459</c:v>
                </c:pt>
                <c:pt idx="326">
                  <c:v>1.0486956893830159</c:v>
                </c:pt>
                <c:pt idx="327">
                  <c:v>1.069218525980562</c:v>
                </c:pt>
                <c:pt idx="328">
                  <c:v>1.0815201376191581</c:v>
                </c:pt>
                <c:pt idx="329">
                  <c:v>1.0689198137858369</c:v>
                </c:pt>
                <c:pt idx="330">
                  <c:v>1.0428308882820809</c:v>
                </c:pt>
                <c:pt idx="331">
                  <c:v>1.0868634599964</c:v>
                </c:pt>
                <c:pt idx="332">
                  <c:v>1.184363066305065</c:v>
                </c:pt>
                <c:pt idx="333">
                  <c:v>1.216871942980237</c:v>
                </c:pt>
                <c:pt idx="334">
                  <c:v>1.309999403973459</c:v>
                </c:pt>
                <c:pt idx="335">
                  <c:v>1.318161850465311</c:v>
                </c:pt>
                <c:pt idx="336">
                  <c:v>1.310438347975017</c:v>
                </c:pt>
                <c:pt idx="337">
                  <c:v>1.206446822112325</c:v>
                </c:pt>
                <c:pt idx="338">
                  <c:v>1.183327038749141</c:v>
                </c:pt>
                <c:pt idx="339">
                  <c:v>1.2048183869957381</c:v>
                </c:pt>
                <c:pt idx="340">
                  <c:v>1.278875013541303</c:v>
                </c:pt>
                <c:pt idx="341">
                  <c:v>1.290536752060377</c:v>
                </c:pt>
                <c:pt idx="342">
                  <c:v>1.348693326956701</c:v>
                </c:pt>
                <c:pt idx="343">
                  <c:v>1.4078597729027871</c:v>
                </c:pt>
                <c:pt idx="344">
                  <c:v>1.448400252653713</c:v>
                </c:pt>
                <c:pt idx="345">
                  <c:v>1.5052019862868591</c:v>
                </c:pt>
                <c:pt idx="346">
                  <c:v>1.4873181215615461</c:v>
                </c:pt>
                <c:pt idx="347">
                  <c:v>1.468951349641505</c:v>
                </c:pt>
                <c:pt idx="348">
                  <c:v>1.379084476464008</c:v>
                </c:pt>
                <c:pt idx="349">
                  <c:v>1.492131512163724</c:v>
                </c:pt>
                <c:pt idx="350">
                  <c:v>1.643166557457302</c:v>
                </c:pt>
                <c:pt idx="351">
                  <c:v>1.7984902853714371</c:v>
                </c:pt>
                <c:pt idx="352">
                  <c:v>1.783427619565056</c:v>
                </c:pt>
                <c:pt idx="353">
                  <c:v>1.830275148069445</c:v>
                </c:pt>
                <c:pt idx="354">
                  <c:v>1.6696717331181721</c:v>
                </c:pt>
                <c:pt idx="355">
                  <c:v>1.6048276161162609</c:v>
                </c:pt>
                <c:pt idx="356">
                  <c:v>1.529333688466961</c:v>
                </c:pt>
                <c:pt idx="357">
                  <c:v>1.5042106768369901</c:v>
                </c:pt>
                <c:pt idx="358">
                  <c:v>1.4749015040199449</c:v>
                </c:pt>
                <c:pt idx="359">
                  <c:v>1.489573196053988</c:v>
                </c:pt>
                <c:pt idx="360">
                  <c:v>1.4349718707438139</c:v>
                </c:pt>
                <c:pt idx="361">
                  <c:v>1.361400851875159</c:v>
                </c:pt>
                <c:pt idx="362">
                  <c:v>1.3414645341072571</c:v>
                </c:pt>
                <c:pt idx="363">
                  <c:v>1.30973236417505</c:v>
                </c:pt>
                <c:pt idx="364">
                  <c:v>1.1846733505367291</c:v>
                </c:pt>
                <c:pt idx="365">
                  <c:v>1.122650417284518</c:v>
                </c:pt>
                <c:pt idx="366">
                  <c:v>1.2363436775294649</c:v>
                </c:pt>
                <c:pt idx="367">
                  <c:v>1.232109145646765</c:v>
                </c:pt>
                <c:pt idx="368">
                  <c:v>1.0413219492059931</c:v>
                </c:pt>
                <c:pt idx="369">
                  <c:v>1.0939847512811569</c:v>
                </c:pt>
                <c:pt idx="370">
                  <c:v>1.0807710542594411</c:v>
                </c:pt>
                <c:pt idx="371">
                  <c:v>1.0670453296188589</c:v>
                </c:pt>
                <c:pt idx="372">
                  <c:v>1.099405091259154</c:v>
                </c:pt>
                <c:pt idx="373">
                  <c:v>1.056493715668561</c:v>
                </c:pt>
                <c:pt idx="374">
                  <c:v>1.0386907900558819</c:v>
                </c:pt>
                <c:pt idx="375">
                  <c:v>0.98791735753496601</c:v>
                </c:pt>
                <c:pt idx="376">
                  <c:v>0.98133422908797974</c:v>
                </c:pt>
                <c:pt idx="377">
                  <c:v>0.92732037808557</c:v>
                </c:pt>
                <c:pt idx="378">
                  <c:v>0.80161590342440259</c:v>
                </c:pt>
                <c:pt idx="379">
                  <c:v>0.75476828103718785</c:v>
                </c:pt>
                <c:pt idx="380">
                  <c:v>0.72993601728709179</c:v>
                </c:pt>
                <c:pt idx="381">
                  <c:v>0.64996030533223048</c:v>
                </c:pt>
                <c:pt idx="382">
                  <c:v>0.56715976393300571</c:v>
                </c:pt>
                <c:pt idx="383">
                  <c:v>0.52974337917890135</c:v>
                </c:pt>
                <c:pt idx="384">
                  <c:v>0.45973777343386268</c:v>
                </c:pt>
                <c:pt idx="385">
                  <c:v>0.39619134099434938</c:v>
                </c:pt>
                <c:pt idx="386">
                  <c:v>0.38856040822273907</c:v>
                </c:pt>
                <c:pt idx="387">
                  <c:v>0.35277240643233099</c:v>
                </c:pt>
                <c:pt idx="388">
                  <c:v>0.38679883812993932</c:v>
                </c:pt>
                <c:pt idx="389">
                  <c:v>0.36268491117316071</c:v>
                </c:pt>
                <c:pt idx="390">
                  <c:v>0.3001934669148254</c:v>
                </c:pt>
                <c:pt idx="391">
                  <c:v>0.24825585933074851</c:v>
                </c:pt>
                <c:pt idx="392">
                  <c:v>0.15653366359307269</c:v>
                </c:pt>
                <c:pt idx="393">
                  <c:v>0.1203278072301124</c:v>
                </c:pt>
                <c:pt idx="394">
                  <c:v>0.2423152025467793</c:v>
                </c:pt>
                <c:pt idx="395">
                  <c:v>0.20704305332762099</c:v>
                </c:pt>
                <c:pt idx="396">
                  <c:v>0.22752731150811031</c:v>
                </c:pt>
                <c:pt idx="397">
                  <c:v>0.26356561025015762</c:v>
                </c:pt>
                <c:pt idx="398">
                  <c:v>0.26016465439122738</c:v>
                </c:pt>
                <c:pt idx="399">
                  <c:v>0.2275430343635797</c:v>
                </c:pt>
                <c:pt idx="400">
                  <c:v>0.23131908233796949</c:v>
                </c:pt>
                <c:pt idx="401">
                  <c:v>0.22227651536273679</c:v>
                </c:pt>
                <c:pt idx="402">
                  <c:v>0.23035103423697881</c:v>
                </c:pt>
                <c:pt idx="403">
                  <c:v>0.2337176228095825</c:v>
                </c:pt>
                <c:pt idx="404">
                  <c:v>0.2417900406162769</c:v>
                </c:pt>
                <c:pt idx="405">
                  <c:v>0.24782394477440781</c:v>
                </c:pt>
                <c:pt idx="406">
                  <c:v>0.18868741024721519</c:v>
                </c:pt>
                <c:pt idx="407">
                  <c:v>0.25158154634228769</c:v>
                </c:pt>
                <c:pt idx="408">
                  <c:v>0.28351816923307421</c:v>
                </c:pt>
                <c:pt idx="409">
                  <c:v>0.28642087684157552</c:v>
                </c:pt>
                <c:pt idx="410">
                  <c:v>0.32289574672618482</c:v>
                </c:pt>
                <c:pt idx="411">
                  <c:v>0.36022631019613921</c:v>
                </c:pt>
                <c:pt idx="412">
                  <c:v>0.33599233619043012</c:v>
                </c:pt>
                <c:pt idx="413">
                  <c:v>0.42930501383551972</c:v>
                </c:pt>
                <c:pt idx="414">
                  <c:v>0.41732682628656342</c:v>
                </c:pt>
                <c:pt idx="415">
                  <c:v>0.50582289796021818</c:v>
                </c:pt>
                <c:pt idx="416">
                  <c:v>0.50766786795961705</c:v>
                </c:pt>
                <c:pt idx="417">
                  <c:v>0.53474135445785065</c:v>
                </c:pt>
                <c:pt idx="418">
                  <c:v>0.56605457632343747</c:v>
                </c:pt>
                <c:pt idx="419">
                  <c:v>0.53732939721196515</c:v>
                </c:pt>
                <c:pt idx="420">
                  <c:v>0.53593529479587565</c:v>
                </c:pt>
                <c:pt idx="421">
                  <c:v>0.52593276384371945</c:v>
                </c:pt>
                <c:pt idx="422">
                  <c:v>0.51777344003061954</c:v>
                </c:pt>
                <c:pt idx="423">
                  <c:v>0.4234672211964694</c:v>
                </c:pt>
                <c:pt idx="424">
                  <c:v>0.40647390633520042</c:v>
                </c:pt>
                <c:pt idx="425">
                  <c:v>0.42842247619938378</c:v>
                </c:pt>
                <c:pt idx="426">
                  <c:v>-0.1248909857947202</c:v>
                </c:pt>
                <c:pt idx="427">
                  <c:v>-0.21869815132931539</c:v>
                </c:pt>
                <c:pt idx="428">
                  <c:v>-0.2429555471751626</c:v>
                </c:pt>
                <c:pt idx="429">
                  <c:v>-9.8088391558937643E-2</c:v>
                </c:pt>
                <c:pt idx="430">
                  <c:v>-4.3642285725028172E-2</c:v>
                </c:pt>
                <c:pt idx="431">
                  <c:v>-4.8431645168841041E-2</c:v>
                </c:pt>
                <c:pt idx="432">
                  <c:v>4.814799457075198E-2</c:v>
                </c:pt>
                <c:pt idx="433">
                  <c:v>3.5487862822773587E-2</c:v>
                </c:pt>
                <c:pt idx="434">
                  <c:v>9.3746179743863303E-3</c:v>
                </c:pt>
                <c:pt idx="435">
                  <c:v>0.1062082637451259</c:v>
                </c:pt>
                <c:pt idx="436">
                  <c:v>0.21321237825479469</c:v>
                </c:pt>
                <c:pt idx="437">
                  <c:v>0.19052006249268369</c:v>
                </c:pt>
                <c:pt idx="438">
                  <c:v>0.20911702643328769</c:v>
                </c:pt>
                <c:pt idx="439">
                  <c:v>0.21065708583307299</c:v>
                </c:pt>
                <c:pt idx="440">
                  <c:v>0.306071089301509</c:v>
                </c:pt>
                <c:pt idx="441">
                  <c:v>0.33407555542128459</c:v>
                </c:pt>
                <c:pt idx="442">
                  <c:v>0.45591618345413182</c:v>
                </c:pt>
                <c:pt idx="443">
                  <c:v>0.49323238814266429</c:v>
                </c:pt>
                <c:pt idx="444">
                  <c:v>0.45876606844455092</c:v>
                </c:pt>
                <c:pt idx="445">
                  <c:v>0.51068781373342587</c:v>
                </c:pt>
                <c:pt idx="446">
                  <c:v>0.52981555368396893</c:v>
                </c:pt>
                <c:pt idx="447">
                  <c:v>0.55030537817976244</c:v>
                </c:pt>
                <c:pt idx="448">
                  <c:v>0.55886355670091936</c:v>
                </c:pt>
                <c:pt idx="449">
                  <c:v>0.52202246570662769</c:v>
                </c:pt>
                <c:pt idx="450">
                  <c:v>0.55534986910106721</c:v>
                </c:pt>
                <c:pt idx="451">
                  <c:v>0.53782804520363148</c:v>
                </c:pt>
                <c:pt idx="452">
                  <c:v>0.61776445377170663</c:v>
                </c:pt>
                <c:pt idx="453">
                  <c:v>0.60137870100171342</c:v>
                </c:pt>
                <c:pt idx="454">
                  <c:v>0.67238137184987301</c:v>
                </c:pt>
                <c:pt idx="455">
                  <c:v>0.76927184131296189</c:v>
                </c:pt>
                <c:pt idx="456">
                  <c:v>0.72688696575827483</c:v>
                </c:pt>
                <c:pt idx="457">
                  <c:v>0.75883742879790583</c:v>
                </c:pt>
                <c:pt idx="458">
                  <c:v>0.89539640881531379</c:v>
                </c:pt>
                <c:pt idx="459">
                  <c:v>0.97423316479380095</c:v>
                </c:pt>
                <c:pt idx="460">
                  <c:v>1.056435804766749</c:v>
                </c:pt>
                <c:pt idx="461">
                  <c:v>1.130592377702853</c:v>
                </c:pt>
                <c:pt idx="462">
                  <c:v>1.1357042477416559</c:v>
                </c:pt>
                <c:pt idx="463">
                  <c:v>1.148398681837302</c:v>
                </c:pt>
                <c:pt idx="464">
                  <c:v>1.1164359222592271</c:v>
                </c:pt>
                <c:pt idx="465">
                  <c:v>1.1012265583935079</c:v>
                </c:pt>
                <c:pt idx="466">
                  <c:v>1.077806008660523</c:v>
                </c:pt>
                <c:pt idx="467">
                  <c:v>1.0733482302316459</c:v>
                </c:pt>
                <c:pt idx="468">
                  <c:v>1.0486956893830159</c:v>
                </c:pt>
                <c:pt idx="469">
                  <c:v>1.069218525980562</c:v>
                </c:pt>
                <c:pt idx="470">
                  <c:v>1.0815201376191581</c:v>
                </c:pt>
                <c:pt idx="471">
                  <c:v>1.0689198137858369</c:v>
                </c:pt>
                <c:pt idx="472">
                  <c:v>1.0428308882820809</c:v>
                </c:pt>
                <c:pt idx="473">
                  <c:v>1.0868634599964</c:v>
                </c:pt>
                <c:pt idx="474">
                  <c:v>1.184363066305065</c:v>
                </c:pt>
                <c:pt idx="475">
                  <c:v>1.216871942980237</c:v>
                </c:pt>
                <c:pt idx="476">
                  <c:v>1.309999403973459</c:v>
                </c:pt>
                <c:pt idx="477">
                  <c:v>1.318161850465311</c:v>
                </c:pt>
                <c:pt idx="478">
                  <c:v>1.310438347975017</c:v>
                </c:pt>
                <c:pt idx="479">
                  <c:v>1.206446822112325</c:v>
                </c:pt>
                <c:pt idx="480">
                  <c:v>1.183327038749141</c:v>
                </c:pt>
                <c:pt idx="481">
                  <c:v>1.2048183869957381</c:v>
                </c:pt>
                <c:pt idx="482">
                  <c:v>1.278875013541303</c:v>
                </c:pt>
                <c:pt idx="483">
                  <c:v>1.290536752060377</c:v>
                </c:pt>
                <c:pt idx="484">
                  <c:v>1.348693326956701</c:v>
                </c:pt>
                <c:pt idx="485">
                  <c:v>1.4078597729027871</c:v>
                </c:pt>
                <c:pt idx="486">
                  <c:v>1.448400252653713</c:v>
                </c:pt>
                <c:pt idx="487">
                  <c:v>1.5052019862868591</c:v>
                </c:pt>
                <c:pt idx="488">
                  <c:v>1.4873181215615461</c:v>
                </c:pt>
                <c:pt idx="489">
                  <c:v>1.468951349641505</c:v>
                </c:pt>
                <c:pt idx="490">
                  <c:v>1.379084476464008</c:v>
                </c:pt>
                <c:pt idx="491">
                  <c:v>1.492131512163724</c:v>
                </c:pt>
                <c:pt idx="492">
                  <c:v>1.643166557457302</c:v>
                </c:pt>
                <c:pt idx="493">
                  <c:v>1.7984902853714371</c:v>
                </c:pt>
                <c:pt idx="494">
                  <c:v>1.783427619565056</c:v>
                </c:pt>
                <c:pt idx="495">
                  <c:v>1.830275148069445</c:v>
                </c:pt>
                <c:pt idx="496">
                  <c:v>1.6696717331181721</c:v>
                </c:pt>
                <c:pt idx="497">
                  <c:v>1.6048276161162609</c:v>
                </c:pt>
                <c:pt idx="498">
                  <c:v>1.529333688466961</c:v>
                </c:pt>
                <c:pt idx="499">
                  <c:v>1.5042106768369901</c:v>
                </c:pt>
                <c:pt idx="500">
                  <c:v>1.4749015040199449</c:v>
                </c:pt>
                <c:pt idx="501">
                  <c:v>1.489573196053988</c:v>
                </c:pt>
                <c:pt idx="502">
                  <c:v>1.4349718707438139</c:v>
                </c:pt>
                <c:pt idx="503">
                  <c:v>1.361400851875159</c:v>
                </c:pt>
                <c:pt idx="504">
                  <c:v>1.3414645341072571</c:v>
                </c:pt>
                <c:pt idx="505">
                  <c:v>1.30973236417505</c:v>
                </c:pt>
                <c:pt idx="506">
                  <c:v>1.1846733505367291</c:v>
                </c:pt>
                <c:pt idx="507">
                  <c:v>1.122650417284518</c:v>
                </c:pt>
                <c:pt idx="508">
                  <c:v>1.2363436775294649</c:v>
                </c:pt>
                <c:pt idx="509">
                  <c:v>1.232109145646765</c:v>
                </c:pt>
                <c:pt idx="510">
                  <c:v>1.0413219492059931</c:v>
                </c:pt>
                <c:pt idx="511">
                  <c:v>1.0939847512811569</c:v>
                </c:pt>
                <c:pt idx="512">
                  <c:v>1.0807710542594411</c:v>
                </c:pt>
                <c:pt idx="513">
                  <c:v>1.0670453296188589</c:v>
                </c:pt>
                <c:pt idx="514">
                  <c:v>1.099405091259154</c:v>
                </c:pt>
                <c:pt idx="515">
                  <c:v>1.056493715668561</c:v>
                </c:pt>
                <c:pt idx="516">
                  <c:v>1.0386907900558819</c:v>
                </c:pt>
                <c:pt idx="517">
                  <c:v>0.98791735753496601</c:v>
                </c:pt>
                <c:pt idx="518">
                  <c:v>0.98133422908797974</c:v>
                </c:pt>
                <c:pt idx="519">
                  <c:v>0.92732037808557</c:v>
                </c:pt>
                <c:pt idx="520">
                  <c:v>0.80161590342440259</c:v>
                </c:pt>
                <c:pt idx="521">
                  <c:v>0.75476828103718785</c:v>
                </c:pt>
                <c:pt idx="522">
                  <c:v>0.72993601728709179</c:v>
                </c:pt>
                <c:pt idx="523">
                  <c:v>0.64996030533223048</c:v>
                </c:pt>
                <c:pt idx="524">
                  <c:v>0.56715976393300571</c:v>
                </c:pt>
                <c:pt idx="525">
                  <c:v>0.52974337917890135</c:v>
                </c:pt>
                <c:pt idx="526">
                  <c:v>0.45973777343386268</c:v>
                </c:pt>
                <c:pt idx="527">
                  <c:v>0.39619134099434938</c:v>
                </c:pt>
                <c:pt idx="528">
                  <c:v>0.38856040822273907</c:v>
                </c:pt>
                <c:pt idx="529">
                  <c:v>0.35277240643233099</c:v>
                </c:pt>
                <c:pt idx="530">
                  <c:v>0.38679883812993932</c:v>
                </c:pt>
                <c:pt idx="531">
                  <c:v>0.36268491117316071</c:v>
                </c:pt>
                <c:pt idx="532">
                  <c:v>0.3001934669148254</c:v>
                </c:pt>
                <c:pt idx="533">
                  <c:v>0.24825585933074851</c:v>
                </c:pt>
                <c:pt idx="534">
                  <c:v>0.15653366359307269</c:v>
                </c:pt>
                <c:pt idx="535">
                  <c:v>0.1203278072301124</c:v>
                </c:pt>
                <c:pt idx="536">
                  <c:v>0.2423152025467793</c:v>
                </c:pt>
                <c:pt idx="537">
                  <c:v>0.20704305332762099</c:v>
                </c:pt>
                <c:pt idx="538">
                  <c:v>0.22752731150811031</c:v>
                </c:pt>
                <c:pt idx="539">
                  <c:v>0.26356561025015762</c:v>
                </c:pt>
                <c:pt idx="540">
                  <c:v>0.26016465439122738</c:v>
                </c:pt>
                <c:pt idx="541">
                  <c:v>0.2275430343635797</c:v>
                </c:pt>
                <c:pt idx="542">
                  <c:v>0.23131908233796949</c:v>
                </c:pt>
                <c:pt idx="543">
                  <c:v>0.22227651536273679</c:v>
                </c:pt>
                <c:pt idx="544">
                  <c:v>0.23035103423697881</c:v>
                </c:pt>
                <c:pt idx="545">
                  <c:v>0.2337176228095825</c:v>
                </c:pt>
                <c:pt idx="546">
                  <c:v>0.2417900406162769</c:v>
                </c:pt>
                <c:pt idx="547">
                  <c:v>0.24782394477440781</c:v>
                </c:pt>
                <c:pt idx="548">
                  <c:v>0.18868741024721519</c:v>
                </c:pt>
                <c:pt idx="549">
                  <c:v>0.25158154634228769</c:v>
                </c:pt>
                <c:pt idx="550">
                  <c:v>0.28351816923307421</c:v>
                </c:pt>
                <c:pt idx="551">
                  <c:v>0.28642087684157552</c:v>
                </c:pt>
                <c:pt idx="552">
                  <c:v>0.32289574672618482</c:v>
                </c:pt>
                <c:pt idx="553">
                  <c:v>0.36022631019613921</c:v>
                </c:pt>
                <c:pt idx="554">
                  <c:v>0.33599233619043012</c:v>
                </c:pt>
                <c:pt idx="555">
                  <c:v>0.42930501383551972</c:v>
                </c:pt>
                <c:pt idx="556">
                  <c:v>0.41732682628656342</c:v>
                </c:pt>
                <c:pt idx="557">
                  <c:v>0.50582289796021818</c:v>
                </c:pt>
                <c:pt idx="558">
                  <c:v>0.50766786795961705</c:v>
                </c:pt>
                <c:pt idx="559">
                  <c:v>0.53474135445785065</c:v>
                </c:pt>
                <c:pt idx="560">
                  <c:v>0.56605457632343747</c:v>
                </c:pt>
                <c:pt idx="561">
                  <c:v>0.53732939721196515</c:v>
                </c:pt>
                <c:pt idx="562">
                  <c:v>0.53593529479587565</c:v>
                </c:pt>
                <c:pt idx="563">
                  <c:v>0.52593276384371945</c:v>
                </c:pt>
                <c:pt idx="564">
                  <c:v>0.51777344003061954</c:v>
                </c:pt>
                <c:pt idx="565">
                  <c:v>0.4234672211964694</c:v>
                </c:pt>
                <c:pt idx="566">
                  <c:v>0.40647390633520042</c:v>
                </c:pt>
                <c:pt idx="567">
                  <c:v>0.42842247619938378</c:v>
                </c:pt>
              </c:numCache>
            </c:numRef>
          </c:val>
          <c:smooth val="0"/>
          <c:extLst>
            <c:ext xmlns:c16="http://schemas.microsoft.com/office/drawing/2014/chart" uri="{C3380CC4-5D6E-409C-BE32-E72D297353CC}">
              <c16:uniqueId val="{00000002-44AD-4A4F-A7A5-DBB1094FCB2D}"/>
            </c:ext>
          </c:extLst>
        </c:ser>
        <c:ser>
          <c:idx val="3"/>
          <c:order val="3"/>
          <c:tx>
            <c:strRef>
              <c:f>Foreign!$G$2</c:f>
              <c:strCache>
                <c:ptCount val="1"/>
                <c:pt idx="0">
                  <c:v>Financials</c:v>
                </c:pt>
              </c:strCache>
            </c:strRef>
          </c:tx>
          <c:spPr>
            <a:ln w="19050" cap="rnd">
              <a:solidFill>
                <a:schemeClr val="accent4"/>
              </a:solidFill>
              <a:round/>
            </a:ln>
            <a:effectLst/>
          </c:spPr>
          <c:marker>
            <c:symbol val="none"/>
          </c:marker>
          <c:cat>
            <c:numRef>
              <c:f>Foreign!$C$3:$C$570</c:f>
              <c:numCache>
                <c:formatCode>m/d/yyyy</c:formatCode>
                <c:ptCount val="568"/>
                <c:pt idx="0">
                  <c:v>46024</c:v>
                </c:pt>
                <c:pt idx="1">
                  <c:v>46027</c:v>
                </c:pt>
                <c:pt idx="2">
                  <c:v>46028</c:v>
                </c:pt>
                <c:pt idx="3">
                  <c:v>46029</c:v>
                </c:pt>
                <c:pt idx="4">
                  <c:v>46030</c:v>
                </c:pt>
                <c:pt idx="5">
                  <c:v>46031</c:v>
                </c:pt>
                <c:pt idx="6">
                  <c:v>46034</c:v>
                </c:pt>
                <c:pt idx="7">
                  <c:v>46035</c:v>
                </c:pt>
                <c:pt idx="8">
                  <c:v>46036</c:v>
                </c:pt>
                <c:pt idx="9">
                  <c:v>46037</c:v>
                </c:pt>
                <c:pt idx="10">
                  <c:v>46038</c:v>
                </c:pt>
                <c:pt idx="11">
                  <c:v>46041</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46071</c:v>
                </c:pt>
                <c:pt idx="32">
                  <c:v>46072</c:v>
                </c:pt>
                <c:pt idx="33">
                  <c:v>46073</c:v>
                </c:pt>
                <c:pt idx="34">
                  <c:v>46076</c:v>
                </c:pt>
                <c:pt idx="35">
                  <c:v>46077</c:v>
                </c:pt>
                <c:pt idx="36">
                  <c:v>46078</c:v>
                </c:pt>
                <c:pt idx="37">
                  <c:v>46079</c:v>
                </c:pt>
                <c:pt idx="38">
                  <c:v>46080</c:v>
                </c:pt>
                <c:pt idx="39">
                  <c:v>46083</c:v>
                </c:pt>
                <c:pt idx="40">
                  <c:v>46084</c:v>
                </c:pt>
                <c:pt idx="41">
                  <c:v>46085</c:v>
                </c:pt>
                <c:pt idx="42">
                  <c:v>46086</c:v>
                </c:pt>
                <c:pt idx="43">
                  <c:v>46087</c:v>
                </c:pt>
                <c:pt idx="44">
                  <c:v>46090</c:v>
                </c:pt>
                <c:pt idx="45">
                  <c:v>46091</c:v>
                </c:pt>
                <c:pt idx="46">
                  <c:v>46092</c:v>
                </c:pt>
                <c:pt idx="47">
                  <c:v>46093</c:v>
                </c:pt>
                <c:pt idx="48">
                  <c:v>46094</c:v>
                </c:pt>
                <c:pt idx="49">
                  <c:v>46097</c:v>
                </c:pt>
                <c:pt idx="50">
                  <c:v>46098</c:v>
                </c:pt>
                <c:pt idx="51">
                  <c:v>46099</c:v>
                </c:pt>
                <c:pt idx="52">
                  <c:v>46100</c:v>
                </c:pt>
                <c:pt idx="53">
                  <c:v>46101</c:v>
                </c:pt>
                <c:pt idx="54">
                  <c:v>46104</c:v>
                </c:pt>
                <c:pt idx="55">
                  <c:v>46105</c:v>
                </c:pt>
                <c:pt idx="56">
                  <c:v>46106</c:v>
                </c:pt>
                <c:pt idx="57">
                  <c:v>46107</c:v>
                </c:pt>
                <c:pt idx="58">
                  <c:v>46108</c:v>
                </c:pt>
                <c:pt idx="59">
                  <c:v>46111</c:v>
                </c:pt>
                <c:pt idx="60">
                  <c:v>46112</c:v>
                </c:pt>
                <c:pt idx="61">
                  <c:v>46113</c:v>
                </c:pt>
                <c:pt idx="62">
                  <c:v>46114</c:v>
                </c:pt>
                <c:pt idx="63">
                  <c:v>46118</c:v>
                </c:pt>
                <c:pt idx="64">
                  <c:v>46119</c:v>
                </c:pt>
                <c:pt idx="65">
                  <c:v>46120</c:v>
                </c:pt>
                <c:pt idx="66">
                  <c:v>46121</c:v>
                </c:pt>
                <c:pt idx="67">
                  <c:v>46122</c:v>
                </c:pt>
                <c:pt idx="68">
                  <c:v>46125</c:v>
                </c:pt>
                <c:pt idx="69">
                  <c:v>46126</c:v>
                </c:pt>
                <c:pt idx="70">
                  <c:v>46127</c:v>
                </c:pt>
                <c:pt idx="71">
                  <c:v>46128</c:v>
                </c:pt>
                <c:pt idx="72">
                  <c:v>46129</c:v>
                </c:pt>
                <c:pt idx="73">
                  <c:v>46132</c:v>
                </c:pt>
                <c:pt idx="74">
                  <c:v>46134</c:v>
                </c:pt>
                <c:pt idx="75">
                  <c:v>46135</c:v>
                </c:pt>
                <c:pt idx="76">
                  <c:v>46136</c:v>
                </c:pt>
                <c:pt idx="77">
                  <c:v>46139</c:v>
                </c:pt>
                <c:pt idx="78">
                  <c:v>46140</c:v>
                </c:pt>
                <c:pt idx="79">
                  <c:v>46141</c:v>
                </c:pt>
                <c:pt idx="80">
                  <c:v>46142</c:v>
                </c:pt>
                <c:pt idx="81">
                  <c:v>46146</c:v>
                </c:pt>
                <c:pt idx="82">
                  <c:v>46147</c:v>
                </c:pt>
                <c:pt idx="83">
                  <c:v>46148</c:v>
                </c:pt>
                <c:pt idx="84">
                  <c:v>46149</c:v>
                </c:pt>
                <c:pt idx="85">
                  <c:v>46150</c:v>
                </c:pt>
                <c:pt idx="86">
                  <c:v>46153</c:v>
                </c:pt>
                <c:pt idx="87">
                  <c:v>46154</c:v>
                </c:pt>
                <c:pt idx="88">
                  <c:v>46155</c:v>
                </c:pt>
                <c:pt idx="89">
                  <c:v>46156</c:v>
                </c:pt>
                <c:pt idx="90">
                  <c:v>46157</c:v>
                </c:pt>
                <c:pt idx="91">
                  <c:v>46160</c:v>
                </c:pt>
                <c:pt idx="92">
                  <c:v>46161</c:v>
                </c:pt>
                <c:pt idx="93">
                  <c:v>46162</c:v>
                </c:pt>
                <c:pt idx="94">
                  <c:v>46163</c:v>
                </c:pt>
                <c:pt idx="95">
                  <c:v>46164</c:v>
                </c:pt>
                <c:pt idx="96">
                  <c:v>46167</c:v>
                </c:pt>
                <c:pt idx="97">
                  <c:v>46168</c:v>
                </c:pt>
                <c:pt idx="98">
                  <c:v>46169</c:v>
                </c:pt>
                <c:pt idx="99">
                  <c:v>46170</c:v>
                </c:pt>
                <c:pt idx="100">
                  <c:v>46171</c:v>
                </c:pt>
                <c:pt idx="101">
                  <c:v>46174</c:v>
                </c:pt>
                <c:pt idx="102">
                  <c:v>46175</c:v>
                </c:pt>
                <c:pt idx="103">
                  <c:v>46176</c:v>
                </c:pt>
                <c:pt idx="104">
                  <c:v>46178</c:v>
                </c:pt>
                <c:pt idx="105">
                  <c:v>46181</c:v>
                </c:pt>
                <c:pt idx="106">
                  <c:v>46182</c:v>
                </c:pt>
                <c:pt idx="107">
                  <c:v>46183</c:v>
                </c:pt>
                <c:pt idx="108">
                  <c:v>46184</c:v>
                </c:pt>
                <c:pt idx="109">
                  <c:v>46185</c:v>
                </c:pt>
                <c:pt idx="110">
                  <c:v>46188</c:v>
                </c:pt>
                <c:pt idx="111">
                  <c:v>46189</c:v>
                </c:pt>
                <c:pt idx="112">
                  <c:v>46190</c:v>
                </c:pt>
                <c:pt idx="113">
                  <c:v>46191</c:v>
                </c:pt>
                <c:pt idx="114">
                  <c:v>46192</c:v>
                </c:pt>
                <c:pt idx="115">
                  <c:v>46195</c:v>
                </c:pt>
                <c:pt idx="116">
                  <c:v>46196</c:v>
                </c:pt>
                <c:pt idx="117">
                  <c:v>46197</c:v>
                </c:pt>
                <c:pt idx="118">
                  <c:v>46198</c:v>
                </c:pt>
                <c:pt idx="119">
                  <c:v>46199</c:v>
                </c:pt>
                <c:pt idx="120">
                  <c:v>46202</c:v>
                </c:pt>
                <c:pt idx="121">
                  <c:v>46203</c:v>
                </c:pt>
                <c:pt idx="122">
                  <c:v>46204</c:v>
                </c:pt>
                <c:pt idx="123">
                  <c:v>46205</c:v>
                </c:pt>
                <c:pt idx="124">
                  <c:v>46206</c:v>
                </c:pt>
                <c:pt idx="125">
                  <c:v>46209</c:v>
                </c:pt>
                <c:pt idx="126">
                  <c:v>46210</c:v>
                </c:pt>
                <c:pt idx="127">
                  <c:v>46211</c:v>
                </c:pt>
                <c:pt idx="128">
                  <c:v>46212</c:v>
                </c:pt>
                <c:pt idx="129">
                  <c:v>46213</c:v>
                </c:pt>
                <c:pt idx="130">
                  <c:v>46216</c:v>
                </c:pt>
                <c:pt idx="131">
                  <c:v>46217</c:v>
                </c:pt>
                <c:pt idx="132">
                  <c:v>46218</c:v>
                </c:pt>
                <c:pt idx="133">
                  <c:v>46219</c:v>
                </c:pt>
                <c:pt idx="134">
                  <c:v>46220</c:v>
                </c:pt>
                <c:pt idx="135">
                  <c:v>46223</c:v>
                </c:pt>
                <c:pt idx="136">
                  <c:v>46224</c:v>
                </c:pt>
                <c:pt idx="137">
                  <c:v>46225</c:v>
                </c:pt>
                <c:pt idx="138">
                  <c:v>46226</c:v>
                </c:pt>
                <c:pt idx="139">
                  <c:v>46227</c:v>
                </c:pt>
                <c:pt idx="140">
                  <c:v>46230</c:v>
                </c:pt>
                <c:pt idx="141">
                  <c:v>46231</c:v>
                </c:pt>
                <c:pt idx="142">
                  <c:v>46024</c:v>
                </c:pt>
                <c:pt idx="143">
                  <c:v>46027</c:v>
                </c:pt>
                <c:pt idx="144">
                  <c:v>46028</c:v>
                </c:pt>
                <c:pt idx="145">
                  <c:v>46029</c:v>
                </c:pt>
                <c:pt idx="146">
                  <c:v>46030</c:v>
                </c:pt>
                <c:pt idx="147">
                  <c:v>46031</c:v>
                </c:pt>
                <c:pt idx="148">
                  <c:v>46034</c:v>
                </c:pt>
                <c:pt idx="149">
                  <c:v>46035</c:v>
                </c:pt>
                <c:pt idx="150">
                  <c:v>46036</c:v>
                </c:pt>
                <c:pt idx="151">
                  <c:v>46037</c:v>
                </c:pt>
                <c:pt idx="152">
                  <c:v>46038</c:v>
                </c:pt>
                <c:pt idx="153">
                  <c:v>46041</c:v>
                </c:pt>
                <c:pt idx="154">
                  <c:v>46042</c:v>
                </c:pt>
                <c:pt idx="155">
                  <c:v>46043</c:v>
                </c:pt>
                <c:pt idx="156">
                  <c:v>46044</c:v>
                </c:pt>
                <c:pt idx="157">
                  <c:v>46045</c:v>
                </c:pt>
                <c:pt idx="158">
                  <c:v>46048</c:v>
                </c:pt>
                <c:pt idx="159">
                  <c:v>46049</c:v>
                </c:pt>
                <c:pt idx="160">
                  <c:v>46050</c:v>
                </c:pt>
                <c:pt idx="161">
                  <c:v>46051</c:v>
                </c:pt>
                <c:pt idx="162">
                  <c:v>46052</c:v>
                </c:pt>
                <c:pt idx="163">
                  <c:v>46055</c:v>
                </c:pt>
                <c:pt idx="164">
                  <c:v>46056</c:v>
                </c:pt>
                <c:pt idx="165">
                  <c:v>46057</c:v>
                </c:pt>
                <c:pt idx="166">
                  <c:v>46058</c:v>
                </c:pt>
                <c:pt idx="167">
                  <c:v>46059</c:v>
                </c:pt>
                <c:pt idx="168">
                  <c:v>46062</c:v>
                </c:pt>
                <c:pt idx="169">
                  <c:v>46063</c:v>
                </c:pt>
                <c:pt idx="170">
                  <c:v>46064</c:v>
                </c:pt>
                <c:pt idx="171">
                  <c:v>46065</c:v>
                </c:pt>
                <c:pt idx="172">
                  <c:v>46066</c:v>
                </c:pt>
                <c:pt idx="173">
                  <c:v>46071</c:v>
                </c:pt>
                <c:pt idx="174">
                  <c:v>46072</c:v>
                </c:pt>
                <c:pt idx="175">
                  <c:v>46073</c:v>
                </c:pt>
                <c:pt idx="176">
                  <c:v>46076</c:v>
                </c:pt>
                <c:pt idx="177">
                  <c:v>46077</c:v>
                </c:pt>
                <c:pt idx="178">
                  <c:v>46078</c:v>
                </c:pt>
                <c:pt idx="179">
                  <c:v>46079</c:v>
                </c:pt>
                <c:pt idx="180">
                  <c:v>46080</c:v>
                </c:pt>
                <c:pt idx="181">
                  <c:v>46083</c:v>
                </c:pt>
                <c:pt idx="182">
                  <c:v>46084</c:v>
                </c:pt>
                <c:pt idx="183">
                  <c:v>46085</c:v>
                </c:pt>
                <c:pt idx="184">
                  <c:v>46086</c:v>
                </c:pt>
                <c:pt idx="185">
                  <c:v>46087</c:v>
                </c:pt>
                <c:pt idx="186">
                  <c:v>46090</c:v>
                </c:pt>
                <c:pt idx="187">
                  <c:v>46091</c:v>
                </c:pt>
                <c:pt idx="188">
                  <c:v>46092</c:v>
                </c:pt>
                <c:pt idx="189">
                  <c:v>46093</c:v>
                </c:pt>
                <c:pt idx="190">
                  <c:v>46094</c:v>
                </c:pt>
                <c:pt idx="191">
                  <c:v>46097</c:v>
                </c:pt>
                <c:pt idx="192">
                  <c:v>46098</c:v>
                </c:pt>
                <c:pt idx="193">
                  <c:v>46099</c:v>
                </c:pt>
                <c:pt idx="194">
                  <c:v>46100</c:v>
                </c:pt>
                <c:pt idx="195">
                  <c:v>46101</c:v>
                </c:pt>
                <c:pt idx="196">
                  <c:v>46104</c:v>
                </c:pt>
                <c:pt idx="197">
                  <c:v>46105</c:v>
                </c:pt>
                <c:pt idx="198">
                  <c:v>46106</c:v>
                </c:pt>
                <c:pt idx="199">
                  <c:v>46107</c:v>
                </c:pt>
                <c:pt idx="200">
                  <c:v>46108</c:v>
                </c:pt>
                <c:pt idx="201">
                  <c:v>46111</c:v>
                </c:pt>
                <c:pt idx="202">
                  <c:v>46112</c:v>
                </c:pt>
                <c:pt idx="203">
                  <c:v>46113</c:v>
                </c:pt>
                <c:pt idx="204">
                  <c:v>46114</c:v>
                </c:pt>
                <c:pt idx="205">
                  <c:v>46118</c:v>
                </c:pt>
                <c:pt idx="206">
                  <c:v>46119</c:v>
                </c:pt>
                <c:pt idx="207">
                  <c:v>46120</c:v>
                </c:pt>
                <c:pt idx="208">
                  <c:v>46121</c:v>
                </c:pt>
                <c:pt idx="209">
                  <c:v>46122</c:v>
                </c:pt>
                <c:pt idx="210">
                  <c:v>46125</c:v>
                </c:pt>
                <c:pt idx="211">
                  <c:v>46126</c:v>
                </c:pt>
                <c:pt idx="212">
                  <c:v>46127</c:v>
                </c:pt>
                <c:pt idx="213">
                  <c:v>46128</c:v>
                </c:pt>
                <c:pt idx="214">
                  <c:v>46129</c:v>
                </c:pt>
                <c:pt idx="215">
                  <c:v>46132</c:v>
                </c:pt>
                <c:pt idx="216">
                  <c:v>46134</c:v>
                </c:pt>
                <c:pt idx="217">
                  <c:v>46135</c:v>
                </c:pt>
                <c:pt idx="218">
                  <c:v>46136</c:v>
                </c:pt>
                <c:pt idx="219">
                  <c:v>46139</c:v>
                </c:pt>
                <c:pt idx="220">
                  <c:v>46140</c:v>
                </c:pt>
                <c:pt idx="221">
                  <c:v>46141</c:v>
                </c:pt>
                <c:pt idx="222">
                  <c:v>46142</c:v>
                </c:pt>
                <c:pt idx="223">
                  <c:v>46146</c:v>
                </c:pt>
                <c:pt idx="224">
                  <c:v>46147</c:v>
                </c:pt>
                <c:pt idx="225">
                  <c:v>46148</c:v>
                </c:pt>
                <c:pt idx="226">
                  <c:v>46149</c:v>
                </c:pt>
                <c:pt idx="227">
                  <c:v>46150</c:v>
                </c:pt>
                <c:pt idx="228">
                  <c:v>46153</c:v>
                </c:pt>
                <c:pt idx="229">
                  <c:v>46154</c:v>
                </c:pt>
                <c:pt idx="230">
                  <c:v>46155</c:v>
                </c:pt>
                <c:pt idx="231">
                  <c:v>46156</c:v>
                </c:pt>
                <c:pt idx="232">
                  <c:v>46157</c:v>
                </c:pt>
                <c:pt idx="233">
                  <c:v>46160</c:v>
                </c:pt>
                <c:pt idx="234">
                  <c:v>46161</c:v>
                </c:pt>
                <c:pt idx="235">
                  <c:v>46162</c:v>
                </c:pt>
                <c:pt idx="236">
                  <c:v>46163</c:v>
                </c:pt>
                <c:pt idx="237">
                  <c:v>46164</c:v>
                </c:pt>
                <c:pt idx="238">
                  <c:v>46167</c:v>
                </c:pt>
                <c:pt idx="239">
                  <c:v>46168</c:v>
                </c:pt>
                <c:pt idx="240">
                  <c:v>46169</c:v>
                </c:pt>
                <c:pt idx="241">
                  <c:v>46170</c:v>
                </c:pt>
                <c:pt idx="242">
                  <c:v>46171</c:v>
                </c:pt>
                <c:pt idx="243">
                  <c:v>46174</c:v>
                </c:pt>
                <c:pt idx="244">
                  <c:v>46175</c:v>
                </c:pt>
                <c:pt idx="245">
                  <c:v>46176</c:v>
                </c:pt>
                <c:pt idx="246">
                  <c:v>46178</c:v>
                </c:pt>
                <c:pt idx="247">
                  <c:v>46181</c:v>
                </c:pt>
                <c:pt idx="248">
                  <c:v>46182</c:v>
                </c:pt>
                <c:pt idx="249">
                  <c:v>46183</c:v>
                </c:pt>
                <c:pt idx="250">
                  <c:v>46184</c:v>
                </c:pt>
                <c:pt idx="251">
                  <c:v>46185</c:v>
                </c:pt>
                <c:pt idx="252">
                  <c:v>46188</c:v>
                </c:pt>
                <c:pt idx="253">
                  <c:v>46189</c:v>
                </c:pt>
                <c:pt idx="254">
                  <c:v>46190</c:v>
                </c:pt>
                <c:pt idx="255">
                  <c:v>46191</c:v>
                </c:pt>
                <c:pt idx="256">
                  <c:v>46192</c:v>
                </c:pt>
                <c:pt idx="257">
                  <c:v>46195</c:v>
                </c:pt>
                <c:pt idx="258">
                  <c:v>46196</c:v>
                </c:pt>
                <c:pt idx="259">
                  <c:v>46197</c:v>
                </c:pt>
                <c:pt idx="260">
                  <c:v>46198</c:v>
                </c:pt>
                <c:pt idx="261">
                  <c:v>46199</c:v>
                </c:pt>
                <c:pt idx="262">
                  <c:v>46202</c:v>
                </c:pt>
                <c:pt idx="263">
                  <c:v>46203</c:v>
                </c:pt>
                <c:pt idx="264">
                  <c:v>46204</c:v>
                </c:pt>
                <c:pt idx="265">
                  <c:v>46205</c:v>
                </c:pt>
                <c:pt idx="266">
                  <c:v>46206</c:v>
                </c:pt>
                <c:pt idx="267">
                  <c:v>46209</c:v>
                </c:pt>
                <c:pt idx="268">
                  <c:v>46210</c:v>
                </c:pt>
                <c:pt idx="269">
                  <c:v>46211</c:v>
                </c:pt>
                <c:pt idx="270">
                  <c:v>46212</c:v>
                </c:pt>
                <c:pt idx="271">
                  <c:v>46213</c:v>
                </c:pt>
                <c:pt idx="272">
                  <c:v>46216</c:v>
                </c:pt>
                <c:pt idx="273">
                  <c:v>46217</c:v>
                </c:pt>
                <c:pt idx="274">
                  <c:v>46218</c:v>
                </c:pt>
                <c:pt idx="275">
                  <c:v>46219</c:v>
                </c:pt>
                <c:pt idx="276">
                  <c:v>46220</c:v>
                </c:pt>
                <c:pt idx="277">
                  <c:v>46223</c:v>
                </c:pt>
                <c:pt idx="278">
                  <c:v>46224</c:v>
                </c:pt>
                <c:pt idx="279">
                  <c:v>46225</c:v>
                </c:pt>
                <c:pt idx="280">
                  <c:v>46226</c:v>
                </c:pt>
                <c:pt idx="281">
                  <c:v>46227</c:v>
                </c:pt>
                <c:pt idx="282">
                  <c:v>46230</c:v>
                </c:pt>
                <c:pt idx="283">
                  <c:v>46231</c:v>
                </c:pt>
                <c:pt idx="284">
                  <c:v>46024</c:v>
                </c:pt>
                <c:pt idx="285">
                  <c:v>46027</c:v>
                </c:pt>
                <c:pt idx="286">
                  <c:v>46028</c:v>
                </c:pt>
                <c:pt idx="287">
                  <c:v>46029</c:v>
                </c:pt>
                <c:pt idx="288">
                  <c:v>46030</c:v>
                </c:pt>
                <c:pt idx="289">
                  <c:v>46031</c:v>
                </c:pt>
                <c:pt idx="290">
                  <c:v>46034</c:v>
                </c:pt>
                <c:pt idx="291">
                  <c:v>46035</c:v>
                </c:pt>
                <c:pt idx="292">
                  <c:v>46036</c:v>
                </c:pt>
                <c:pt idx="293">
                  <c:v>46037</c:v>
                </c:pt>
                <c:pt idx="294">
                  <c:v>46038</c:v>
                </c:pt>
                <c:pt idx="295">
                  <c:v>46041</c:v>
                </c:pt>
                <c:pt idx="296">
                  <c:v>46042</c:v>
                </c:pt>
                <c:pt idx="297">
                  <c:v>46043</c:v>
                </c:pt>
                <c:pt idx="298">
                  <c:v>46044</c:v>
                </c:pt>
                <c:pt idx="299">
                  <c:v>46045</c:v>
                </c:pt>
                <c:pt idx="300">
                  <c:v>46048</c:v>
                </c:pt>
                <c:pt idx="301">
                  <c:v>46049</c:v>
                </c:pt>
                <c:pt idx="302">
                  <c:v>46050</c:v>
                </c:pt>
                <c:pt idx="303">
                  <c:v>46051</c:v>
                </c:pt>
                <c:pt idx="304">
                  <c:v>46052</c:v>
                </c:pt>
                <c:pt idx="305">
                  <c:v>46055</c:v>
                </c:pt>
                <c:pt idx="306">
                  <c:v>46056</c:v>
                </c:pt>
                <c:pt idx="307">
                  <c:v>46057</c:v>
                </c:pt>
                <c:pt idx="308">
                  <c:v>46058</c:v>
                </c:pt>
                <c:pt idx="309">
                  <c:v>46059</c:v>
                </c:pt>
                <c:pt idx="310">
                  <c:v>46062</c:v>
                </c:pt>
                <c:pt idx="311">
                  <c:v>46063</c:v>
                </c:pt>
                <c:pt idx="312">
                  <c:v>46064</c:v>
                </c:pt>
                <c:pt idx="313">
                  <c:v>46065</c:v>
                </c:pt>
                <c:pt idx="314">
                  <c:v>46066</c:v>
                </c:pt>
                <c:pt idx="315">
                  <c:v>46071</c:v>
                </c:pt>
                <c:pt idx="316">
                  <c:v>46072</c:v>
                </c:pt>
                <c:pt idx="317">
                  <c:v>46073</c:v>
                </c:pt>
                <c:pt idx="318">
                  <c:v>46076</c:v>
                </c:pt>
                <c:pt idx="319">
                  <c:v>46077</c:v>
                </c:pt>
                <c:pt idx="320">
                  <c:v>46078</c:v>
                </c:pt>
                <c:pt idx="321">
                  <c:v>46079</c:v>
                </c:pt>
                <c:pt idx="322">
                  <c:v>46080</c:v>
                </c:pt>
                <c:pt idx="323">
                  <c:v>46083</c:v>
                </c:pt>
                <c:pt idx="324">
                  <c:v>46084</c:v>
                </c:pt>
                <c:pt idx="325">
                  <c:v>46085</c:v>
                </c:pt>
                <c:pt idx="326">
                  <c:v>46086</c:v>
                </c:pt>
                <c:pt idx="327">
                  <c:v>46087</c:v>
                </c:pt>
                <c:pt idx="328">
                  <c:v>46090</c:v>
                </c:pt>
                <c:pt idx="329">
                  <c:v>46091</c:v>
                </c:pt>
                <c:pt idx="330">
                  <c:v>46092</c:v>
                </c:pt>
                <c:pt idx="331">
                  <c:v>46093</c:v>
                </c:pt>
                <c:pt idx="332">
                  <c:v>46094</c:v>
                </c:pt>
                <c:pt idx="333">
                  <c:v>46097</c:v>
                </c:pt>
                <c:pt idx="334">
                  <c:v>46098</c:v>
                </c:pt>
                <c:pt idx="335">
                  <c:v>46099</c:v>
                </c:pt>
                <c:pt idx="336">
                  <c:v>46100</c:v>
                </c:pt>
                <c:pt idx="337">
                  <c:v>46101</c:v>
                </c:pt>
                <c:pt idx="338">
                  <c:v>46104</c:v>
                </c:pt>
                <c:pt idx="339">
                  <c:v>46105</c:v>
                </c:pt>
                <c:pt idx="340">
                  <c:v>46106</c:v>
                </c:pt>
                <c:pt idx="341">
                  <c:v>46107</c:v>
                </c:pt>
                <c:pt idx="342">
                  <c:v>46108</c:v>
                </c:pt>
                <c:pt idx="343">
                  <c:v>46111</c:v>
                </c:pt>
                <c:pt idx="344">
                  <c:v>46112</c:v>
                </c:pt>
                <c:pt idx="345">
                  <c:v>46113</c:v>
                </c:pt>
                <c:pt idx="346">
                  <c:v>46114</c:v>
                </c:pt>
                <c:pt idx="347">
                  <c:v>46118</c:v>
                </c:pt>
                <c:pt idx="348">
                  <c:v>46119</c:v>
                </c:pt>
                <c:pt idx="349">
                  <c:v>46120</c:v>
                </c:pt>
                <c:pt idx="350">
                  <c:v>46121</c:v>
                </c:pt>
                <c:pt idx="351">
                  <c:v>46122</c:v>
                </c:pt>
                <c:pt idx="352">
                  <c:v>46125</c:v>
                </c:pt>
                <c:pt idx="353">
                  <c:v>46126</c:v>
                </c:pt>
                <c:pt idx="354">
                  <c:v>46127</c:v>
                </c:pt>
                <c:pt idx="355">
                  <c:v>46128</c:v>
                </c:pt>
                <c:pt idx="356">
                  <c:v>46129</c:v>
                </c:pt>
                <c:pt idx="357">
                  <c:v>46132</c:v>
                </c:pt>
                <c:pt idx="358">
                  <c:v>46134</c:v>
                </c:pt>
                <c:pt idx="359">
                  <c:v>46135</c:v>
                </c:pt>
                <c:pt idx="360">
                  <c:v>46136</c:v>
                </c:pt>
                <c:pt idx="361">
                  <c:v>46139</c:v>
                </c:pt>
                <c:pt idx="362">
                  <c:v>46140</c:v>
                </c:pt>
                <c:pt idx="363">
                  <c:v>46141</c:v>
                </c:pt>
                <c:pt idx="364">
                  <c:v>46142</c:v>
                </c:pt>
                <c:pt idx="365">
                  <c:v>46146</c:v>
                </c:pt>
                <c:pt idx="366">
                  <c:v>46147</c:v>
                </c:pt>
                <c:pt idx="367">
                  <c:v>46148</c:v>
                </c:pt>
                <c:pt idx="368">
                  <c:v>46149</c:v>
                </c:pt>
                <c:pt idx="369">
                  <c:v>46150</c:v>
                </c:pt>
                <c:pt idx="370">
                  <c:v>46153</c:v>
                </c:pt>
                <c:pt idx="371">
                  <c:v>46154</c:v>
                </c:pt>
                <c:pt idx="372">
                  <c:v>46155</c:v>
                </c:pt>
                <c:pt idx="373">
                  <c:v>46156</c:v>
                </c:pt>
                <c:pt idx="374">
                  <c:v>46157</c:v>
                </c:pt>
                <c:pt idx="375">
                  <c:v>46160</c:v>
                </c:pt>
                <c:pt idx="376">
                  <c:v>46161</c:v>
                </c:pt>
                <c:pt idx="377">
                  <c:v>46162</c:v>
                </c:pt>
                <c:pt idx="378">
                  <c:v>46163</c:v>
                </c:pt>
                <c:pt idx="379">
                  <c:v>46164</c:v>
                </c:pt>
                <c:pt idx="380">
                  <c:v>46167</c:v>
                </c:pt>
                <c:pt idx="381">
                  <c:v>46168</c:v>
                </c:pt>
                <c:pt idx="382">
                  <c:v>46169</c:v>
                </c:pt>
                <c:pt idx="383">
                  <c:v>46170</c:v>
                </c:pt>
                <c:pt idx="384">
                  <c:v>46171</c:v>
                </c:pt>
                <c:pt idx="385">
                  <c:v>46174</c:v>
                </c:pt>
                <c:pt idx="386">
                  <c:v>46175</c:v>
                </c:pt>
                <c:pt idx="387">
                  <c:v>46176</c:v>
                </c:pt>
                <c:pt idx="388">
                  <c:v>46178</c:v>
                </c:pt>
                <c:pt idx="389">
                  <c:v>46181</c:v>
                </c:pt>
                <c:pt idx="390">
                  <c:v>46182</c:v>
                </c:pt>
                <c:pt idx="391">
                  <c:v>46183</c:v>
                </c:pt>
                <c:pt idx="392">
                  <c:v>46184</c:v>
                </c:pt>
                <c:pt idx="393">
                  <c:v>46185</c:v>
                </c:pt>
                <c:pt idx="394">
                  <c:v>46188</c:v>
                </c:pt>
                <c:pt idx="395">
                  <c:v>46189</c:v>
                </c:pt>
                <c:pt idx="396">
                  <c:v>46190</c:v>
                </c:pt>
                <c:pt idx="397">
                  <c:v>46191</c:v>
                </c:pt>
                <c:pt idx="398">
                  <c:v>46192</c:v>
                </c:pt>
                <c:pt idx="399">
                  <c:v>46195</c:v>
                </c:pt>
                <c:pt idx="400">
                  <c:v>46196</c:v>
                </c:pt>
                <c:pt idx="401">
                  <c:v>46197</c:v>
                </c:pt>
                <c:pt idx="402">
                  <c:v>46198</c:v>
                </c:pt>
                <c:pt idx="403">
                  <c:v>46199</c:v>
                </c:pt>
                <c:pt idx="404">
                  <c:v>46202</c:v>
                </c:pt>
                <c:pt idx="405">
                  <c:v>46203</c:v>
                </c:pt>
                <c:pt idx="406">
                  <c:v>46204</c:v>
                </c:pt>
                <c:pt idx="407">
                  <c:v>46205</c:v>
                </c:pt>
                <c:pt idx="408">
                  <c:v>46206</c:v>
                </c:pt>
                <c:pt idx="409">
                  <c:v>46209</c:v>
                </c:pt>
                <c:pt idx="410">
                  <c:v>46210</c:v>
                </c:pt>
                <c:pt idx="411">
                  <c:v>46211</c:v>
                </c:pt>
                <c:pt idx="412">
                  <c:v>46212</c:v>
                </c:pt>
                <c:pt idx="413">
                  <c:v>46213</c:v>
                </c:pt>
                <c:pt idx="414">
                  <c:v>46216</c:v>
                </c:pt>
                <c:pt idx="415">
                  <c:v>46217</c:v>
                </c:pt>
                <c:pt idx="416">
                  <c:v>46218</c:v>
                </c:pt>
                <c:pt idx="417">
                  <c:v>46219</c:v>
                </c:pt>
                <c:pt idx="418">
                  <c:v>46220</c:v>
                </c:pt>
                <c:pt idx="419">
                  <c:v>46223</c:v>
                </c:pt>
                <c:pt idx="420">
                  <c:v>46224</c:v>
                </c:pt>
                <c:pt idx="421">
                  <c:v>46225</c:v>
                </c:pt>
                <c:pt idx="422">
                  <c:v>46226</c:v>
                </c:pt>
                <c:pt idx="423">
                  <c:v>46227</c:v>
                </c:pt>
                <c:pt idx="424">
                  <c:v>46230</c:v>
                </c:pt>
                <c:pt idx="425">
                  <c:v>46231</c:v>
                </c:pt>
                <c:pt idx="426">
                  <c:v>46024</c:v>
                </c:pt>
                <c:pt idx="427">
                  <c:v>46027</c:v>
                </c:pt>
                <c:pt idx="428">
                  <c:v>46028</c:v>
                </c:pt>
                <c:pt idx="429">
                  <c:v>46029</c:v>
                </c:pt>
                <c:pt idx="430">
                  <c:v>46030</c:v>
                </c:pt>
                <c:pt idx="431">
                  <c:v>46031</c:v>
                </c:pt>
                <c:pt idx="432">
                  <c:v>46034</c:v>
                </c:pt>
                <c:pt idx="433">
                  <c:v>46035</c:v>
                </c:pt>
                <c:pt idx="434">
                  <c:v>46036</c:v>
                </c:pt>
                <c:pt idx="435">
                  <c:v>46037</c:v>
                </c:pt>
                <c:pt idx="436">
                  <c:v>46038</c:v>
                </c:pt>
                <c:pt idx="437">
                  <c:v>46041</c:v>
                </c:pt>
                <c:pt idx="438">
                  <c:v>46042</c:v>
                </c:pt>
                <c:pt idx="439">
                  <c:v>46043</c:v>
                </c:pt>
                <c:pt idx="440">
                  <c:v>46044</c:v>
                </c:pt>
                <c:pt idx="441">
                  <c:v>46045</c:v>
                </c:pt>
                <c:pt idx="442">
                  <c:v>46048</c:v>
                </c:pt>
                <c:pt idx="443">
                  <c:v>46049</c:v>
                </c:pt>
                <c:pt idx="444">
                  <c:v>46050</c:v>
                </c:pt>
                <c:pt idx="445">
                  <c:v>46051</c:v>
                </c:pt>
                <c:pt idx="446">
                  <c:v>46052</c:v>
                </c:pt>
                <c:pt idx="447">
                  <c:v>46055</c:v>
                </c:pt>
                <c:pt idx="448">
                  <c:v>46056</c:v>
                </c:pt>
                <c:pt idx="449">
                  <c:v>46057</c:v>
                </c:pt>
                <c:pt idx="450">
                  <c:v>46058</c:v>
                </c:pt>
                <c:pt idx="451">
                  <c:v>46059</c:v>
                </c:pt>
                <c:pt idx="452">
                  <c:v>46062</c:v>
                </c:pt>
                <c:pt idx="453">
                  <c:v>46063</c:v>
                </c:pt>
                <c:pt idx="454">
                  <c:v>46064</c:v>
                </c:pt>
                <c:pt idx="455">
                  <c:v>46065</c:v>
                </c:pt>
                <c:pt idx="456">
                  <c:v>46066</c:v>
                </c:pt>
                <c:pt idx="457">
                  <c:v>46071</c:v>
                </c:pt>
                <c:pt idx="458">
                  <c:v>46072</c:v>
                </c:pt>
                <c:pt idx="459">
                  <c:v>46073</c:v>
                </c:pt>
                <c:pt idx="460">
                  <c:v>46076</c:v>
                </c:pt>
                <c:pt idx="461">
                  <c:v>46077</c:v>
                </c:pt>
                <c:pt idx="462">
                  <c:v>46078</c:v>
                </c:pt>
                <c:pt idx="463">
                  <c:v>46079</c:v>
                </c:pt>
                <c:pt idx="464">
                  <c:v>46080</c:v>
                </c:pt>
                <c:pt idx="465">
                  <c:v>46083</c:v>
                </c:pt>
                <c:pt idx="466">
                  <c:v>46084</c:v>
                </c:pt>
                <c:pt idx="467">
                  <c:v>46085</c:v>
                </c:pt>
                <c:pt idx="468">
                  <c:v>46086</c:v>
                </c:pt>
                <c:pt idx="469">
                  <c:v>46087</c:v>
                </c:pt>
                <c:pt idx="470">
                  <c:v>46090</c:v>
                </c:pt>
                <c:pt idx="471">
                  <c:v>46091</c:v>
                </c:pt>
                <c:pt idx="472">
                  <c:v>46092</c:v>
                </c:pt>
                <c:pt idx="473">
                  <c:v>46093</c:v>
                </c:pt>
                <c:pt idx="474">
                  <c:v>46094</c:v>
                </c:pt>
                <c:pt idx="475">
                  <c:v>46097</c:v>
                </c:pt>
                <c:pt idx="476">
                  <c:v>46098</c:v>
                </c:pt>
                <c:pt idx="477">
                  <c:v>46099</c:v>
                </c:pt>
                <c:pt idx="478">
                  <c:v>46100</c:v>
                </c:pt>
                <c:pt idx="479">
                  <c:v>46101</c:v>
                </c:pt>
                <c:pt idx="480">
                  <c:v>46104</c:v>
                </c:pt>
                <c:pt idx="481">
                  <c:v>46105</c:v>
                </c:pt>
                <c:pt idx="482">
                  <c:v>46106</c:v>
                </c:pt>
                <c:pt idx="483">
                  <c:v>46107</c:v>
                </c:pt>
                <c:pt idx="484">
                  <c:v>46108</c:v>
                </c:pt>
                <c:pt idx="485">
                  <c:v>46111</c:v>
                </c:pt>
                <c:pt idx="486">
                  <c:v>46112</c:v>
                </c:pt>
                <c:pt idx="487">
                  <c:v>46113</c:v>
                </c:pt>
                <c:pt idx="488">
                  <c:v>46114</c:v>
                </c:pt>
                <c:pt idx="489">
                  <c:v>46118</c:v>
                </c:pt>
                <c:pt idx="490">
                  <c:v>46119</c:v>
                </c:pt>
                <c:pt idx="491">
                  <c:v>46120</c:v>
                </c:pt>
                <c:pt idx="492">
                  <c:v>46121</c:v>
                </c:pt>
                <c:pt idx="493">
                  <c:v>46122</c:v>
                </c:pt>
                <c:pt idx="494">
                  <c:v>46125</c:v>
                </c:pt>
                <c:pt idx="495">
                  <c:v>46126</c:v>
                </c:pt>
                <c:pt idx="496">
                  <c:v>46127</c:v>
                </c:pt>
                <c:pt idx="497">
                  <c:v>46128</c:v>
                </c:pt>
                <c:pt idx="498">
                  <c:v>46129</c:v>
                </c:pt>
                <c:pt idx="499">
                  <c:v>46132</c:v>
                </c:pt>
                <c:pt idx="500">
                  <c:v>46134</c:v>
                </c:pt>
                <c:pt idx="501">
                  <c:v>46135</c:v>
                </c:pt>
                <c:pt idx="502">
                  <c:v>46136</c:v>
                </c:pt>
                <c:pt idx="503">
                  <c:v>46139</c:v>
                </c:pt>
                <c:pt idx="504">
                  <c:v>46140</c:v>
                </c:pt>
                <c:pt idx="505">
                  <c:v>46141</c:v>
                </c:pt>
                <c:pt idx="506">
                  <c:v>46142</c:v>
                </c:pt>
                <c:pt idx="507">
                  <c:v>46146</c:v>
                </c:pt>
                <c:pt idx="508">
                  <c:v>46147</c:v>
                </c:pt>
                <c:pt idx="509">
                  <c:v>46148</c:v>
                </c:pt>
                <c:pt idx="510">
                  <c:v>46149</c:v>
                </c:pt>
                <c:pt idx="511">
                  <c:v>46150</c:v>
                </c:pt>
                <c:pt idx="512">
                  <c:v>46153</c:v>
                </c:pt>
                <c:pt idx="513">
                  <c:v>46154</c:v>
                </c:pt>
                <c:pt idx="514">
                  <c:v>46155</c:v>
                </c:pt>
                <c:pt idx="515">
                  <c:v>46156</c:v>
                </c:pt>
                <c:pt idx="516">
                  <c:v>46157</c:v>
                </c:pt>
                <c:pt idx="517">
                  <c:v>46160</c:v>
                </c:pt>
                <c:pt idx="518">
                  <c:v>46161</c:v>
                </c:pt>
                <c:pt idx="519">
                  <c:v>46162</c:v>
                </c:pt>
                <c:pt idx="520">
                  <c:v>46163</c:v>
                </c:pt>
                <c:pt idx="521">
                  <c:v>46164</c:v>
                </c:pt>
                <c:pt idx="522">
                  <c:v>46167</c:v>
                </c:pt>
                <c:pt idx="523">
                  <c:v>46168</c:v>
                </c:pt>
                <c:pt idx="524">
                  <c:v>46169</c:v>
                </c:pt>
                <c:pt idx="525">
                  <c:v>46170</c:v>
                </c:pt>
                <c:pt idx="526">
                  <c:v>46171</c:v>
                </c:pt>
                <c:pt idx="527">
                  <c:v>46174</c:v>
                </c:pt>
                <c:pt idx="528">
                  <c:v>46175</c:v>
                </c:pt>
                <c:pt idx="529">
                  <c:v>46176</c:v>
                </c:pt>
                <c:pt idx="530">
                  <c:v>46178</c:v>
                </c:pt>
                <c:pt idx="531">
                  <c:v>46181</c:v>
                </c:pt>
                <c:pt idx="532">
                  <c:v>46182</c:v>
                </c:pt>
                <c:pt idx="533">
                  <c:v>46183</c:v>
                </c:pt>
                <c:pt idx="534">
                  <c:v>46184</c:v>
                </c:pt>
                <c:pt idx="535">
                  <c:v>46185</c:v>
                </c:pt>
                <c:pt idx="536">
                  <c:v>46188</c:v>
                </c:pt>
                <c:pt idx="537">
                  <c:v>46189</c:v>
                </c:pt>
                <c:pt idx="538">
                  <c:v>46190</c:v>
                </c:pt>
                <c:pt idx="539">
                  <c:v>46191</c:v>
                </c:pt>
                <c:pt idx="540">
                  <c:v>46192</c:v>
                </c:pt>
                <c:pt idx="541">
                  <c:v>46195</c:v>
                </c:pt>
                <c:pt idx="542">
                  <c:v>46196</c:v>
                </c:pt>
                <c:pt idx="543">
                  <c:v>46197</c:v>
                </c:pt>
                <c:pt idx="544">
                  <c:v>46198</c:v>
                </c:pt>
                <c:pt idx="545">
                  <c:v>46199</c:v>
                </c:pt>
                <c:pt idx="546">
                  <c:v>46202</c:v>
                </c:pt>
                <c:pt idx="547">
                  <c:v>46203</c:v>
                </c:pt>
                <c:pt idx="548">
                  <c:v>46204</c:v>
                </c:pt>
                <c:pt idx="549">
                  <c:v>46205</c:v>
                </c:pt>
                <c:pt idx="550">
                  <c:v>46206</c:v>
                </c:pt>
                <c:pt idx="551">
                  <c:v>46209</c:v>
                </c:pt>
                <c:pt idx="552">
                  <c:v>46210</c:v>
                </c:pt>
                <c:pt idx="553">
                  <c:v>46211</c:v>
                </c:pt>
                <c:pt idx="554">
                  <c:v>46212</c:v>
                </c:pt>
                <c:pt idx="555">
                  <c:v>46213</c:v>
                </c:pt>
                <c:pt idx="556">
                  <c:v>46216</c:v>
                </c:pt>
                <c:pt idx="557">
                  <c:v>46217</c:v>
                </c:pt>
                <c:pt idx="558">
                  <c:v>46218</c:v>
                </c:pt>
                <c:pt idx="559">
                  <c:v>46219</c:v>
                </c:pt>
                <c:pt idx="560">
                  <c:v>46220</c:v>
                </c:pt>
                <c:pt idx="561">
                  <c:v>46223</c:v>
                </c:pt>
                <c:pt idx="562">
                  <c:v>46224</c:v>
                </c:pt>
                <c:pt idx="563">
                  <c:v>46225</c:v>
                </c:pt>
                <c:pt idx="564">
                  <c:v>46226</c:v>
                </c:pt>
                <c:pt idx="565">
                  <c:v>46227</c:v>
                </c:pt>
                <c:pt idx="566">
                  <c:v>46230</c:v>
                </c:pt>
                <c:pt idx="567">
                  <c:v>46231</c:v>
                </c:pt>
              </c:numCache>
            </c:numRef>
          </c:cat>
          <c:val>
            <c:numRef>
              <c:f>Foreign!$G$3:$G$570</c:f>
              <c:numCache>
                <c:formatCode>0.00</c:formatCode>
                <c:ptCount val="568"/>
                <c:pt idx="0">
                  <c:v>-0.1030535546133805</c:v>
                </c:pt>
                <c:pt idx="1">
                  <c:v>3.725908052530758E-3</c:v>
                </c:pt>
                <c:pt idx="2">
                  <c:v>4.1853935539234922E-2</c:v>
                </c:pt>
                <c:pt idx="3">
                  <c:v>3.9962664762260423E-2</c:v>
                </c:pt>
                <c:pt idx="4">
                  <c:v>-0.1457423627980951</c:v>
                </c:pt>
                <c:pt idx="5">
                  <c:v>-0.1961848457881496</c:v>
                </c:pt>
                <c:pt idx="6">
                  <c:v>-0.2264684535042065</c:v>
                </c:pt>
                <c:pt idx="7">
                  <c:v>-0.24185788020061519</c:v>
                </c:pt>
                <c:pt idx="8">
                  <c:v>-0.16916027839921979</c:v>
                </c:pt>
                <c:pt idx="9">
                  <c:v>-4.8154366579610308E-2</c:v>
                </c:pt>
                <c:pt idx="10">
                  <c:v>-0.1155182399066161</c:v>
                </c:pt>
                <c:pt idx="11">
                  <c:v>-0.12598240859093471</c:v>
                </c:pt>
                <c:pt idx="12">
                  <c:v>-5.8736387426298532E-2</c:v>
                </c:pt>
                <c:pt idx="13">
                  <c:v>0.16044894847177599</c:v>
                </c:pt>
                <c:pt idx="14">
                  <c:v>0.3309000693898958</c:v>
                </c:pt>
                <c:pt idx="15">
                  <c:v>0.4706215381723079</c:v>
                </c:pt>
                <c:pt idx="16">
                  <c:v>0.66122059908166575</c:v>
                </c:pt>
                <c:pt idx="17">
                  <c:v>0.8064527254830014</c:v>
                </c:pt>
                <c:pt idx="18">
                  <c:v>0.88989617522045128</c:v>
                </c:pt>
                <c:pt idx="19">
                  <c:v>1.288335741021293</c:v>
                </c:pt>
                <c:pt idx="20">
                  <c:v>1.2598942331591809</c:v>
                </c:pt>
                <c:pt idx="21">
                  <c:v>1.391047286062195</c:v>
                </c:pt>
                <c:pt idx="22">
                  <c:v>1.441701592242038</c:v>
                </c:pt>
                <c:pt idx="23">
                  <c:v>1.519247405972175</c:v>
                </c:pt>
                <c:pt idx="24">
                  <c:v>1.484393007547282</c:v>
                </c:pt>
                <c:pt idx="25">
                  <c:v>1.4113311501043211</c:v>
                </c:pt>
                <c:pt idx="26">
                  <c:v>1.4107072574512061</c:v>
                </c:pt>
                <c:pt idx="27">
                  <c:v>1.4517156600824459</c:v>
                </c:pt>
                <c:pt idx="28">
                  <c:v>1.403385493076841</c:v>
                </c:pt>
                <c:pt idx="29">
                  <c:v>1.540219518124101</c:v>
                </c:pt>
                <c:pt idx="30">
                  <c:v>1.6601642705496731</c:v>
                </c:pt>
                <c:pt idx="31">
                  <c:v>1.66173738208426</c:v>
                </c:pt>
                <c:pt idx="32">
                  <c:v>1.831676505229247</c:v>
                </c:pt>
                <c:pt idx="33">
                  <c:v>1.846469832373965</c:v>
                </c:pt>
                <c:pt idx="34">
                  <c:v>1.8779181987403619</c:v>
                </c:pt>
                <c:pt idx="35">
                  <c:v>1.8993670248648229</c:v>
                </c:pt>
                <c:pt idx="36">
                  <c:v>1.9587532360417039</c:v>
                </c:pt>
                <c:pt idx="37">
                  <c:v>2.0262425494731211</c:v>
                </c:pt>
                <c:pt idx="38">
                  <c:v>1.963746987529277</c:v>
                </c:pt>
                <c:pt idx="39">
                  <c:v>1.947120495153873</c:v>
                </c:pt>
                <c:pt idx="40">
                  <c:v>1.893554440889166</c:v>
                </c:pt>
                <c:pt idx="41">
                  <c:v>1.9638505020386781</c:v>
                </c:pt>
                <c:pt idx="42">
                  <c:v>1.9190568823973551</c:v>
                </c:pt>
                <c:pt idx="43">
                  <c:v>1.9173581808057809</c:v>
                </c:pt>
                <c:pt idx="44">
                  <c:v>1.930904139587108</c:v>
                </c:pt>
                <c:pt idx="45">
                  <c:v>1.9533211251039619</c:v>
                </c:pt>
                <c:pt idx="46">
                  <c:v>1.946899965991757</c:v>
                </c:pt>
                <c:pt idx="47">
                  <c:v>1.930606421361539</c:v>
                </c:pt>
                <c:pt idx="48">
                  <c:v>1.985720640621496</c:v>
                </c:pt>
                <c:pt idx="49">
                  <c:v>2.0865956885593029</c:v>
                </c:pt>
                <c:pt idx="50">
                  <c:v>2.1199080762552911</c:v>
                </c:pt>
                <c:pt idx="51">
                  <c:v>2.1211261953931291</c:v>
                </c:pt>
                <c:pt idx="52">
                  <c:v>2.1785342247536201</c:v>
                </c:pt>
                <c:pt idx="53">
                  <c:v>2.1462372879329008</c:v>
                </c:pt>
                <c:pt idx="54">
                  <c:v>2.0807868603395412</c:v>
                </c:pt>
                <c:pt idx="55">
                  <c:v>2.053672109223208</c:v>
                </c:pt>
                <c:pt idx="56">
                  <c:v>2.0808849835652472</c:v>
                </c:pt>
                <c:pt idx="57">
                  <c:v>1.973128846498293</c:v>
                </c:pt>
                <c:pt idx="58">
                  <c:v>2.030949282214487</c:v>
                </c:pt>
                <c:pt idx="59">
                  <c:v>1.9803026580490271</c:v>
                </c:pt>
                <c:pt idx="60">
                  <c:v>2.0978669882926639</c:v>
                </c:pt>
                <c:pt idx="61">
                  <c:v>2.1646965898101831</c:v>
                </c:pt>
                <c:pt idx="62">
                  <c:v>2.1754278084666958</c:v>
                </c:pt>
                <c:pt idx="63">
                  <c:v>2.1799583229798252</c:v>
                </c:pt>
                <c:pt idx="64">
                  <c:v>2.141827685112065</c:v>
                </c:pt>
                <c:pt idx="65">
                  <c:v>2.3498597037522471</c:v>
                </c:pt>
                <c:pt idx="66">
                  <c:v>2.464835332935015</c:v>
                </c:pt>
                <c:pt idx="67">
                  <c:v>2.5121721877508132</c:v>
                </c:pt>
                <c:pt idx="68">
                  <c:v>2.5489193114671411</c:v>
                </c:pt>
                <c:pt idx="69">
                  <c:v>2.643163563102565</c:v>
                </c:pt>
                <c:pt idx="70">
                  <c:v>2.685425541937962</c:v>
                </c:pt>
                <c:pt idx="71">
                  <c:v>2.7312700167560631</c:v>
                </c:pt>
                <c:pt idx="72">
                  <c:v>2.7471535346869111</c:v>
                </c:pt>
                <c:pt idx="73">
                  <c:v>2.7422572603838611</c:v>
                </c:pt>
                <c:pt idx="74">
                  <c:v>2.698134561871985</c:v>
                </c:pt>
                <c:pt idx="75">
                  <c:v>2.650192769246519</c:v>
                </c:pt>
                <c:pt idx="76">
                  <c:v>2.537575452437955</c:v>
                </c:pt>
                <c:pt idx="77">
                  <c:v>2.5323328352078112</c:v>
                </c:pt>
                <c:pt idx="78">
                  <c:v>2.5342687208692962</c:v>
                </c:pt>
                <c:pt idx="79">
                  <c:v>2.4371616438105712</c:v>
                </c:pt>
                <c:pt idx="80">
                  <c:v>2.333719755870864</c:v>
                </c:pt>
                <c:pt idx="81">
                  <c:v>2.2758164361349378</c:v>
                </c:pt>
                <c:pt idx="82">
                  <c:v>2.2337321925121492</c:v>
                </c:pt>
                <c:pt idx="83">
                  <c:v>2.2194995584816959</c:v>
                </c:pt>
                <c:pt idx="84">
                  <c:v>2.2363515450932399</c:v>
                </c:pt>
                <c:pt idx="85">
                  <c:v>2.3320740943294829</c:v>
                </c:pt>
                <c:pt idx="86">
                  <c:v>2.300037909423426</c:v>
                </c:pt>
                <c:pt idx="87">
                  <c:v>2.2634203588032791</c:v>
                </c:pt>
                <c:pt idx="88">
                  <c:v>2.3227216948590121</c:v>
                </c:pt>
                <c:pt idx="89">
                  <c:v>2.3031806904874799</c:v>
                </c:pt>
                <c:pt idx="90">
                  <c:v>2.2541835246416708</c:v>
                </c:pt>
                <c:pt idx="91">
                  <c:v>2.2426583503530142</c:v>
                </c:pt>
                <c:pt idx="92">
                  <c:v>2.1808844732560102</c:v>
                </c:pt>
                <c:pt idx="93">
                  <c:v>2.111037822294128</c:v>
                </c:pt>
                <c:pt idx="94">
                  <c:v>2.0115214076626282</c:v>
                </c:pt>
                <c:pt idx="95">
                  <c:v>1.9738613637179709</c:v>
                </c:pt>
                <c:pt idx="96">
                  <c:v>1.9447484082744739</c:v>
                </c:pt>
                <c:pt idx="97">
                  <c:v>1.919768475988465</c:v>
                </c:pt>
                <c:pt idx="98">
                  <c:v>1.9231880285892891</c:v>
                </c:pt>
                <c:pt idx="99">
                  <c:v>1.889812956034528</c:v>
                </c:pt>
                <c:pt idx="100">
                  <c:v>1.8453725843678861</c:v>
                </c:pt>
                <c:pt idx="101">
                  <c:v>1.740301940888981</c:v>
                </c:pt>
                <c:pt idx="102">
                  <c:v>1.7210592517263501</c:v>
                </c:pt>
                <c:pt idx="103">
                  <c:v>1.6733147151485219</c:v>
                </c:pt>
                <c:pt idx="104">
                  <c:v>1.640757179423828</c:v>
                </c:pt>
                <c:pt idx="105">
                  <c:v>1.54984485914249</c:v>
                </c:pt>
                <c:pt idx="106">
                  <c:v>1.2984702719139769</c:v>
                </c:pt>
                <c:pt idx="107">
                  <c:v>1.2130682524388989</c:v>
                </c:pt>
                <c:pt idx="108">
                  <c:v>1.1567977305188719</c:v>
                </c:pt>
                <c:pt idx="109">
                  <c:v>1.1159159499554749</c:v>
                </c:pt>
                <c:pt idx="110">
                  <c:v>1.138556924161632</c:v>
                </c:pt>
                <c:pt idx="111">
                  <c:v>1.059481269555538</c:v>
                </c:pt>
                <c:pt idx="112">
                  <c:v>1.1416468376990589</c:v>
                </c:pt>
                <c:pt idx="113">
                  <c:v>1.1313532797181041</c:v>
                </c:pt>
                <c:pt idx="114">
                  <c:v>1.2451471251236621</c:v>
                </c:pt>
                <c:pt idx="115">
                  <c:v>1.153248335226897</c:v>
                </c:pt>
                <c:pt idx="116">
                  <c:v>1.0538683123994439</c:v>
                </c:pt>
                <c:pt idx="117">
                  <c:v>0.94307389339106207</c:v>
                </c:pt>
                <c:pt idx="118">
                  <c:v>0.85975509855251953</c:v>
                </c:pt>
                <c:pt idx="119">
                  <c:v>0.87297739365200377</c:v>
                </c:pt>
                <c:pt idx="120">
                  <c:v>0.97559584912025188</c:v>
                </c:pt>
                <c:pt idx="121">
                  <c:v>0.9712346016905854</c:v>
                </c:pt>
                <c:pt idx="122">
                  <c:v>0.94442442983463282</c:v>
                </c:pt>
                <c:pt idx="123">
                  <c:v>1.003800995286154</c:v>
                </c:pt>
                <c:pt idx="124">
                  <c:v>1.0648042409285421</c:v>
                </c:pt>
                <c:pt idx="125">
                  <c:v>1.139206517496566</c:v>
                </c:pt>
                <c:pt idx="126">
                  <c:v>1.222699472470385</c:v>
                </c:pt>
                <c:pt idx="127">
                  <c:v>1.2474914784622191</c:v>
                </c:pt>
                <c:pt idx="128">
                  <c:v>1.281417252367113</c:v>
                </c:pt>
                <c:pt idx="129">
                  <c:v>1.4500478436635149</c:v>
                </c:pt>
                <c:pt idx="130">
                  <c:v>1.450675535303471</c:v>
                </c:pt>
                <c:pt idx="131">
                  <c:v>1.521631984999257</c:v>
                </c:pt>
                <c:pt idx="132">
                  <c:v>1.559207846249334</c:v>
                </c:pt>
                <c:pt idx="133">
                  <c:v>1.5727295287832641</c:v>
                </c:pt>
                <c:pt idx="134">
                  <c:v>1.571809979505475</c:v>
                </c:pt>
                <c:pt idx="135">
                  <c:v>1.5775731106971489</c:v>
                </c:pt>
                <c:pt idx="136">
                  <c:v>1.5874907526694939</c:v>
                </c:pt>
                <c:pt idx="137">
                  <c:v>1.5624359712648379</c:v>
                </c:pt>
                <c:pt idx="138">
                  <c:v>1.5579786250479439</c:v>
                </c:pt>
                <c:pt idx="139">
                  <c:v>1.518048236527749</c:v>
                </c:pt>
                <c:pt idx="140">
                  <c:v>1.5691780240209461</c:v>
                </c:pt>
                <c:pt idx="141">
                  <c:v>1.5676456314707219</c:v>
                </c:pt>
                <c:pt idx="142">
                  <c:v>-0.1030535546133805</c:v>
                </c:pt>
                <c:pt idx="143">
                  <c:v>3.725908052530758E-3</c:v>
                </c:pt>
                <c:pt idx="144">
                  <c:v>4.1853935539234922E-2</c:v>
                </c:pt>
                <c:pt idx="145">
                  <c:v>3.9962664762260423E-2</c:v>
                </c:pt>
                <c:pt idx="146">
                  <c:v>-0.1457423627980951</c:v>
                </c:pt>
                <c:pt idx="147">
                  <c:v>-0.1961848457881496</c:v>
                </c:pt>
                <c:pt idx="148">
                  <c:v>-0.2264684535042065</c:v>
                </c:pt>
                <c:pt idx="149">
                  <c:v>-0.24185788020061519</c:v>
                </c:pt>
                <c:pt idx="150">
                  <c:v>-0.16916027839921979</c:v>
                </c:pt>
                <c:pt idx="151">
                  <c:v>-4.8154366579610308E-2</c:v>
                </c:pt>
                <c:pt idx="152">
                  <c:v>-0.1155182399066161</c:v>
                </c:pt>
                <c:pt idx="153">
                  <c:v>-0.12598240859093471</c:v>
                </c:pt>
                <c:pt idx="154">
                  <c:v>-5.8736387426298532E-2</c:v>
                </c:pt>
                <c:pt idx="155">
                  <c:v>0.16044894847177599</c:v>
                </c:pt>
                <c:pt idx="156">
                  <c:v>0.3309000693898958</c:v>
                </c:pt>
                <c:pt idx="157">
                  <c:v>0.4706215381723079</c:v>
                </c:pt>
                <c:pt idx="158">
                  <c:v>0.66122059908166575</c:v>
                </c:pt>
                <c:pt idx="159">
                  <c:v>0.8064527254830014</c:v>
                </c:pt>
                <c:pt idx="160">
                  <c:v>0.88989617522045128</c:v>
                </c:pt>
                <c:pt idx="161">
                  <c:v>1.288335741021293</c:v>
                </c:pt>
                <c:pt idx="162">
                  <c:v>1.2598942331591809</c:v>
                </c:pt>
                <c:pt idx="163">
                  <c:v>1.391047286062195</c:v>
                </c:pt>
                <c:pt idx="164">
                  <c:v>1.441701592242038</c:v>
                </c:pt>
                <c:pt idx="165">
                  <c:v>1.519247405972175</c:v>
                </c:pt>
                <c:pt idx="166">
                  <c:v>1.484393007547282</c:v>
                </c:pt>
                <c:pt idx="167">
                  <c:v>1.4113311501043211</c:v>
                </c:pt>
                <c:pt idx="168">
                  <c:v>1.4107072574512061</c:v>
                </c:pt>
                <c:pt idx="169">
                  <c:v>1.4517156600824459</c:v>
                </c:pt>
                <c:pt idx="170">
                  <c:v>1.403385493076841</c:v>
                </c:pt>
                <c:pt idx="171">
                  <c:v>1.540219518124101</c:v>
                </c:pt>
                <c:pt idx="172">
                  <c:v>1.6601642705496731</c:v>
                </c:pt>
                <c:pt idx="173">
                  <c:v>1.66173738208426</c:v>
                </c:pt>
                <c:pt idx="174">
                  <c:v>1.831676505229247</c:v>
                </c:pt>
                <c:pt idx="175">
                  <c:v>1.846469832373965</c:v>
                </c:pt>
                <c:pt idx="176">
                  <c:v>1.8779181987403619</c:v>
                </c:pt>
                <c:pt idx="177">
                  <c:v>1.8993670248648229</c:v>
                </c:pt>
                <c:pt idx="178">
                  <c:v>1.9587532360417039</c:v>
                </c:pt>
                <c:pt idx="179">
                  <c:v>2.0262425494731211</c:v>
                </c:pt>
                <c:pt idx="180">
                  <c:v>1.963746987529277</c:v>
                </c:pt>
                <c:pt idx="181">
                  <c:v>1.947120495153873</c:v>
                </c:pt>
                <c:pt idx="182">
                  <c:v>1.893554440889166</c:v>
                </c:pt>
                <c:pt idx="183">
                  <c:v>1.9638505020386781</c:v>
                </c:pt>
                <c:pt idx="184">
                  <c:v>1.9190568823973551</c:v>
                </c:pt>
                <c:pt idx="185">
                  <c:v>1.9173581808057809</c:v>
                </c:pt>
                <c:pt idx="186">
                  <c:v>1.930904139587108</c:v>
                </c:pt>
                <c:pt idx="187">
                  <c:v>1.9533211251039619</c:v>
                </c:pt>
                <c:pt idx="188">
                  <c:v>1.946899965991757</c:v>
                </c:pt>
                <c:pt idx="189">
                  <c:v>1.930606421361539</c:v>
                </c:pt>
                <c:pt idx="190">
                  <c:v>1.985720640621496</c:v>
                </c:pt>
                <c:pt idx="191">
                  <c:v>2.0865956885593029</c:v>
                </c:pt>
                <c:pt idx="192">
                  <c:v>2.1199080762552911</c:v>
                </c:pt>
                <c:pt idx="193">
                  <c:v>2.1211261953931291</c:v>
                </c:pt>
                <c:pt idx="194">
                  <c:v>2.1785342247536201</c:v>
                </c:pt>
                <c:pt idx="195">
                  <c:v>2.1462372879329008</c:v>
                </c:pt>
                <c:pt idx="196">
                  <c:v>2.0807868603395412</c:v>
                </c:pt>
                <c:pt idx="197">
                  <c:v>2.053672109223208</c:v>
                </c:pt>
                <c:pt idx="198">
                  <c:v>2.0808849835652472</c:v>
                </c:pt>
                <c:pt idx="199">
                  <c:v>1.973128846498293</c:v>
                </c:pt>
                <c:pt idx="200">
                  <c:v>2.030949282214487</c:v>
                </c:pt>
                <c:pt idx="201">
                  <c:v>1.9803026580490271</c:v>
                </c:pt>
                <c:pt idx="202">
                  <c:v>2.0978669882926639</c:v>
                </c:pt>
                <c:pt idx="203">
                  <c:v>2.1646965898101831</c:v>
                </c:pt>
                <c:pt idx="204">
                  <c:v>2.1754278084666958</c:v>
                </c:pt>
                <c:pt idx="205">
                  <c:v>2.1799583229798252</c:v>
                </c:pt>
                <c:pt idx="206">
                  <c:v>2.141827685112065</c:v>
                </c:pt>
                <c:pt idx="207">
                  <c:v>2.3498597037522471</c:v>
                </c:pt>
                <c:pt idx="208">
                  <c:v>2.464835332935015</c:v>
                </c:pt>
                <c:pt idx="209">
                  <c:v>2.5121721877508132</c:v>
                </c:pt>
                <c:pt idx="210">
                  <c:v>2.5489193114671411</c:v>
                </c:pt>
                <c:pt idx="211">
                  <c:v>2.643163563102565</c:v>
                </c:pt>
                <c:pt idx="212">
                  <c:v>2.685425541937962</c:v>
                </c:pt>
                <c:pt idx="213">
                  <c:v>2.7312700167560631</c:v>
                </c:pt>
                <c:pt idx="214">
                  <c:v>2.7471535346869111</c:v>
                </c:pt>
                <c:pt idx="215">
                  <c:v>2.7422572603838611</c:v>
                </c:pt>
                <c:pt idx="216">
                  <c:v>2.698134561871985</c:v>
                </c:pt>
                <c:pt idx="217">
                  <c:v>2.650192769246519</c:v>
                </c:pt>
                <c:pt idx="218">
                  <c:v>2.537575452437955</c:v>
                </c:pt>
                <c:pt idx="219">
                  <c:v>2.5323328352078112</c:v>
                </c:pt>
                <c:pt idx="220">
                  <c:v>2.5342687208692962</c:v>
                </c:pt>
                <c:pt idx="221">
                  <c:v>2.4371616438105712</c:v>
                </c:pt>
                <c:pt idx="222">
                  <c:v>2.333719755870864</c:v>
                </c:pt>
                <c:pt idx="223">
                  <c:v>2.2758164361349378</c:v>
                </c:pt>
                <c:pt idx="224">
                  <c:v>2.2337321925121492</c:v>
                </c:pt>
                <c:pt idx="225">
                  <c:v>2.2194995584816959</c:v>
                </c:pt>
                <c:pt idx="226">
                  <c:v>2.2363515450932399</c:v>
                </c:pt>
                <c:pt idx="227">
                  <c:v>2.3320740943294829</c:v>
                </c:pt>
                <c:pt idx="228">
                  <c:v>2.300037909423426</c:v>
                </c:pt>
                <c:pt idx="229">
                  <c:v>2.2634203588032791</c:v>
                </c:pt>
                <c:pt idx="230">
                  <c:v>2.3227216948590121</c:v>
                </c:pt>
                <c:pt idx="231">
                  <c:v>2.3031806904874799</c:v>
                </c:pt>
                <c:pt idx="232">
                  <c:v>2.2541835246416708</c:v>
                </c:pt>
                <c:pt idx="233">
                  <c:v>2.2426583503530142</c:v>
                </c:pt>
                <c:pt idx="234">
                  <c:v>2.1808844732560102</c:v>
                </c:pt>
                <c:pt idx="235">
                  <c:v>2.111037822294128</c:v>
                </c:pt>
                <c:pt idx="236">
                  <c:v>2.0115214076626282</c:v>
                </c:pt>
                <c:pt idx="237">
                  <c:v>1.9738613637179709</c:v>
                </c:pt>
                <c:pt idx="238">
                  <c:v>1.9447484082744739</c:v>
                </c:pt>
                <c:pt idx="239">
                  <c:v>1.919768475988465</c:v>
                </c:pt>
                <c:pt idx="240">
                  <c:v>1.9231880285892891</c:v>
                </c:pt>
                <c:pt idx="241">
                  <c:v>1.889812956034528</c:v>
                </c:pt>
                <c:pt idx="242">
                  <c:v>1.8453725843678861</c:v>
                </c:pt>
                <c:pt idx="243">
                  <c:v>1.740301940888981</c:v>
                </c:pt>
                <c:pt idx="244">
                  <c:v>1.7210592517263501</c:v>
                </c:pt>
                <c:pt idx="245">
                  <c:v>1.6733147151485219</c:v>
                </c:pt>
                <c:pt idx="246">
                  <c:v>1.640757179423828</c:v>
                </c:pt>
                <c:pt idx="247">
                  <c:v>1.54984485914249</c:v>
                </c:pt>
                <c:pt idx="248">
                  <c:v>1.2984702719139769</c:v>
                </c:pt>
                <c:pt idx="249">
                  <c:v>1.2130682524388989</c:v>
                </c:pt>
                <c:pt idx="250">
                  <c:v>1.1567977305188719</c:v>
                </c:pt>
                <c:pt idx="251">
                  <c:v>1.1159159499554749</c:v>
                </c:pt>
                <c:pt idx="252">
                  <c:v>1.138556924161632</c:v>
                </c:pt>
                <c:pt idx="253">
                  <c:v>1.059481269555538</c:v>
                </c:pt>
                <c:pt idx="254">
                  <c:v>1.1416468376990589</c:v>
                </c:pt>
                <c:pt idx="255">
                  <c:v>1.1313532797181041</c:v>
                </c:pt>
                <c:pt idx="256">
                  <c:v>1.2451471251236621</c:v>
                </c:pt>
                <c:pt idx="257">
                  <c:v>1.153248335226897</c:v>
                </c:pt>
                <c:pt idx="258">
                  <c:v>1.0538683123994439</c:v>
                </c:pt>
                <c:pt idx="259">
                  <c:v>0.94307389339106207</c:v>
                </c:pt>
                <c:pt idx="260">
                  <c:v>0.85975509855251953</c:v>
                </c:pt>
                <c:pt idx="261">
                  <c:v>0.87297739365200377</c:v>
                </c:pt>
                <c:pt idx="262">
                  <c:v>0.97559584912025188</c:v>
                </c:pt>
                <c:pt idx="263">
                  <c:v>0.9712346016905854</c:v>
                </c:pt>
                <c:pt idx="264">
                  <c:v>0.94442442983463282</c:v>
                </c:pt>
                <c:pt idx="265">
                  <c:v>1.003800995286154</c:v>
                </c:pt>
                <c:pt idx="266">
                  <c:v>1.0648042409285421</c:v>
                </c:pt>
                <c:pt idx="267">
                  <c:v>1.139206517496566</c:v>
                </c:pt>
                <c:pt idx="268">
                  <c:v>1.222699472470385</c:v>
                </c:pt>
                <c:pt idx="269">
                  <c:v>1.2474914784622191</c:v>
                </c:pt>
                <c:pt idx="270">
                  <c:v>1.281417252367113</c:v>
                </c:pt>
                <c:pt idx="271">
                  <c:v>1.4500478436635149</c:v>
                </c:pt>
                <c:pt idx="272">
                  <c:v>1.450675535303471</c:v>
                </c:pt>
                <c:pt idx="273">
                  <c:v>1.521631984999257</c:v>
                </c:pt>
                <c:pt idx="274">
                  <c:v>1.559207846249334</c:v>
                </c:pt>
                <c:pt idx="275">
                  <c:v>1.5727295287832641</c:v>
                </c:pt>
                <c:pt idx="276">
                  <c:v>1.571809979505475</c:v>
                </c:pt>
                <c:pt idx="277">
                  <c:v>1.5775731106971489</c:v>
                </c:pt>
                <c:pt idx="278">
                  <c:v>1.5874907526694939</c:v>
                </c:pt>
                <c:pt idx="279">
                  <c:v>1.5624359712648379</c:v>
                </c:pt>
                <c:pt idx="280">
                  <c:v>1.5579786250479439</c:v>
                </c:pt>
                <c:pt idx="281">
                  <c:v>1.518048236527749</c:v>
                </c:pt>
                <c:pt idx="282">
                  <c:v>1.5691780240209461</c:v>
                </c:pt>
                <c:pt idx="283">
                  <c:v>1.5676456314707219</c:v>
                </c:pt>
                <c:pt idx="284">
                  <c:v>-0.1030535546133805</c:v>
                </c:pt>
                <c:pt idx="285">
                  <c:v>3.725908052530758E-3</c:v>
                </c:pt>
                <c:pt idx="286">
                  <c:v>4.1853935539234922E-2</c:v>
                </c:pt>
                <c:pt idx="287">
                  <c:v>3.9962664762260423E-2</c:v>
                </c:pt>
                <c:pt idx="288">
                  <c:v>-0.1457423627980951</c:v>
                </c:pt>
                <c:pt idx="289">
                  <c:v>-0.1961848457881496</c:v>
                </c:pt>
                <c:pt idx="290">
                  <c:v>-0.2264684535042065</c:v>
                </c:pt>
                <c:pt idx="291">
                  <c:v>-0.24185788020061519</c:v>
                </c:pt>
                <c:pt idx="292">
                  <c:v>-0.16916027839921979</c:v>
                </c:pt>
                <c:pt idx="293">
                  <c:v>-4.8154366579610308E-2</c:v>
                </c:pt>
                <c:pt idx="294">
                  <c:v>-0.1155182399066161</c:v>
                </c:pt>
                <c:pt idx="295">
                  <c:v>-0.12598240859093471</c:v>
                </c:pt>
                <c:pt idx="296">
                  <c:v>-5.8736387426298532E-2</c:v>
                </c:pt>
                <c:pt idx="297">
                  <c:v>0.16044894847177599</c:v>
                </c:pt>
                <c:pt idx="298">
                  <c:v>0.3309000693898958</c:v>
                </c:pt>
                <c:pt idx="299">
                  <c:v>0.4706215381723079</c:v>
                </c:pt>
                <c:pt idx="300">
                  <c:v>0.66122059908166575</c:v>
                </c:pt>
                <c:pt idx="301">
                  <c:v>0.8064527254830014</c:v>
                </c:pt>
                <c:pt idx="302">
                  <c:v>0.88989617522045128</c:v>
                </c:pt>
                <c:pt idx="303">
                  <c:v>1.288335741021293</c:v>
                </c:pt>
                <c:pt idx="304">
                  <c:v>1.2598942331591809</c:v>
                </c:pt>
                <c:pt idx="305">
                  <c:v>1.391047286062195</c:v>
                </c:pt>
                <c:pt idx="306">
                  <c:v>1.441701592242038</c:v>
                </c:pt>
                <c:pt idx="307">
                  <c:v>1.519247405972175</c:v>
                </c:pt>
                <c:pt idx="308">
                  <c:v>1.484393007547282</c:v>
                </c:pt>
                <c:pt idx="309">
                  <c:v>1.4113311501043211</c:v>
                </c:pt>
                <c:pt idx="310">
                  <c:v>1.4107072574512061</c:v>
                </c:pt>
                <c:pt idx="311">
                  <c:v>1.4517156600824459</c:v>
                </c:pt>
                <c:pt idx="312">
                  <c:v>1.403385493076841</c:v>
                </c:pt>
                <c:pt idx="313">
                  <c:v>1.540219518124101</c:v>
                </c:pt>
                <c:pt idx="314">
                  <c:v>1.6601642705496731</c:v>
                </c:pt>
                <c:pt idx="315">
                  <c:v>1.66173738208426</c:v>
                </c:pt>
                <c:pt idx="316">
                  <c:v>1.831676505229247</c:v>
                </c:pt>
                <c:pt idx="317">
                  <c:v>1.846469832373965</c:v>
                </c:pt>
                <c:pt idx="318">
                  <c:v>1.8779181987403619</c:v>
                </c:pt>
                <c:pt idx="319">
                  <c:v>1.8993670248648229</c:v>
                </c:pt>
                <c:pt idx="320">
                  <c:v>1.9587532360417039</c:v>
                </c:pt>
                <c:pt idx="321">
                  <c:v>2.0262425494731211</c:v>
                </c:pt>
                <c:pt idx="322">
                  <c:v>1.963746987529277</c:v>
                </c:pt>
                <c:pt idx="323">
                  <c:v>1.947120495153873</c:v>
                </c:pt>
                <c:pt idx="324">
                  <c:v>1.893554440889166</c:v>
                </c:pt>
                <c:pt idx="325">
                  <c:v>1.9638505020386781</c:v>
                </c:pt>
                <c:pt idx="326">
                  <c:v>1.9190568823973551</c:v>
                </c:pt>
                <c:pt idx="327">
                  <c:v>1.9173581808057809</c:v>
                </c:pt>
                <c:pt idx="328">
                  <c:v>1.930904139587108</c:v>
                </c:pt>
                <c:pt idx="329">
                  <c:v>1.9533211251039619</c:v>
                </c:pt>
                <c:pt idx="330">
                  <c:v>1.946899965991757</c:v>
                </c:pt>
                <c:pt idx="331">
                  <c:v>1.930606421361539</c:v>
                </c:pt>
                <c:pt idx="332">
                  <c:v>1.985720640621496</c:v>
                </c:pt>
                <c:pt idx="333">
                  <c:v>2.0865956885593029</c:v>
                </c:pt>
                <c:pt idx="334">
                  <c:v>2.1199080762552911</c:v>
                </c:pt>
                <c:pt idx="335">
                  <c:v>2.1211261953931291</c:v>
                </c:pt>
                <c:pt idx="336">
                  <c:v>2.1785342247536201</c:v>
                </c:pt>
                <c:pt idx="337">
                  <c:v>2.1462372879329008</c:v>
                </c:pt>
                <c:pt idx="338">
                  <c:v>2.0807868603395412</c:v>
                </c:pt>
                <c:pt idx="339">
                  <c:v>2.053672109223208</c:v>
                </c:pt>
                <c:pt idx="340">
                  <c:v>2.0808849835652472</c:v>
                </c:pt>
                <c:pt idx="341">
                  <c:v>1.973128846498293</c:v>
                </c:pt>
                <c:pt idx="342">
                  <c:v>2.030949282214487</c:v>
                </c:pt>
                <c:pt idx="343">
                  <c:v>1.9803026580490271</c:v>
                </c:pt>
                <c:pt idx="344">
                  <c:v>2.0978669882926639</c:v>
                </c:pt>
                <c:pt idx="345">
                  <c:v>2.1646965898101831</c:v>
                </c:pt>
                <c:pt idx="346">
                  <c:v>2.1754278084666958</c:v>
                </c:pt>
                <c:pt idx="347">
                  <c:v>2.1799583229798252</c:v>
                </c:pt>
                <c:pt idx="348">
                  <c:v>2.141827685112065</c:v>
                </c:pt>
                <c:pt idx="349">
                  <c:v>2.3498597037522471</c:v>
                </c:pt>
                <c:pt idx="350">
                  <c:v>2.464835332935015</c:v>
                </c:pt>
                <c:pt idx="351">
                  <c:v>2.5121721877508132</c:v>
                </c:pt>
                <c:pt idx="352">
                  <c:v>2.5489193114671411</c:v>
                </c:pt>
                <c:pt idx="353">
                  <c:v>2.643163563102565</c:v>
                </c:pt>
                <c:pt idx="354">
                  <c:v>2.685425541937962</c:v>
                </c:pt>
                <c:pt idx="355">
                  <c:v>2.7312700167560631</c:v>
                </c:pt>
                <c:pt idx="356">
                  <c:v>2.7471535346869111</c:v>
                </c:pt>
                <c:pt idx="357">
                  <c:v>2.7422572603838611</c:v>
                </c:pt>
                <c:pt idx="358">
                  <c:v>2.698134561871985</c:v>
                </c:pt>
                <c:pt idx="359">
                  <c:v>2.650192769246519</c:v>
                </c:pt>
                <c:pt idx="360">
                  <c:v>2.537575452437955</c:v>
                </c:pt>
                <c:pt idx="361">
                  <c:v>2.5323328352078112</c:v>
                </c:pt>
                <c:pt idx="362">
                  <c:v>2.5342687208692962</c:v>
                </c:pt>
                <c:pt idx="363">
                  <c:v>2.4371616438105712</c:v>
                </c:pt>
                <c:pt idx="364">
                  <c:v>2.333719755870864</c:v>
                </c:pt>
                <c:pt idx="365">
                  <c:v>2.2758164361349378</c:v>
                </c:pt>
                <c:pt idx="366">
                  <c:v>2.2337321925121492</c:v>
                </c:pt>
                <c:pt idx="367">
                  <c:v>2.2194995584816959</c:v>
                </c:pt>
                <c:pt idx="368">
                  <c:v>2.2363515450932399</c:v>
                </c:pt>
                <c:pt idx="369">
                  <c:v>2.3320740943294829</c:v>
                </c:pt>
                <c:pt idx="370">
                  <c:v>2.300037909423426</c:v>
                </c:pt>
                <c:pt idx="371">
                  <c:v>2.2634203588032791</c:v>
                </c:pt>
                <c:pt idx="372">
                  <c:v>2.3227216948590121</c:v>
                </c:pt>
                <c:pt idx="373">
                  <c:v>2.3031806904874799</c:v>
                </c:pt>
                <c:pt idx="374">
                  <c:v>2.2541835246416708</c:v>
                </c:pt>
                <c:pt idx="375">
                  <c:v>2.2426583503530142</c:v>
                </c:pt>
                <c:pt idx="376">
                  <c:v>2.1808844732560102</c:v>
                </c:pt>
                <c:pt idx="377">
                  <c:v>2.111037822294128</c:v>
                </c:pt>
                <c:pt idx="378">
                  <c:v>2.0115214076626282</c:v>
                </c:pt>
                <c:pt idx="379">
                  <c:v>1.9738613637179709</c:v>
                </c:pt>
                <c:pt idx="380">
                  <c:v>1.9447484082744739</c:v>
                </c:pt>
                <c:pt idx="381">
                  <c:v>1.919768475988465</c:v>
                </c:pt>
                <c:pt idx="382">
                  <c:v>1.9231880285892891</c:v>
                </c:pt>
                <c:pt idx="383">
                  <c:v>1.889812956034528</c:v>
                </c:pt>
                <c:pt idx="384">
                  <c:v>1.8453725843678861</c:v>
                </c:pt>
                <c:pt idx="385">
                  <c:v>1.740301940888981</c:v>
                </c:pt>
                <c:pt idx="386">
                  <c:v>1.7210592517263501</c:v>
                </c:pt>
                <c:pt idx="387">
                  <c:v>1.6733147151485219</c:v>
                </c:pt>
                <c:pt idx="388">
                  <c:v>1.640757179423828</c:v>
                </c:pt>
                <c:pt idx="389">
                  <c:v>1.54984485914249</c:v>
                </c:pt>
                <c:pt idx="390">
                  <c:v>1.2984702719139769</c:v>
                </c:pt>
                <c:pt idx="391">
                  <c:v>1.2130682524388989</c:v>
                </c:pt>
                <c:pt idx="392">
                  <c:v>1.1567977305188719</c:v>
                </c:pt>
                <c:pt idx="393">
                  <c:v>1.1159159499554749</c:v>
                </c:pt>
                <c:pt idx="394">
                  <c:v>1.138556924161632</c:v>
                </c:pt>
                <c:pt idx="395">
                  <c:v>1.059481269555538</c:v>
                </c:pt>
                <c:pt idx="396">
                  <c:v>1.1416468376990589</c:v>
                </c:pt>
                <c:pt idx="397">
                  <c:v>1.1313532797181041</c:v>
                </c:pt>
                <c:pt idx="398">
                  <c:v>1.2451471251236621</c:v>
                </c:pt>
                <c:pt idx="399">
                  <c:v>1.153248335226897</c:v>
                </c:pt>
                <c:pt idx="400">
                  <c:v>1.0538683123994439</c:v>
                </c:pt>
                <c:pt idx="401">
                  <c:v>0.94307389339106207</c:v>
                </c:pt>
                <c:pt idx="402">
                  <c:v>0.85975509855251953</c:v>
                </c:pt>
                <c:pt idx="403">
                  <c:v>0.87297739365200377</c:v>
                </c:pt>
                <c:pt idx="404">
                  <c:v>0.97559584912025188</c:v>
                </c:pt>
                <c:pt idx="405">
                  <c:v>0.9712346016905854</c:v>
                </c:pt>
                <c:pt idx="406">
                  <c:v>0.94442442983463282</c:v>
                </c:pt>
                <c:pt idx="407">
                  <c:v>1.003800995286154</c:v>
                </c:pt>
                <c:pt idx="408">
                  <c:v>1.0648042409285421</c:v>
                </c:pt>
                <c:pt idx="409">
                  <c:v>1.139206517496566</c:v>
                </c:pt>
                <c:pt idx="410">
                  <c:v>1.222699472470385</c:v>
                </c:pt>
                <c:pt idx="411">
                  <c:v>1.2474914784622191</c:v>
                </c:pt>
                <c:pt idx="412">
                  <c:v>1.281417252367113</c:v>
                </c:pt>
                <c:pt idx="413">
                  <c:v>1.4500478436635149</c:v>
                </c:pt>
                <c:pt idx="414">
                  <c:v>1.450675535303471</c:v>
                </c:pt>
                <c:pt idx="415">
                  <c:v>1.521631984999257</c:v>
                </c:pt>
                <c:pt idx="416">
                  <c:v>1.559207846249334</c:v>
                </c:pt>
                <c:pt idx="417">
                  <c:v>1.5727295287832641</c:v>
                </c:pt>
                <c:pt idx="418">
                  <c:v>1.571809979505475</c:v>
                </c:pt>
                <c:pt idx="419">
                  <c:v>1.5775731106971489</c:v>
                </c:pt>
                <c:pt idx="420">
                  <c:v>1.5874907526694939</c:v>
                </c:pt>
                <c:pt idx="421">
                  <c:v>1.5624359712648379</c:v>
                </c:pt>
                <c:pt idx="422">
                  <c:v>1.5579786250479439</c:v>
                </c:pt>
                <c:pt idx="423">
                  <c:v>1.518048236527749</c:v>
                </c:pt>
                <c:pt idx="424">
                  <c:v>1.5691780240209461</c:v>
                </c:pt>
                <c:pt idx="425">
                  <c:v>1.5676456314707219</c:v>
                </c:pt>
                <c:pt idx="426">
                  <c:v>-0.1030535546133805</c:v>
                </c:pt>
                <c:pt idx="427">
                  <c:v>3.725908052530758E-3</c:v>
                </c:pt>
                <c:pt idx="428">
                  <c:v>4.1853935539234922E-2</c:v>
                </c:pt>
                <c:pt idx="429">
                  <c:v>3.9962664762260423E-2</c:v>
                </c:pt>
                <c:pt idx="430">
                  <c:v>-0.1457423627980951</c:v>
                </c:pt>
                <c:pt idx="431">
                  <c:v>-0.1961848457881496</c:v>
                </c:pt>
                <c:pt idx="432">
                  <c:v>-0.2264684535042065</c:v>
                </c:pt>
                <c:pt idx="433">
                  <c:v>-0.24185788020061519</c:v>
                </c:pt>
                <c:pt idx="434">
                  <c:v>-0.16916027839921979</c:v>
                </c:pt>
                <c:pt idx="435">
                  <c:v>-4.8154366579610308E-2</c:v>
                </c:pt>
                <c:pt idx="436">
                  <c:v>-0.1155182399066161</c:v>
                </c:pt>
                <c:pt idx="437">
                  <c:v>-0.12598240859093471</c:v>
                </c:pt>
                <c:pt idx="438">
                  <c:v>-5.8736387426298532E-2</c:v>
                </c:pt>
                <c:pt idx="439">
                  <c:v>0.16044894847177599</c:v>
                </c:pt>
                <c:pt idx="440">
                  <c:v>0.3309000693898958</c:v>
                </c:pt>
                <c:pt idx="441">
                  <c:v>0.4706215381723079</c:v>
                </c:pt>
                <c:pt idx="442">
                  <c:v>0.66122059908166575</c:v>
                </c:pt>
                <c:pt idx="443">
                  <c:v>0.8064527254830014</c:v>
                </c:pt>
                <c:pt idx="444">
                  <c:v>0.88989617522045128</c:v>
                </c:pt>
                <c:pt idx="445">
                  <c:v>1.288335741021293</c:v>
                </c:pt>
                <c:pt idx="446">
                  <c:v>1.2598942331591809</c:v>
                </c:pt>
                <c:pt idx="447">
                  <c:v>1.391047286062195</c:v>
                </c:pt>
                <c:pt idx="448">
                  <c:v>1.441701592242038</c:v>
                </c:pt>
                <c:pt idx="449">
                  <c:v>1.519247405972175</c:v>
                </c:pt>
                <c:pt idx="450">
                  <c:v>1.484393007547282</c:v>
                </c:pt>
                <c:pt idx="451">
                  <c:v>1.4113311501043211</c:v>
                </c:pt>
                <c:pt idx="452">
                  <c:v>1.4107072574512061</c:v>
                </c:pt>
                <c:pt idx="453">
                  <c:v>1.4517156600824459</c:v>
                </c:pt>
                <c:pt idx="454">
                  <c:v>1.403385493076841</c:v>
                </c:pt>
                <c:pt idx="455">
                  <c:v>1.540219518124101</c:v>
                </c:pt>
                <c:pt idx="456">
                  <c:v>1.6601642705496731</c:v>
                </c:pt>
                <c:pt idx="457">
                  <c:v>1.66173738208426</c:v>
                </c:pt>
                <c:pt idx="458">
                  <c:v>1.831676505229247</c:v>
                </c:pt>
                <c:pt idx="459">
                  <c:v>1.846469832373965</c:v>
                </c:pt>
                <c:pt idx="460">
                  <c:v>1.8779181987403619</c:v>
                </c:pt>
                <c:pt idx="461">
                  <c:v>1.8993670248648229</c:v>
                </c:pt>
                <c:pt idx="462">
                  <c:v>1.9587532360417039</c:v>
                </c:pt>
                <c:pt idx="463">
                  <c:v>2.0262425494731211</c:v>
                </c:pt>
                <c:pt idx="464">
                  <c:v>1.963746987529277</c:v>
                </c:pt>
                <c:pt idx="465">
                  <c:v>1.947120495153873</c:v>
                </c:pt>
                <c:pt idx="466">
                  <c:v>1.893554440889166</c:v>
                </c:pt>
                <c:pt idx="467">
                  <c:v>1.9638505020386781</c:v>
                </c:pt>
                <c:pt idx="468">
                  <c:v>1.9190568823973551</c:v>
                </c:pt>
                <c:pt idx="469">
                  <c:v>1.9173581808057809</c:v>
                </c:pt>
                <c:pt idx="470">
                  <c:v>1.930904139587108</c:v>
                </c:pt>
                <c:pt idx="471">
                  <c:v>1.9533211251039619</c:v>
                </c:pt>
                <c:pt idx="472">
                  <c:v>1.946899965991757</c:v>
                </c:pt>
                <c:pt idx="473">
                  <c:v>1.930606421361539</c:v>
                </c:pt>
                <c:pt idx="474">
                  <c:v>1.985720640621496</c:v>
                </c:pt>
                <c:pt idx="475">
                  <c:v>2.0865956885593029</c:v>
                </c:pt>
                <c:pt idx="476">
                  <c:v>2.1199080762552911</c:v>
                </c:pt>
                <c:pt idx="477">
                  <c:v>2.1211261953931291</c:v>
                </c:pt>
                <c:pt idx="478">
                  <c:v>2.1785342247536201</c:v>
                </c:pt>
                <c:pt idx="479">
                  <c:v>2.1462372879329008</c:v>
                </c:pt>
                <c:pt idx="480">
                  <c:v>2.0807868603395412</c:v>
                </c:pt>
                <c:pt idx="481">
                  <c:v>2.053672109223208</c:v>
                </c:pt>
                <c:pt idx="482">
                  <c:v>2.0808849835652472</c:v>
                </c:pt>
                <c:pt idx="483">
                  <c:v>1.973128846498293</c:v>
                </c:pt>
                <c:pt idx="484">
                  <c:v>2.030949282214487</c:v>
                </c:pt>
                <c:pt idx="485">
                  <c:v>1.9803026580490271</c:v>
                </c:pt>
                <c:pt idx="486">
                  <c:v>2.0978669882926639</c:v>
                </c:pt>
                <c:pt idx="487">
                  <c:v>2.1646965898101831</c:v>
                </c:pt>
                <c:pt idx="488">
                  <c:v>2.1754278084666958</c:v>
                </c:pt>
                <c:pt idx="489">
                  <c:v>2.1799583229798252</c:v>
                </c:pt>
                <c:pt idx="490">
                  <c:v>2.141827685112065</c:v>
                </c:pt>
                <c:pt idx="491">
                  <c:v>2.3498597037522471</c:v>
                </c:pt>
                <c:pt idx="492">
                  <c:v>2.464835332935015</c:v>
                </c:pt>
                <c:pt idx="493">
                  <c:v>2.5121721877508132</c:v>
                </c:pt>
                <c:pt idx="494">
                  <c:v>2.5489193114671411</c:v>
                </c:pt>
                <c:pt idx="495">
                  <c:v>2.643163563102565</c:v>
                </c:pt>
                <c:pt idx="496">
                  <c:v>2.685425541937962</c:v>
                </c:pt>
                <c:pt idx="497">
                  <c:v>2.7312700167560631</c:v>
                </c:pt>
                <c:pt idx="498">
                  <c:v>2.7471535346869111</c:v>
                </c:pt>
                <c:pt idx="499">
                  <c:v>2.7422572603838611</c:v>
                </c:pt>
                <c:pt idx="500">
                  <c:v>2.698134561871985</c:v>
                </c:pt>
                <c:pt idx="501">
                  <c:v>2.650192769246519</c:v>
                </c:pt>
                <c:pt idx="502">
                  <c:v>2.537575452437955</c:v>
                </c:pt>
                <c:pt idx="503">
                  <c:v>2.5323328352078112</c:v>
                </c:pt>
                <c:pt idx="504">
                  <c:v>2.5342687208692962</c:v>
                </c:pt>
                <c:pt idx="505">
                  <c:v>2.4371616438105712</c:v>
                </c:pt>
                <c:pt idx="506">
                  <c:v>2.333719755870864</c:v>
                </c:pt>
                <c:pt idx="507">
                  <c:v>2.2758164361349378</c:v>
                </c:pt>
                <c:pt idx="508">
                  <c:v>2.2337321925121492</c:v>
                </c:pt>
                <c:pt idx="509">
                  <c:v>2.2194995584816959</c:v>
                </c:pt>
                <c:pt idx="510">
                  <c:v>2.2363515450932399</c:v>
                </c:pt>
                <c:pt idx="511">
                  <c:v>2.3320740943294829</c:v>
                </c:pt>
                <c:pt idx="512">
                  <c:v>2.300037909423426</c:v>
                </c:pt>
                <c:pt idx="513">
                  <c:v>2.2634203588032791</c:v>
                </c:pt>
                <c:pt idx="514">
                  <c:v>2.3227216948590121</c:v>
                </c:pt>
                <c:pt idx="515">
                  <c:v>2.3031806904874799</c:v>
                </c:pt>
                <c:pt idx="516">
                  <c:v>2.2541835246416708</c:v>
                </c:pt>
                <c:pt idx="517">
                  <c:v>2.2426583503530142</c:v>
                </c:pt>
                <c:pt idx="518">
                  <c:v>2.1808844732560102</c:v>
                </c:pt>
                <c:pt idx="519">
                  <c:v>2.111037822294128</c:v>
                </c:pt>
                <c:pt idx="520">
                  <c:v>2.0115214076626282</c:v>
                </c:pt>
                <c:pt idx="521">
                  <c:v>1.9738613637179709</c:v>
                </c:pt>
                <c:pt idx="522">
                  <c:v>1.9447484082744739</c:v>
                </c:pt>
                <c:pt idx="523">
                  <c:v>1.919768475988465</c:v>
                </c:pt>
                <c:pt idx="524">
                  <c:v>1.9231880285892891</c:v>
                </c:pt>
                <c:pt idx="525">
                  <c:v>1.889812956034528</c:v>
                </c:pt>
                <c:pt idx="526">
                  <c:v>1.8453725843678861</c:v>
                </c:pt>
                <c:pt idx="527">
                  <c:v>1.740301940888981</c:v>
                </c:pt>
                <c:pt idx="528">
                  <c:v>1.7210592517263501</c:v>
                </c:pt>
                <c:pt idx="529">
                  <c:v>1.6733147151485219</c:v>
                </c:pt>
                <c:pt idx="530">
                  <c:v>1.640757179423828</c:v>
                </c:pt>
                <c:pt idx="531">
                  <c:v>1.54984485914249</c:v>
                </c:pt>
                <c:pt idx="532">
                  <c:v>1.2984702719139769</c:v>
                </c:pt>
                <c:pt idx="533">
                  <c:v>1.2130682524388989</c:v>
                </c:pt>
                <c:pt idx="534">
                  <c:v>1.1567977305188719</c:v>
                </c:pt>
                <c:pt idx="535">
                  <c:v>1.1159159499554749</c:v>
                </c:pt>
                <c:pt idx="536">
                  <c:v>1.138556924161632</c:v>
                </c:pt>
                <c:pt idx="537">
                  <c:v>1.059481269555538</c:v>
                </c:pt>
                <c:pt idx="538">
                  <c:v>1.1416468376990589</c:v>
                </c:pt>
                <c:pt idx="539">
                  <c:v>1.1313532797181041</c:v>
                </c:pt>
                <c:pt idx="540">
                  <c:v>1.2451471251236621</c:v>
                </c:pt>
                <c:pt idx="541">
                  <c:v>1.153248335226897</c:v>
                </c:pt>
                <c:pt idx="542">
                  <c:v>1.0538683123994439</c:v>
                </c:pt>
                <c:pt idx="543">
                  <c:v>0.94307389339106207</c:v>
                </c:pt>
                <c:pt idx="544">
                  <c:v>0.85975509855251953</c:v>
                </c:pt>
                <c:pt idx="545">
                  <c:v>0.87297739365200377</c:v>
                </c:pt>
                <c:pt idx="546">
                  <c:v>0.97559584912025188</c:v>
                </c:pt>
                <c:pt idx="547">
                  <c:v>0.9712346016905854</c:v>
                </c:pt>
                <c:pt idx="548">
                  <c:v>0.94442442983463282</c:v>
                </c:pt>
                <c:pt idx="549">
                  <c:v>1.003800995286154</c:v>
                </c:pt>
                <c:pt idx="550">
                  <c:v>1.0648042409285421</c:v>
                </c:pt>
                <c:pt idx="551">
                  <c:v>1.139206517496566</c:v>
                </c:pt>
                <c:pt idx="552">
                  <c:v>1.222699472470385</c:v>
                </c:pt>
                <c:pt idx="553">
                  <c:v>1.2474914784622191</c:v>
                </c:pt>
                <c:pt idx="554">
                  <c:v>1.281417252367113</c:v>
                </c:pt>
                <c:pt idx="555">
                  <c:v>1.4500478436635149</c:v>
                </c:pt>
                <c:pt idx="556">
                  <c:v>1.450675535303471</c:v>
                </c:pt>
                <c:pt idx="557">
                  <c:v>1.521631984999257</c:v>
                </c:pt>
                <c:pt idx="558">
                  <c:v>1.559207846249334</c:v>
                </c:pt>
                <c:pt idx="559">
                  <c:v>1.5727295287832641</c:v>
                </c:pt>
                <c:pt idx="560">
                  <c:v>1.571809979505475</c:v>
                </c:pt>
                <c:pt idx="561">
                  <c:v>1.5775731106971489</c:v>
                </c:pt>
                <c:pt idx="562">
                  <c:v>1.5874907526694939</c:v>
                </c:pt>
                <c:pt idx="563">
                  <c:v>1.5624359712648379</c:v>
                </c:pt>
                <c:pt idx="564">
                  <c:v>1.5579786250479439</c:v>
                </c:pt>
                <c:pt idx="565">
                  <c:v>1.518048236527749</c:v>
                </c:pt>
                <c:pt idx="566">
                  <c:v>1.5691780240209461</c:v>
                </c:pt>
                <c:pt idx="567">
                  <c:v>1.5676456314707219</c:v>
                </c:pt>
              </c:numCache>
            </c:numRef>
          </c:val>
          <c:smooth val="0"/>
          <c:extLst>
            <c:ext xmlns:c16="http://schemas.microsoft.com/office/drawing/2014/chart" uri="{C3380CC4-5D6E-409C-BE32-E72D297353CC}">
              <c16:uniqueId val="{00000003-44AD-4A4F-A7A5-DBB1094FCB2D}"/>
            </c:ext>
          </c:extLst>
        </c:ser>
        <c:dLbls>
          <c:showLegendKey val="0"/>
          <c:showVal val="0"/>
          <c:showCatName val="0"/>
          <c:showSerName val="0"/>
          <c:showPercent val="0"/>
          <c:showBubbleSize val="0"/>
        </c:dLbls>
        <c:smooth val="0"/>
        <c:axId val="1012624720"/>
        <c:axId val="1020972976"/>
      </c:lineChart>
      <c:dateAx>
        <c:axId val="1012624720"/>
        <c:scaling>
          <c:orientation val="minMax"/>
        </c:scaling>
        <c:delete val="0"/>
        <c:axPos val="b"/>
        <c:numFmt formatCode="[$-409]mmm\-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20972976"/>
        <c:crosses val="autoZero"/>
        <c:auto val="1"/>
        <c:lblOffset val="100"/>
        <c:baseTimeUnit val="days"/>
        <c:majorUnit val="1"/>
        <c:majorTimeUnit val="months"/>
      </c:dateAx>
      <c:valAx>
        <c:axId val="1020972976"/>
        <c:scaling>
          <c:orientation val="minMax"/>
          <c:min val="-2"/>
        </c:scaling>
        <c:delete val="0"/>
        <c:axPos val="l"/>
        <c:majorGridlines>
          <c:spPr>
            <a:ln w="6350" cap="flat" cmpd="sng" algn="ctr">
              <a:solidFill>
                <a:schemeClr val="tx1">
                  <a:lumMod val="15000"/>
                  <a:lumOff val="85000"/>
                </a:schemeClr>
              </a:solidFill>
              <a:prstDash val="dash"/>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1262472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3704496788008559E-2"/>
          <c:y val="5.6281424850686455E-2"/>
          <c:w val="0.90629550321199148"/>
          <c:h val="0.68054878504294225"/>
        </c:manualLayout>
      </c:layout>
      <c:lineChart>
        <c:grouping val="standard"/>
        <c:varyColors val="0"/>
        <c:ser>
          <c:idx val="0"/>
          <c:order val="0"/>
          <c:spPr>
            <a:ln w="19050" cap="rnd">
              <a:solidFill>
                <a:srgbClr val="1F2F44"/>
              </a:solidFill>
              <a:round/>
            </a:ln>
            <a:effectLst/>
          </c:spPr>
          <c:marker>
            <c:symbol val="none"/>
          </c:marker>
          <c:cat>
            <c:numRef>
              <c:f>Sheet3!$F$4:$F$1736</c:f>
              <c:numCache>
                <c:formatCode>m/d/yyyy</c:formatCode>
                <c:ptCount val="1733"/>
                <c:pt idx="0">
                  <c:v>43831</c:v>
                </c:pt>
                <c:pt idx="1">
                  <c:v>43832</c:v>
                </c:pt>
                <c:pt idx="2">
                  <c:v>43833</c:v>
                </c:pt>
                <c:pt idx="3">
                  <c:v>43836</c:v>
                </c:pt>
                <c:pt idx="4">
                  <c:v>43837</c:v>
                </c:pt>
                <c:pt idx="5">
                  <c:v>43838</c:v>
                </c:pt>
                <c:pt idx="6">
                  <c:v>43839</c:v>
                </c:pt>
                <c:pt idx="7">
                  <c:v>43840</c:v>
                </c:pt>
                <c:pt idx="8">
                  <c:v>43843</c:v>
                </c:pt>
                <c:pt idx="9">
                  <c:v>43844</c:v>
                </c:pt>
                <c:pt idx="10">
                  <c:v>43845</c:v>
                </c:pt>
                <c:pt idx="11">
                  <c:v>43846</c:v>
                </c:pt>
                <c:pt idx="12">
                  <c:v>43847</c:v>
                </c:pt>
                <c:pt idx="13">
                  <c:v>43850</c:v>
                </c:pt>
                <c:pt idx="14">
                  <c:v>43851</c:v>
                </c:pt>
                <c:pt idx="15">
                  <c:v>43852</c:v>
                </c:pt>
                <c:pt idx="16">
                  <c:v>43853</c:v>
                </c:pt>
                <c:pt idx="17">
                  <c:v>43854</c:v>
                </c:pt>
                <c:pt idx="18">
                  <c:v>43857</c:v>
                </c:pt>
                <c:pt idx="19">
                  <c:v>43858</c:v>
                </c:pt>
                <c:pt idx="20">
                  <c:v>43859</c:v>
                </c:pt>
                <c:pt idx="21">
                  <c:v>43860</c:v>
                </c:pt>
                <c:pt idx="22">
                  <c:v>43861</c:v>
                </c:pt>
                <c:pt idx="23">
                  <c:v>43864</c:v>
                </c:pt>
                <c:pt idx="24">
                  <c:v>43865</c:v>
                </c:pt>
                <c:pt idx="25">
                  <c:v>43866</c:v>
                </c:pt>
                <c:pt idx="26">
                  <c:v>43867</c:v>
                </c:pt>
                <c:pt idx="27">
                  <c:v>43868</c:v>
                </c:pt>
                <c:pt idx="28">
                  <c:v>43871</c:v>
                </c:pt>
                <c:pt idx="29">
                  <c:v>43872</c:v>
                </c:pt>
                <c:pt idx="30">
                  <c:v>43873</c:v>
                </c:pt>
                <c:pt idx="31">
                  <c:v>43874</c:v>
                </c:pt>
                <c:pt idx="32">
                  <c:v>43875</c:v>
                </c:pt>
                <c:pt idx="33">
                  <c:v>43878</c:v>
                </c:pt>
                <c:pt idx="34">
                  <c:v>43879</c:v>
                </c:pt>
                <c:pt idx="35">
                  <c:v>43880</c:v>
                </c:pt>
                <c:pt idx="36">
                  <c:v>43881</c:v>
                </c:pt>
                <c:pt idx="37">
                  <c:v>43882</c:v>
                </c:pt>
                <c:pt idx="38">
                  <c:v>43885</c:v>
                </c:pt>
                <c:pt idx="39">
                  <c:v>43886</c:v>
                </c:pt>
                <c:pt idx="40">
                  <c:v>43887</c:v>
                </c:pt>
                <c:pt idx="41">
                  <c:v>43888</c:v>
                </c:pt>
                <c:pt idx="42">
                  <c:v>43889</c:v>
                </c:pt>
                <c:pt idx="43">
                  <c:v>43892</c:v>
                </c:pt>
                <c:pt idx="44">
                  <c:v>43893</c:v>
                </c:pt>
                <c:pt idx="45">
                  <c:v>43894</c:v>
                </c:pt>
                <c:pt idx="46">
                  <c:v>43895</c:v>
                </c:pt>
                <c:pt idx="47">
                  <c:v>43896</c:v>
                </c:pt>
                <c:pt idx="48">
                  <c:v>43899</c:v>
                </c:pt>
                <c:pt idx="49">
                  <c:v>43900</c:v>
                </c:pt>
                <c:pt idx="50">
                  <c:v>43901</c:v>
                </c:pt>
                <c:pt idx="51">
                  <c:v>43902</c:v>
                </c:pt>
                <c:pt idx="52">
                  <c:v>43903</c:v>
                </c:pt>
                <c:pt idx="53">
                  <c:v>43906</c:v>
                </c:pt>
                <c:pt idx="54">
                  <c:v>43907</c:v>
                </c:pt>
                <c:pt idx="55">
                  <c:v>43908</c:v>
                </c:pt>
                <c:pt idx="56">
                  <c:v>43909</c:v>
                </c:pt>
                <c:pt idx="57">
                  <c:v>43910</c:v>
                </c:pt>
                <c:pt idx="58">
                  <c:v>43913</c:v>
                </c:pt>
                <c:pt idx="59">
                  <c:v>43914</c:v>
                </c:pt>
                <c:pt idx="60">
                  <c:v>43915</c:v>
                </c:pt>
                <c:pt idx="61">
                  <c:v>43916</c:v>
                </c:pt>
                <c:pt idx="62">
                  <c:v>43917</c:v>
                </c:pt>
                <c:pt idx="63">
                  <c:v>43920</c:v>
                </c:pt>
                <c:pt idx="64">
                  <c:v>43921</c:v>
                </c:pt>
                <c:pt idx="65">
                  <c:v>43922</c:v>
                </c:pt>
                <c:pt idx="66">
                  <c:v>43923</c:v>
                </c:pt>
                <c:pt idx="67">
                  <c:v>43924</c:v>
                </c:pt>
                <c:pt idx="68">
                  <c:v>43927</c:v>
                </c:pt>
                <c:pt idx="69">
                  <c:v>43928</c:v>
                </c:pt>
                <c:pt idx="70">
                  <c:v>43929</c:v>
                </c:pt>
                <c:pt idx="71">
                  <c:v>43930</c:v>
                </c:pt>
                <c:pt idx="72">
                  <c:v>43931</c:v>
                </c:pt>
                <c:pt idx="73">
                  <c:v>43934</c:v>
                </c:pt>
                <c:pt idx="74">
                  <c:v>43935</c:v>
                </c:pt>
                <c:pt idx="75">
                  <c:v>43936</c:v>
                </c:pt>
                <c:pt idx="76">
                  <c:v>43937</c:v>
                </c:pt>
                <c:pt idx="77">
                  <c:v>43938</c:v>
                </c:pt>
                <c:pt idx="78">
                  <c:v>43941</c:v>
                </c:pt>
                <c:pt idx="79">
                  <c:v>43942</c:v>
                </c:pt>
                <c:pt idx="80">
                  <c:v>43943</c:v>
                </c:pt>
                <c:pt idx="81">
                  <c:v>43944</c:v>
                </c:pt>
                <c:pt idx="82">
                  <c:v>43945</c:v>
                </c:pt>
                <c:pt idx="83">
                  <c:v>43948</c:v>
                </c:pt>
                <c:pt idx="84">
                  <c:v>43949</c:v>
                </c:pt>
                <c:pt idx="85">
                  <c:v>43950</c:v>
                </c:pt>
                <c:pt idx="86">
                  <c:v>43951</c:v>
                </c:pt>
                <c:pt idx="87">
                  <c:v>43952</c:v>
                </c:pt>
                <c:pt idx="88">
                  <c:v>43955</c:v>
                </c:pt>
                <c:pt idx="89">
                  <c:v>43956</c:v>
                </c:pt>
                <c:pt idx="90">
                  <c:v>43957</c:v>
                </c:pt>
                <c:pt idx="91">
                  <c:v>43958</c:v>
                </c:pt>
                <c:pt idx="92">
                  <c:v>43959</c:v>
                </c:pt>
                <c:pt idx="93">
                  <c:v>43962</c:v>
                </c:pt>
                <c:pt idx="94">
                  <c:v>43963</c:v>
                </c:pt>
                <c:pt idx="95">
                  <c:v>43964</c:v>
                </c:pt>
                <c:pt idx="96">
                  <c:v>43965</c:v>
                </c:pt>
                <c:pt idx="97">
                  <c:v>43966</c:v>
                </c:pt>
                <c:pt idx="98">
                  <c:v>43969</c:v>
                </c:pt>
                <c:pt idx="99">
                  <c:v>43970</c:v>
                </c:pt>
                <c:pt idx="100">
                  <c:v>43971</c:v>
                </c:pt>
                <c:pt idx="101">
                  <c:v>43972</c:v>
                </c:pt>
                <c:pt idx="102">
                  <c:v>43973</c:v>
                </c:pt>
                <c:pt idx="103">
                  <c:v>43976</c:v>
                </c:pt>
                <c:pt idx="104">
                  <c:v>43977</c:v>
                </c:pt>
                <c:pt idx="105">
                  <c:v>43978</c:v>
                </c:pt>
                <c:pt idx="106">
                  <c:v>43979</c:v>
                </c:pt>
                <c:pt idx="107">
                  <c:v>43980</c:v>
                </c:pt>
                <c:pt idx="108">
                  <c:v>43983</c:v>
                </c:pt>
                <c:pt idx="109">
                  <c:v>43984</c:v>
                </c:pt>
                <c:pt idx="110">
                  <c:v>43985</c:v>
                </c:pt>
                <c:pt idx="111">
                  <c:v>43986</c:v>
                </c:pt>
                <c:pt idx="112">
                  <c:v>43987</c:v>
                </c:pt>
                <c:pt idx="113">
                  <c:v>43990</c:v>
                </c:pt>
                <c:pt idx="114">
                  <c:v>43991</c:v>
                </c:pt>
                <c:pt idx="115">
                  <c:v>43992</c:v>
                </c:pt>
                <c:pt idx="116">
                  <c:v>43993</c:v>
                </c:pt>
                <c:pt idx="117">
                  <c:v>43994</c:v>
                </c:pt>
                <c:pt idx="118">
                  <c:v>43997</c:v>
                </c:pt>
                <c:pt idx="119">
                  <c:v>43998</c:v>
                </c:pt>
                <c:pt idx="120">
                  <c:v>43999</c:v>
                </c:pt>
                <c:pt idx="121">
                  <c:v>44000</c:v>
                </c:pt>
                <c:pt idx="122">
                  <c:v>44001</c:v>
                </c:pt>
                <c:pt idx="123">
                  <c:v>44004</c:v>
                </c:pt>
                <c:pt idx="124">
                  <c:v>44005</c:v>
                </c:pt>
                <c:pt idx="125">
                  <c:v>44006</c:v>
                </c:pt>
                <c:pt idx="126">
                  <c:v>44007</c:v>
                </c:pt>
                <c:pt idx="127">
                  <c:v>44008</c:v>
                </c:pt>
                <c:pt idx="128">
                  <c:v>44011</c:v>
                </c:pt>
                <c:pt idx="129">
                  <c:v>44012</c:v>
                </c:pt>
                <c:pt idx="130">
                  <c:v>44013</c:v>
                </c:pt>
                <c:pt idx="131">
                  <c:v>44014</c:v>
                </c:pt>
                <c:pt idx="132">
                  <c:v>44015</c:v>
                </c:pt>
                <c:pt idx="133">
                  <c:v>44018</c:v>
                </c:pt>
                <c:pt idx="134">
                  <c:v>44019</c:v>
                </c:pt>
                <c:pt idx="135">
                  <c:v>44020</c:v>
                </c:pt>
                <c:pt idx="136">
                  <c:v>44021</c:v>
                </c:pt>
                <c:pt idx="137">
                  <c:v>44022</c:v>
                </c:pt>
                <c:pt idx="138">
                  <c:v>44025</c:v>
                </c:pt>
                <c:pt idx="139">
                  <c:v>44026</c:v>
                </c:pt>
                <c:pt idx="140">
                  <c:v>44027</c:v>
                </c:pt>
                <c:pt idx="141">
                  <c:v>44028</c:v>
                </c:pt>
                <c:pt idx="142">
                  <c:v>44029</c:v>
                </c:pt>
                <c:pt idx="143">
                  <c:v>44032</c:v>
                </c:pt>
                <c:pt idx="144">
                  <c:v>44033</c:v>
                </c:pt>
                <c:pt idx="145">
                  <c:v>44034</c:v>
                </c:pt>
                <c:pt idx="146">
                  <c:v>44035</c:v>
                </c:pt>
                <c:pt idx="147">
                  <c:v>44036</c:v>
                </c:pt>
                <c:pt idx="148">
                  <c:v>44039</c:v>
                </c:pt>
                <c:pt idx="149">
                  <c:v>44040</c:v>
                </c:pt>
                <c:pt idx="150">
                  <c:v>44041</c:v>
                </c:pt>
                <c:pt idx="151">
                  <c:v>44042</c:v>
                </c:pt>
                <c:pt idx="152">
                  <c:v>44043</c:v>
                </c:pt>
                <c:pt idx="153">
                  <c:v>44046</c:v>
                </c:pt>
                <c:pt idx="154">
                  <c:v>44047</c:v>
                </c:pt>
                <c:pt idx="155">
                  <c:v>44048</c:v>
                </c:pt>
                <c:pt idx="156">
                  <c:v>44049</c:v>
                </c:pt>
                <c:pt idx="157">
                  <c:v>44050</c:v>
                </c:pt>
                <c:pt idx="158">
                  <c:v>44053</c:v>
                </c:pt>
                <c:pt idx="159">
                  <c:v>44054</c:v>
                </c:pt>
                <c:pt idx="160">
                  <c:v>44055</c:v>
                </c:pt>
                <c:pt idx="161">
                  <c:v>44056</c:v>
                </c:pt>
                <c:pt idx="162">
                  <c:v>44057</c:v>
                </c:pt>
                <c:pt idx="163">
                  <c:v>44060</c:v>
                </c:pt>
                <c:pt idx="164">
                  <c:v>44061</c:v>
                </c:pt>
                <c:pt idx="165">
                  <c:v>44062</c:v>
                </c:pt>
                <c:pt idx="166">
                  <c:v>44063</c:v>
                </c:pt>
                <c:pt idx="167">
                  <c:v>44064</c:v>
                </c:pt>
                <c:pt idx="168">
                  <c:v>44067</c:v>
                </c:pt>
                <c:pt idx="169">
                  <c:v>44068</c:v>
                </c:pt>
                <c:pt idx="170">
                  <c:v>44069</c:v>
                </c:pt>
                <c:pt idx="171">
                  <c:v>44070</c:v>
                </c:pt>
                <c:pt idx="172">
                  <c:v>44071</c:v>
                </c:pt>
                <c:pt idx="173">
                  <c:v>44074</c:v>
                </c:pt>
                <c:pt idx="174">
                  <c:v>44075</c:v>
                </c:pt>
                <c:pt idx="175">
                  <c:v>44076</c:v>
                </c:pt>
                <c:pt idx="176">
                  <c:v>44077</c:v>
                </c:pt>
                <c:pt idx="177">
                  <c:v>44078</c:v>
                </c:pt>
                <c:pt idx="178">
                  <c:v>44081</c:v>
                </c:pt>
                <c:pt idx="179">
                  <c:v>44082</c:v>
                </c:pt>
                <c:pt idx="180">
                  <c:v>44083</c:v>
                </c:pt>
                <c:pt idx="181">
                  <c:v>44084</c:v>
                </c:pt>
                <c:pt idx="182">
                  <c:v>44085</c:v>
                </c:pt>
                <c:pt idx="183">
                  <c:v>44088</c:v>
                </c:pt>
                <c:pt idx="184">
                  <c:v>44089</c:v>
                </c:pt>
                <c:pt idx="185">
                  <c:v>44090</c:v>
                </c:pt>
                <c:pt idx="186">
                  <c:v>44091</c:v>
                </c:pt>
                <c:pt idx="187">
                  <c:v>44092</c:v>
                </c:pt>
                <c:pt idx="188">
                  <c:v>44095</c:v>
                </c:pt>
                <c:pt idx="189">
                  <c:v>44096</c:v>
                </c:pt>
                <c:pt idx="190">
                  <c:v>44097</c:v>
                </c:pt>
                <c:pt idx="191">
                  <c:v>44098</c:v>
                </c:pt>
                <c:pt idx="192">
                  <c:v>44099</c:v>
                </c:pt>
                <c:pt idx="193">
                  <c:v>44102</c:v>
                </c:pt>
                <c:pt idx="194">
                  <c:v>44103</c:v>
                </c:pt>
                <c:pt idx="195">
                  <c:v>44104</c:v>
                </c:pt>
                <c:pt idx="196">
                  <c:v>44105</c:v>
                </c:pt>
                <c:pt idx="197">
                  <c:v>44106</c:v>
                </c:pt>
                <c:pt idx="198">
                  <c:v>44109</c:v>
                </c:pt>
                <c:pt idx="199">
                  <c:v>44110</c:v>
                </c:pt>
                <c:pt idx="200">
                  <c:v>44111</c:v>
                </c:pt>
                <c:pt idx="201">
                  <c:v>44112</c:v>
                </c:pt>
                <c:pt idx="202">
                  <c:v>44113</c:v>
                </c:pt>
                <c:pt idx="203">
                  <c:v>44116</c:v>
                </c:pt>
                <c:pt idx="204">
                  <c:v>44117</c:v>
                </c:pt>
                <c:pt idx="205">
                  <c:v>44118</c:v>
                </c:pt>
                <c:pt idx="206">
                  <c:v>44119</c:v>
                </c:pt>
                <c:pt idx="207">
                  <c:v>44120</c:v>
                </c:pt>
                <c:pt idx="208">
                  <c:v>44123</c:v>
                </c:pt>
                <c:pt idx="209">
                  <c:v>44124</c:v>
                </c:pt>
                <c:pt idx="210">
                  <c:v>44125</c:v>
                </c:pt>
                <c:pt idx="211">
                  <c:v>44126</c:v>
                </c:pt>
                <c:pt idx="212">
                  <c:v>44127</c:v>
                </c:pt>
                <c:pt idx="213">
                  <c:v>44130</c:v>
                </c:pt>
                <c:pt idx="214">
                  <c:v>44131</c:v>
                </c:pt>
                <c:pt idx="215">
                  <c:v>44132</c:v>
                </c:pt>
                <c:pt idx="216">
                  <c:v>44133</c:v>
                </c:pt>
                <c:pt idx="217">
                  <c:v>44134</c:v>
                </c:pt>
                <c:pt idx="218">
                  <c:v>44137</c:v>
                </c:pt>
                <c:pt idx="219">
                  <c:v>44138</c:v>
                </c:pt>
                <c:pt idx="220">
                  <c:v>44139</c:v>
                </c:pt>
                <c:pt idx="221">
                  <c:v>44140</c:v>
                </c:pt>
                <c:pt idx="222">
                  <c:v>44141</c:v>
                </c:pt>
                <c:pt idx="223">
                  <c:v>44144</c:v>
                </c:pt>
                <c:pt idx="224">
                  <c:v>44145</c:v>
                </c:pt>
                <c:pt idx="225">
                  <c:v>44146</c:v>
                </c:pt>
                <c:pt idx="226">
                  <c:v>44147</c:v>
                </c:pt>
                <c:pt idx="227">
                  <c:v>44148</c:v>
                </c:pt>
                <c:pt idx="228">
                  <c:v>44151</c:v>
                </c:pt>
                <c:pt idx="229">
                  <c:v>44152</c:v>
                </c:pt>
                <c:pt idx="230">
                  <c:v>44153</c:v>
                </c:pt>
                <c:pt idx="231">
                  <c:v>44154</c:v>
                </c:pt>
                <c:pt idx="232">
                  <c:v>44155</c:v>
                </c:pt>
                <c:pt idx="233">
                  <c:v>44158</c:v>
                </c:pt>
                <c:pt idx="234">
                  <c:v>44159</c:v>
                </c:pt>
                <c:pt idx="235">
                  <c:v>44160</c:v>
                </c:pt>
                <c:pt idx="236">
                  <c:v>44161</c:v>
                </c:pt>
                <c:pt idx="237">
                  <c:v>44162</c:v>
                </c:pt>
                <c:pt idx="238">
                  <c:v>44165</c:v>
                </c:pt>
                <c:pt idx="239">
                  <c:v>44166</c:v>
                </c:pt>
                <c:pt idx="240">
                  <c:v>44167</c:v>
                </c:pt>
                <c:pt idx="241">
                  <c:v>44168</c:v>
                </c:pt>
                <c:pt idx="242">
                  <c:v>44169</c:v>
                </c:pt>
                <c:pt idx="243">
                  <c:v>44172</c:v>
                </c:pt>
                <c:pt idx="244">
                  <c:v>44173</c:v>
                </c:pt>
                <c:pt idx="245">
                  <c:v>44174</c:v>
                </c:pt>
                <c:pt idx="246">
                  <c:v>44175</c:v>
                </c:pt>
                <c:pt idx="247">
                  <c:v>44176</c:v>
                </c:pt>
                <c:pt idx="248">
                  <c:v>44179</c:v>
                </c:pt>
                <c:pt idx="249">
                  <c:v>44180</c:v>
                </c:pt>
                <c:pt idx="250">
                  <c:v>44181</c:v>
                </c:pt>
                <c:pt idx="251">
                  <c:v>44182</c:v>
                </c:pt>
                <c:pt idx="252">
                  <c:v>44183</c:v>
                </c:pt>
                <c:pt idx="253">
                  <c:v>44186</c:v>
                </c:pt>
                <c:pt idx="254">
                  <c:v>44187</c:v>
                </c:pt>
                <c:pt idx="255">
                  <c:v>44188</c:v>
                </c:pt>
                <c:pt idx="256">
                  <c:v>44189</c:v>
                </c:pt>
                <c:pt idx="257">
                  <c:v>44190</c:v>
                </c:pt>
                <c:pt idx="258">
                  <c:v>44193</c:v>
                </c:pt>
                <c:pt idx="259">
                  <c:v>44194</c:v>
                </c:pt>
                <c:pt idx="260">
                  <c:v>44195</c:v>
                </c:pt>
                <c:pt idx="261">
                  <c:v>44196</c:v>
                </c:pt>
                <c:pt idx="262">
                  <c:v>44197</c:v>
                </c:pt>
                <c:pt idx="263">
                  <c:v>44200</c:v>
                </c:pt>
                <c:pt idx="264">
                  <c:v>44201</c:v>
                </c:pt>
                <c:pt idx="265">
                  <c:v>44202</c:v>
                </c:pt>
                <c:pt idx="266">
                  <c:v>44203</c:v>
                </c:pt>
                <c:pt idx="267">
                  <c:v>44204</c:v>
                </c:pt>
                <c:pt idx="268">
                  <c:v>44207</c:v>
                </c:pt>
                <c:pt idx="269">
                  <c:v>44208</c:v>
                </c:pt>
                <c:pt idx="270">
                  <c:v>44209</c:v>
                </c:pt>
                <c:pt idx="271">
                  <c:v>44210</c:v>
                </c:pt>
                <c:pt idx="272">
                  <c:v>44211</c:v>
                </c:pt>
                <c:pt idx="273">
                  <c:v>44214</c:v>
                </c:pt>
                <c:pt idx="274">
                  <c:v>44215</c:v>
                </c:pt>
                <c:pt idx="275">
                  <c:v>44216</c:v>
                </c:pt>
                <c:pt idx="276">
                  <c:v>44217</c:v>
                </c:pt>
                <c:pt idx="277">
                  <c:v>44218</c:v>
                </c:pt>
                <c:pt idx="278">
                  <c:v>44221</c:v>
                </c:pt>
                <c:pt idx="279">
                  <c:v>44222</c:v>
                </c:pt>
                <c:pt idx="280">
                  <c:v>44223</c:v>
                </c:pt>
                <c:pt idx="281">
                  <c:v>44224</c:v>
                </c:pt>
                <c:pt idx="282">
                  <c:v>44225</c:v>
                </c:pt>
                <c:pt idx="283">
                  <c:v>44228</c:v>
                </c:pt>
                <c:pt idx="284">
                  <c:v>44229</c:v>
                </c:pt>
                <c:pt idx="285">
                  <c:v>44230</c:v>
                </c:pt>
                <c:pt idx="286">
                  <c:v>44231</c:v>
                </c:pt>
                <c:pt idx="287">
                  <c:v>44232</c:v>
                </c:pt>
                <c:pt idx="288">
                  <c:v>44235</c:v>
                </c:pt>
                <c:pt idx="289">
                  <c:v>44236</c:v>
                </c:pt>
                <c:pt idx="290">
                  <c:v>44237</c:v>
                </c:pt>
                <c:pt idx="291">
                  <c:v>44238</c:v>
                </c:pt>
                <c:pt idx="292">
                  <c:v>44239</c:v>
                </c:pt>
                <c:pt idx="293">
                  <c:v>44242</c:v>
                </c:pt>
                <c:pt idx="294">
                  <c:v>44243</c:v>
                </c:pt>
                <c:pt idx="295">
                  <c:v>44244</c:v>
                </c:pt>
                <c:pt idx="296">
                  <c:v>44245</c:v>
                </c:pt>
                <c:pt idx="297">
                  <c:v>44246</c:v>
                </c:pt>
                <c:pt idx="298">
                  <c:v>44249</c:v>
                </c:pt>
                <c:pt idx="299">
                  <c:v>44250</c:v>
                </c:pt>
                <c:pt idx="300">
                  <c:v>44251</c:v>
                </c:pt>
                <c:pt idx="301">
                  <c:v>44252</c:v>
                </c:pt>
                <c:pt idx="302">
                  <c:v>44253</c:v>
                </c:pt>
                <c:pt idx="303">
                  <c:v>44256</c:v>
                </c:pt>
                <c:pt idx="304">
                  <c:v>44257</c:v>
                </c:pt>
                <c:pt idx="305">
                  <c:v>44258</c:v>
                </c:pt>
                <c:pt idx="306">
                  <c:v>44259</c:v>
                </c:pt>
                <c:pt idx="307">
                  <c:v>44260</c:v>
                </c:pt>
                <c:pt idx="308">
                  <c:v>44263</c:v>
                </c:pt>
                <c:pt idx="309">
                  <c:v>44264</c:v>
                </c:pt>
                <c:pt idx="310">
                  <c:v>44265</c:v>
                </c:pt>
                <c:pt idx="311">
                  <c:v>44266</c:v>
                </c:pt>
                <c:pt idx="312">
                  <c:v>44267</c:v>
                </c:pt>
                <c:pt idx="313">
                  <c:v>44270</c:v>
                </c:pt>
                <c:pt idx="314">
                  <c:v>44271</c:v>
                </c:pt>
                <c:pt idx="315">
                  <c:v>44272</c:v>
                </c:pt>
                <c:pt idx="316">
                  <c:v>44273</c:v>
                </c:pt>
                <c:pt idx="317">
                  <c:v>44274</c:v>
                </c:pt>
                <c:pt idx="318">
                  <c:v>44277</c:v>
                </c:pt>
                <c:pt idx="319">
                  <c:v>44278</c:v>
                </c:pt>
                <c:pt idx="320">
                  <c:v>44279</c:v>
                </c:pt>
                <c:pt idx="321">
                  <c:v>44280</c:v>
                </c:pt>
                <c:pt idx="322">
                  <c:v>44281</c:v>
                </c:pt>
                <c:pt idx="323">
                  <c:v>44284</c:v>
                </c:pt>
                <c:pt idx="324">
                  <c:v>44285</c:v>
                </c:pt>
                <c:pt idx="325">
                  <c:v>44286</c:v>
                </c:pt>
                <c:pt idx="326">
                  <c:v>44287</c:v>
                </c:pt>
                <c:pt idx="327">
                  <c:v>44288</c:v>
                </c:pt>
                <c:pt idx="328">
                  <c:v>44291</c:v>
                </c:pt>
                <c:pt idx="329">
                  <c:v>44292</c:v>
                </c:pt>
                <c:pt idx="330">
                  <c:v>44293</c:v>
                </c:pt>
                <c:pt idx="331">
                  <c:v>44294</c:v>
                </c:pt>
                <c:pt idx="332">
                  <c:v>44295</c:v>
                </c:pt>
                <c:pt idx="333">
                  <c:v>44298</c:v>
                </c:pt>
                <c:pt idx="334">
                  <c:v>44299</c:v>
                </c:pt>
                <c:pt idx="335">
                  <c:v>44300</c:v>
                </c:pt>
                <c:pt idx="336">
                  <c:v>44301</c:v>
                </c:pt>
                <c:pt idx="337">
                  <c:v>44302</c:v>
                </c:pt>
                <c:pt idx="338">
                  <c:v>44305</c:v>
                </c:pt>
                <c:pt idx="339">
                  <c:v>44306</c:v>
                </c:pt>
                <c:pt idx="340">
                  <c:v>44307</c:v>
                </c:pt>
                <c:pt idx="341">
                  <c:v>44308</c:v>
                </c:pt>
                <c:pt idx="342">
                  <c:v>44309</c:v>
                </c:pt>
                <c:pt idx="343">
                  <c:v>44312</c:v>
                </c:pt>
                <c:pt idx="344">
                  <c:v>44313</c:v>
                </c:pt>
                <c:pt idx="345">
                  <c:v>44314</c:v>
                </c:pt>
                <c:pt idx="346">
                  <c:v>44315</c:v>
                </c:pt>
                <c:pt idx="347">
                  <c:v>44316</c:v>
                </c:pt>
                <c:pt idx="348">
                  <c:v>44319</c:v>
                </c:pt>
                <c:pt idx="349">
                  <c:v>44320</c:v>
                </c:pt>
                <c:pt idx="350">
                  <c:v>44321</c:v>
                </c:pt>
                <c:pt idx="351">
                  <c:v>44322</c:v>
                </c:pt>
                <c:pt idx="352">
                  <c:v>44323</c:v>
                </c:pt>
                <c:pt idx="353">
                  <c:v>44326</c:v>
                </c:pt>
                <c:pt idx="354">
                  <c:v>44327</c:v>
                </c:pt>
                <c:pt idx="355">
                  <c:v>44328</c:v>
                </c:pt>
                <c:pt idx="356">
                  <c:v>44329</c:v>
                </c:pt>
                <c:pt idx="357">
                  <c:v>44330</c:v>
                </c:pt>
                <c:pt idx="358">
                  <c:v>44333</c:v>
                </c:pt>
                <c:pt idx="359">
                  <c:v>44334</c:v>
                </c:pt>
                <c:pt idx="360">
                  <c:v>44335</c:v>
                </c:pt>
                <c:pt idx="361">
                  <c:v>44336</c:v>
                </c:pt>
                <c:pt idx="362">
                  <c:v>44337</c:v>
                </c:pt>
                <c:pt idx="363">
                  <c:v>44340</c:v>
                </c:pt>
                <c:pt idx="364">
                  <c:v>44341</c:v>
                </c:pt>
                <c:pt idx="365">
                  <c:v>44342</c:v>
                </c:pt>
                <c:pt idx="366">
                  <c:v>44343</c:v>
                </c:pt>
                <c:pt idx="367">
                  <c:v>44344</c:v>
                </c:pt>
                <c:pt idx="368">
                  <c:v>44347</c:v>
                </c:pt>
                <c:pt idx="369">
                  <c:v>44348</c:v>
                </c:pt>
                <c:pt idx="370">
                  <c:v>44349</c:v>
                </c:pt>
                <c:pt idx="371">
                  <c:v>44350</c:v>
                </c:pt>
                <c:pt idx="372">
                  <c:v>44351</c:v>
                </c:pt>
                <c:pt idx="373">
                  <c:v>44354</c:v>
                </c:pt>
                <c:pt idx="374">
                  <c:v>44355</c:v>
                </c:pt>
                <c:pt idx="375">
                  <c:v>44356</c:v>
                </c:pt>
                <c:pt idx="376">
                  <c:v>44357</c:v>
                </c:pt>
                <c:pt idx="377">
                  <c:v>44358</c:v>
                </c:pt>
                <c:pt idx="378">
                  <c:v>44361</c:v>
                </c:pt>
                <c:pt idx="379">
                  <c:v>44362</c:v>
                </c:pt>
                <c:pt idx="380">
                  <c:v>44363</c:v>
                </c:pt>
                <c:pt idx="381">
                  <c:v>44364</c:v>
                </c:pt>
                <c:pt idx="382">
                  <c:v>44365</c:v>
                </c:pt>
                <c:pt idx="383">
                  <c:v>44368</c:v>
                </c:pt>
                <c:pt idx="384">
                  <c:v>44369</c:v>
                </c:pt>
                <c:pt idx="385">
                  <c:v>44370</c:v>
                </c:pt>
                <c:pt idx="386">
                  <c:v>44371</c:v>
                </c:pt>
                <c:pt idx="387">
                  <c:v>44372</c:v>
                </c:pt>
                <c:pt idx="388">
                  <c:v>44375</c:v>
                </c:pt>
                <c:pt idx="389">
                  <c:v>44376</c:v>
                </c:pt>
                <c:pt idx="390">
                  <c:v>44377</c:v>
                </c:pt>
                <c:pt idx="391">
                  <c:v>44378</c:v>
                </c:pt>
                <c:pt idx="392">
                  <c:v>44379</c:v>
                </c:pt>
                <c:pt idx="393">
                  <c:v>44382</c:v>
                </c:pt>
                <c:pt idx="394">
                  <c:v>44383</c:v>
                </c:pt>
                <c:pt idx="395">
                  <c:v>44384</c:v>
                </c:pt>
                <c:pt idx="396">
                  <c:v>44385</c:v>
                </c:pt>
                <c:pt idx="397">
                  <c:v>44386</c:v>
                </c:pt>
                <c:pt idx="398">
                  <c:v>44389</c:v>
                </c:pt>
                <c:pt idx="399">
                  <c:v>44390</c:v>
                </c:pt>
                <c:pt idx="400">
                  <c:v>44391</c:v>
                </c:pt>
                <c:pt idx="401">
                  <c:v>44392</c:v>
                </c:pt>
                <c:pt idx="402">
                  <c:v>44393</c:v>
                </c:pt>
                <c:pt idx="403">
                  <c:v>44396</c:v>
                </c:pt>
                <c:pt idx="404">
                  <c:v>44397</c:v>
                </c:pt>
                <c:pt idx="405">
                  <c:v>44398</c:v>
                </c:pt>
                <c:pt idx="406">
                  <c:v>44399</c:v>
                </c:pt>
                <c:pt idx="407">
                  <c:v>44400</c:v>
                </c:pt>
                <c:pt idx="408">
                  <c:v>44403</c:v>
                </c:pt>
                <c:pt idx="409">
                  <c:v>44404</c:v>
                </c:pt>
                <c:pt idx="410">
                  <c:v>44405</c:v>
                </c:pt>
                <c:pt idx="411">
                  <c:v>44406</c:v>
                </c:pt>
                <c:pt idx="412">
                  <c:v>44407</c:v>
                </c:pt>
                <c:pt idx="413">
                  <c:v>44410</c:v>
                </c:pt>
                <c:pt idx="414">
                  <c:v>44411</c:v>
                </c:pt>
                <c:pt idx="415">
                  <c:v>44412</c:v>
                </c:pt>
                <c:pt idx="416">
                  <c:v>44413</c:v>
                </c:pt>
                <c:pt idx="417">
                  <c:v>44414</c:v>
                </c:pt>
                <c:pt idx="418">
                  <c:v>44417</c:v>
                </c:pt>
                <c:pt idx="419">
                  <c:v>44418</c:v>
                </c:pt>
                <c:pt idx="420">
                  <c:v>44419</c:v>
                </c:pt>
                <c:pt idx="421">
                  <c:v>44420</c:v>
                </c:pt>
                <c:pt idx="422">
                  <c:v>44421</c:v>
                </c:pt>
                <c:pt idx="423">
                  <c:v>44424</c:v>
                </c:pt>
                <c:pt idx="424">
                  <c:v>44425</c:v>
                </c:pt>
                <c:pt idx="425">
                  <c:v>44426</c:v>
                </c:pt>
                <c:pt idx="426">
                  <c:v>44427</c:v>
                </c:pt>
                <c:pt idx="427">
                  <c:v>44428</c:v>
                </c:pt>
                <c:pt idx="428">
                  <c:v>44431</c:v>
                </c:pt>
                <c:pt idx="429">
                  <c:v>44432</c:v>
                </c:pt>
                <c:pt idx="430">
                  <c:v>44433</c:v>
                </c:pt>
                <c:pt idx="431">
                  <c:v>44434</c:v>
                </c:pt>
                <c:pt idx="432">
                  <c:v>44435</c:v>
                </c:pt>
                <c:pt idx="433">
                  <c:v>44438</c:v>
                </c:pt>
                <c:pt idx="434">
                  <c:v>44439</c:v>
                </c:pt>
                <c:pt idx="435">
                  <c:v>44440</c:v>
                </c:pt>
                <c:pt idx="436">
                  <c:v>44441</c:v>
                </c:pt>
                <c:pt idx="437">
                  <c:v>44442</c:v>
                </c:pt>
                <c:pt idx="438">
                  <c:v>44445</c:v>
                </c:pt>
                <c:pt idx="439">
                  <c:v>44446</c:v>
                </c:pt>
                <c:pt idx="440">
                  <c:v>44447</c:v>
                </c:pt>
                <c:pt idx="441">
                  <c:v>44448</c:v>
                </c:pt>
                <c:pt idx="442">
                  <c:v>44449</c:v>
                </c:pt>
                <c:pt idx="443">
                  <c:v>44452</c:v>
                </c:pt>
                <c:pt idx="444">
                  <c:v>44453</c:v>
                </c:pt>
                <c:pt idx="445">
                  <c:v>44454</c:v>
                </c:pt>
                <c:pt idx="446">
                  <c:v>44455</c:v>
                </c:pt>
                <c:pt idx="447">
                  <c:v>44456</c:v>
                </c:pt>
                <c:pt idx="448">
                  <c:v>44459</c:v>
                </c:pt>
                <c:pt idx="449">
                  <c:v>44460</c:v>
                </c:pt>
                <c:pt idx="450">
                  <c:v>44461</c:v>
                </c:pt>
                <c:pt idx="451">
                  <c:v>44462</c:v>
                </c:pt>
                <c:pt idx="452">
                  <c:v>44463</c:v>
                </c:pt>
                <c:pt idx="453">
                  <c:v>44466</c:v>
                </c:pt>
                <c:pt idx="454">
                  <c:v>44467</c:v>
                </c:pt>
                <c:pt idx="455">
                  <c:v>44468</c:v>
                </c:pt>
                <c:pt idx="456">
                  <c:v>44469</c:v>
                </c:pt>
                <c:pt idx="457">
                  <c:v>44470</c:v>
                </c:pt>
                <c:pt idx="458">
                  <c:v>44473</c:v>
                </c:pt>
                <c:pt idx="459">
                  <c:v>44474</c:v>
                </c:pt>
                <c:pt idx="460">
                  <c:v>44475</c:v>
                </c:pt>
                <c:pt idx="461">
                  <c:v>44476</c:v>
                </c:pt>
                <c:pt idx="462">
                  <c:v>44477</c:v>
                </c:pt>
                <c:pt idx="463">
                  <c:v>44480</c:v>
                </c:pt>
                <c:pt idx="464">
                  <c:v>44481</c:v>
                </c:pt>
                <c:pt idx="465">
                  <c:v>44482</c:v>
                </c:pt>
                <c:pt idx="466">
                  <c:v>44483</c:v>
                </c:pt>
                <c:pt idx="467">
                  <c:v>44484</c:v>
                </c:pt>
                <c:pt idx="468">
                  <c:v>44487</c:v>
                </c:pt>
                <c:pt idx="469">
                  <c:v>44488</c:v>
                </c:pt>
                <c:pt idx="470">
                  <c:v>44489</c:v>
                </c:pt>
                <c:pt idx="471">
                  <c:v>44490</c:v>
                </c:pt>
                <c:pt idx="472">
                  <c:v>44491</c:v>
                </c:pt>
                <c:pt idx="473">
                  <c:v>44494</c:v>
                </c:pt>
                <c:pt idx="474">
                  <c:v>44495</c:v>
                </c:pt>
                <c:pt idx="475">
                  <c:v>44496</c:v>
                </c:pt>
                <c:pt idx="476">
                  <c:v>44497</c:v>
                </c:pt>
                <c:pt idx="477">
                  <c:v>44498</c:v>
                </c:pt>
                <c:pt idx="478">
                  <c:v>44501</c:v>
                </c:pt>
                <c:pt idx="479">
                  <c:v>44502</c:v>
                </c:pt>
                <c:pt idx="480">
                  <c:v>44503</c:v>
                </c:pt>
                <c:pt idx="481">
                  <c:v>44504</c:v>
                </c:pt>
                <c:pt idx="482">
                  <c:v>44505</c:v>
                </c:pt>
                <c:pt idx="483">
                  <c:v>44508</c:v>
                </c:pt>
                <c:pt idx="484">
                  <c:v>44509</c:v>
                </c:pt>
                <c:pt idx="485">
                  <c:v>44510</c:v>
                </c:pt>
                <c:pt idx="486">
                  <c:v>44511</c:v>
                </c:pt>
                <c:pt idx="487">
                  <c:v>44512</c:v>
                </c:pt>
                <c:pt idx="488">
                  <c:v>44515</c:v>
                </c:pt>
                <c:pt idx="489">
                  <c:v>44516</c:v>
                </c:pt>
                <c:pt idx="490">
                  <c:v>44517</c:v>
                </c:pt>
                <c:pt idx="491">
                  <c:v>44518</c:v>
                </c:pt>
                <c:pt idx="492">
                  <c:v>44519</c:v>
                </c:pt>
                <c:pt idx="493">
                  <c:v>44522</c:v>
                </c:pt>
                <c:pt idx="494">
                  <c:v>44523</c:v>
                </c:pt>
                <c:pt idx="495">
                  <c:v>44524</c:v>
                </c:pt>
                <c:pt idx="496">
                  <c:v>44525</c:v>
                </c:pt>
                <c:pt idx="497">
                  <c:v>44526</c:v>
                </c:pt>
                <c:pt idx="498">
                  <c:v>44529</c:v>
                </c:pt>
                <c:pt idx="499">
                  <c:v>44530</c:v>
                </c:pt>
                <c:pt idx="500">
                  <c:v>44531</c:v>
                </c:pt>
                <c:pt idx="501">
                  <c:v>44532</c:v>
                </c:pt>
                <c:pt idx="502">
                  <c:v>44533</c:v>
                </c:pt>
                <c:pt idx="503">
                  <c:v>44536</c:v>
                </c:pt>
                <c:pt idx="504">
                  <c:v>44537</c:v>
                </c:pt>
                <c:pt idx="505">
                  <c:v>44538</c:v>
                </c:pt>
                <c:pt idx="506">
                  <c:v>44539</c:v>
                </c:pt>
                <c:pt idx="507">
                  <c:v>44540</c:v>
                </c:pt>
                <c:pt idx="508">
                  <c:v>44543</c:v>
                </c:pt>
                <c:pt idx="509">
                  <c:v>44544</c:v>
                </c:pt>
                <c:pt idx="510">
                  <c:v>44545</c:v>
                </c:pt>
                <c:pt idx="511">
                  <c:v>44546</c:v>
                </c:pt>
                <c:pt idx="512">
                  <c:v>44547</c:v>
                </c:pt>
                <c:pt idx="513">
                  <c:v>44550</c:v>
                </c:pt>
                <c:pt idx="514">
                  <c:v>44551</c:v>
                </c:pt>
                <c:pt idx="515">
                  <c:v>44552</c:v>
                </c:pt>
                <c:pt idx="516">
                  <c:v>44553</c:v>
                </c:pt>
                <c:pt idx="517">
                  <c:v>44554</c:v>
                </c:pt>
                <c:pt idx="518">
                  <c:v>44557</c:v>
                </c:pt>
                <c:pt idx="519">
                  <c:v>44558</c:v>
                </c:pt>
                <c:pt idx="520">
                  <c:v>44559</c:v>
                </c:pt>
                <c:pt idx="521">
                  <c:v>44560</c:v>
                </c:pt>
                <c:pt idx="522">
                  <c:v>44561</c:v>
                </c:pt>
                <c:pt idx="523">
                  <c:v>44564</c:v>
                </c:pt>
                <c:pt idx="524">
                  <c:v>44565</c:v>
                </c:pt>
                <c:pt idx="525">
                  <c:v>44566</c:v>
                </c:pt>
                <c:pt idx="526">
                  <c:v>44567</c:v>
                </c:pt>
                <c:pt idx="527">
                  <c:v>44568</c:v>
                </c:pt>
                <c:pt idx="528">
                  <c:v>44571</c:v>
                </c:pt>
                <c:pt idx="529">
                  <c:v>44572</c:v>
                </c:pt>
                <c:pt idx="530">
                  <c:v>44573</c:v>
                </c:pt>
                <c:pt idx="531">
                  <c:v>44574</c:v>
                </c:pt>
                <c:pt idx="532">
                  <c:v>44575</c:v>
                </c:pt>
                <c:pt idx="533">
                  <c:v>44578</c:v>
                </c:pt>
                <c:pt idx="534">
                  <c:v>44579</c:v>
                </c:pt>
                <c:pt idx="535">
                  <c:v>44580</c:v>
                </c:pt>
                <c:pt idx="536">
                  <c:v>44581</c:v>
                </c:pt>
                <c:pt idx="537">
                  <c:v>44582</c:v>
                </c:pt>
                <c:pt idx="538">
                  <c:v>44585</c:v>
                </c:pt>
                <c:pt idx="539">
                  <c:v>44586</c:v>
                </c:pt>
                <c:pt idx="540">
                  <c:v>44587</c:v>
                </c:pt>
                <c:pt idx="541">
                  <c:v>44588</c:v>
                </c:pt>
                <c:pt idx="542">
                  <c:v>44589</c:v>
                </c:pt>
                <c:pt idx="543">
                  <c:v>44592</c:v>
                </c:pt>
                <c:pt idx="544">
                  <c:v>44593</c:v>
                </c:pt>
                <c:pt idx="545">
                  <c:v>44594</c:v>
                </c:pt>
                <c:pt idx="546">
                  <c:v>44595</c:v>
                </c:pt>
                <c:pt idx="547">
                  <c:v>44596</c:v>
                </c:pt>
                <c:pt idx="548">
                  <c:v>44599</c:v>
                </c:pt>
                <c:pt idx="549">
                  <c:v>44600</c:v>
                </c:pt>
                <c:pt idx="550">
                  <c:v>44601</c:v>
                </c:pt>
                <c:pt idx="551">
                  <c:v>44602</c:v>
                </c:pt>
                <c:pt idx="552">
                  <c:v>44603</c:v>
                </c:pt>
                <c:pt idx="553">
                  <c:v>44606</c:v>
                </c:pt>
                <c:pt idx="554">
                  <c:v>44607</c:v>
                </c:pt>
                <c:pt idx="555">
                  <c:v>44608</c:v>
                </c:pt>
                <c:pt idx="556">
                  <c:v>44609</c:v>
                </c:pt>
                <c:pt idx="557">
                  <c:v>44610</c:v>
                </c:pt>
                <c:pt idx="558">
                  <c:v>44613</c:v>
                </c:pt>
                <c:pt idx="559">
                  <c:v>44614</c:v>
                </c:pt>
                <c:pt idx="560">
                  <c:v>44615</c:v>
                </c:pt>
                <c:pt idx="561">
                  <c:v>44616</c:v>
                </c:pt>
                <c:pt idx="562">
                  <c:v>44617</c:v>
                </c:pt>
                <c:pt idx="563">
                  <c:v>44620</c:v>
                </c:pt>
                <c:pt idx="564">
                  <c:v>44621</c:v>
                </c:pt>
                <c:pt idx="565">
                  <c:v>44622</c:v>
                </c:pt>
                <c:pt idx="566">
                  <c:v>44623</c:v>
                </c:pt>
                <c:pt idx="567">
                  <c:v>44624</c:v>
                </c:pt>
                <c:pt idx="568">
                  <c:v>44627</c:v>
                </c:pt>
                <c:pt idx="569">
                  <c:v>44628</c:v>
                </c:pt>
                <c:pt idx="570">
                  <c:v>44629</c:v>
                </c:pt>
                <c:pt idx="571">
                  <c:v>44630</c:v>
                </c:pt>
                <c:pt idx="572">
                  <c:v>44631</c:v>
                </c:pt>
                <c:pt idx="573">
                  <c:v>44634</c:v>
                </c:pt>
                <c:pt idx="574">
                  <c:v>44635</c:v>
                </c:pt>
                <c:pt idx="575">
                  <c:v>44636</c:v>
                </c:pt>
                <c:pt idx="576">
                  <c:v>44637</c:v>
                </c:pt>
                <c:pt idx="577">
                  <c:v>44638</c:v>
                </c:pt>
                <c:pt idx="578">
                  <c:v>44641</c:v>
                </c:pt>
                <c:pt idx="579">
                  <c:v>44642</c:v>
                </c:pt>
                <c:pt idx="580">
                  <c:v>44643</c:v>
                </c:pt>
                <c:pt idx="581">
                  <c:v>44644</c:v>
                </c:pt>
                <c:pt idx="582">
                  <c:v>44645</c:v>
                </c:pt>
                <c:pt idx="583">
                  <c:v>44648</c:v>
                </c:pt>
                <c:pt idx="584">
                  <c:v>44649</c:v>
                </c:pt>
                <c:pt idx="585">
                  <c:v>44650</c:v>
                </c:pt>
                <c:pt idx="586">
                  <c:v>44651</c:v>
                </c:pt>
                <c:pt idx="587">
                  <c:v>44652</c:v>
                </c:pt>
                <c:pt idx="588">
                  <c:v>44655</c:v>
                </c:pt>
                <c:pt idx="589">
                  <c:v>44656</c:v>
                </c:pt>
                <c:pt idx="590">
                  <c:v>44657</c:v>
                </c:pt>
                <c:pt idx="591">
                  <c:v>44658</c:v>
                </c:pt>
                <c:pt idx="592">
                  <c:v>44659</c:v>
                </c:pt>
                <c:pt idx="593">
                  <c:v>44662</c:v>
                </c:pt>
                <c:pt idx="594">
                  <c:v>44663</c:v>
                </c:pt>
                <c:pt idx="595">
                  <c:v>44664</c:v>
                </c:pt>
                <c:pt idx="596">
                  <c:v>44665</c:v>
                </c:pt>
                <c:pt idx="597">
                  <c:v>44666</c:v>
                </c:pt>
                <c:pt idx="598">
                  <c:v>44669</c:v>
                </c:pt>
                <c:pt idx="599">
                  <c:v>44670</c:v>
                </c:pt>
                <c:pt idx="600">
                  <c:v>44671</c:v>
                </c:pt>
                <c:pt idx="601">
                  <c:v>44672</c:v>
                </c:pt>
                <c:pt idx="602">
                  <c:v>44673</c:v>
                </c:pt>
                <c:pt idx="603">
                  <c:v>44676</c:v>
                </c:pt>
                <c:pt idx="604">
                  <c:v>44677</c:v>
                </c:pt>
                <c:pt idx="605">
                  <c:v>44678</c:v>
                </c:pt>
                <c:pt idx="606">
                  <c:v>44679</c:v>
                </c:pt>
                <c:pt idx="607">
                  <c:v>44680</c:v>
                </c:pt>
                <c:pt idx="608">
                  <c:v>44683</c:v>
                </c:pt>
                <c:pt idx="609">
                  <c:v>44684</c:v>
                </c:pt>
                <c:pt idx="610">
                  <c:v>44685</c:v>
                </c:pt>
                <c:pt idx="611">
                  <c:v>44686</c:v>
                </c:pt>
                <c:pt idx="612">
                  <c:v>44687</c:v>
                </c:pt>
                <c:pt idx="613">
                  <c:v>44690</c:v>
                </c:pt>
                <c:pt idx="614">
                  <c:v>44691</c:v>
                </c:pt>
                <c:pt idx="615">
                  <c:v>44692</c:v>
                </c:pt>
                <c:pt idx="616">
                  <c:v>44693</c:v>
                </c:pt>
                <c:pt idx="617">
                  <c:v>44694</c:v>
                </c:pt>
                <c:pt idx="618">
                  <c:v>44697</c:v>
                </c:pt>
                <c:pt idx="619">
                  <c:v>44698</c:v>
                </c:pt>
                <c:pt idx="620">
                  <c:v>44699</c:v>
                </c:pt>
                <c:pt idx="621">
                  <c:v>44700</c:v>
                </c:pt>
                <c:pt idx="622">
                  <c:v>44701</c:v>
                </c:pt>
                <c:pt idx="623">
                  <c:v>44704</c:v>
                </c:pt>
                <c:pt idx="624">
                  <c:v>44705</c:v>
                </c:pt>
                <c:pt idx="625">
                  <c:v>44706</c:v>
                </c:pt>
                <c:pt idx="626">
                  <c:v>44707</c:v>
                </c:pt>
                <c:pt idx="627">
                  <c:v>44708</c:v>
                </c:pt>
                <c:pt idx="628">
                  <c:v>44711</c:v>
                </c:pt>
                <c:pt idx="629">
                  <c:v>44712</c:v>
                </c:pt>
                <c:pt idx="630">
                  <c:v>44713</c:v>
                </c:pt>
                <c:pt idx="631">
                  <c:v>44714</c:v>
                </c:pt>
                <c:pt idx="632">
                  <c:v>44715</c:v>
                </c:pt>
                <c:pt idx="633">
                  <c:v>44718</c:v>
                </c:pt>
                <c:pt idx="634">
                  <c:v>44719</c:v>
                </c:pt>
                <c:pt idx="635">
                  <c:v>44720</c:v>
                </c:pt>
                <c:pt idx="636">
                  <c:v>44721</c:v>
                </c:pt>
                <c:pt idx="637">
                  <c:v>44722</c:v>
                </c:pt>
                <c:pt idx="638">
                  <c:v>44725</c:v>
                </c:pt>
                <c:pt idx="639">
                  <c:v>44726</c:v>
                </c:pt>
                <c:pt idx="640">
                  <c:v>44727</c:v>
                </c:pt>
                <c:pt idx="641">
                  <c:v>44728</c:v>
                </c:pt>
                <c:pt idx="642">
                  <c:v>44729</c:v>
                </c:pt>
                <c:pt idx="643">
                  <c:v>44732</c:v>
                </c:pt>
                <c:pt idx="644">
                  <c:v>44733</c:v>
                </c:pt>
                <c:pt idx="645">
                  <c:v>44734</c:v>
                </c:pt>
                <c:pt idx="646">
                  <c:v>44735</c:v>
                </c:pt>
                <c:pt idx="647">
                  <c:v>44736</c:v>
                </c:pt>
                <c:pt idx="648">
                  <c:v>44739</c:v>
                </c:pt>
                <c:pt idx="649">
                  <c:v>44740</c:v>
                </c:pt>
                <c:pt idx="650">
                  <c:v>44741</c:v>
                </c:pt>
                <c:pt idx="651">
                  <c:v>44742</c:v>
                </c:pt>
                <c:pt idx="652">
                  <c:v>44743</c:v>
                </c:pt>
                <c:pt idx="653">
                  <c:v>44746</c:v>
                </c:pt>
                <c:pt idx="654">
                  <c:v>44747</c:v>
                </c:pt>
                <c:pt idx="655">
                  <c:v>44748</c:v>
                </c:pt>
                <c:pt idx="656">
                  <c:v>44749</c:v>
                </c:pt>
                <c:pt idx="657">
                  <c:v>44750</c:v>
                </c:pt>
                <c:pt idx="658">
                  <c:v>44753</c:v>
                </c:pt>
                <c:pt idx="659">
                  <c:v>44754</c:v>
                </c:pt>
                <c:pt idx="660">
                  <c:v>44755</c:v>
                </c:pt>
                <c:pt idx="661">
                  <c:v>44756</c:v>
                </c:pt>
                <c:pt idx="662">
                  <c:v>44757</c:v>
                </c:pt>
                <c:pt idx="663">
                  <c:v>44760</c:v>
                </c:pt>
                <c:pt idx="664">
                  <c:v>44761</c:v>
                </c:pt>
                <c:pt idx="665">
                  <c:v>44762</c:v>
                </c:pt>
                <c:pt idx="666">
                  <c:v>44763</c:v>
                </c:pt>
                <c:pt idx="667">
                  <c:v>44764</c:v>
                </c:pt>
                <c:pt idx="668">
                  <c:v>44767</c:v>
                </c:pt>
                <c:pt idx="669">
                  <c:v>44768</c:v>
                </c:pt>
                <c:pt idx="670">
                  <c:v>44769</c:v>
                </c:pt>
                <c:pt idx="671">
                  <c:v>44770</c:v>
                </c:pt>
                <c:pt idx="672">
                  <c:v>44771</c:v>
                </c:pt>
                <c:pt idx="673">
                  <c:v>44774</c:v>
                </c:pt>
                <c:pt idx="674">
                  <c:v>44775</c:v>
                </c:pt>
                <c:pt idx="675">
                  <c:v>44776</c:v>
                </c:pt>
                <c:pt idx="676">
                  <c:v>44777</c:v>
                </c:pt>
                <c:pt idx="677">
                  <c:v>44778</c:v>
                </c:pt>
                <c:pt idx="678">
                  <c:v>44781</c:v>
                </c:pt>
                <c:pt idx="679">
                  <c:v>44782</c:v>
                </c:pt>
                <c:pt idx="680">
                  <c:v>44783</c:v>
                </c:pt>
                <c:pt idx="681">
                  <c:v>44784</c:v>
                </c:pt>
                <c:pt idx="682">
                  <c:v>44785</c:v>
                </c:pt>
                <c:pt idx="683">
                  <c:v>44788</c:v>
                </c:pt>
                <c:pt idx="684">
                  <c:v>44789</c:v>
                </c:pt>
                <c:pt idx="685">
                  <c:v>44790</c:v>
                </c:pt>
                <c:pt idx="686">
                  <c:v>44791</c:v>
                </c:pt>
                <c:pt idx="687">
                  <c:v>44792</c:v>
                </c:pt>
                <c:pt idx="688">
                  <c:v>44795</c:v>
                </c:pt>
                <c:pt idx="689">
                  <c:v>44796</c:v>
                </c:pt>
                <c:pt idx="690">
                  <c:v>44797</c:v>
                </c:pt>
                <c:pt idx="691">
                  <c:v>44798</c:v>
                </c:pt>
                <c:pt idx="692">
                  <c:v>44799</c:v>
                </c:pt>
                <c:pt idx="693">
                  <c:v>44802</c:v>
                </c:pt>
                <c:pt idx="694">
                  <c:v>44803</c:v>
                </c:pt>
                <c:pt idx="695">
                  <c:v>44804</c:v>
                </c:pt>
                <c:pt idx="696">
                  <c:v>44805</c:v>
                </c:pt>
                <c:pt idx="697">
                  <c:v>44806</c:v>
                </c:pt>
                <c:pt idx="698">
                  <c:v>44809</c:v>
                </c:pt>
                <c:pt idx="699">
                  <c:v>44810</c:v>
                </c:pt>
                <c:pt idx="700">
                  <c:v>44811</c:v>
                </c:pt>
                <c:pt idx="701">
                  <c:v>44812</c:v>
                </c:pt>
                <c:pt idx="702">
                  <c:v>44813</c:v>
                </c:pt>
                <c:pt idx="703">
                  <c:v>44816</c:v>
                </c:pt>
                <c:pt idx="704">
                  <c:v>44817</c:v>
                </c:pt>
                <c:pt idx="705">
                  <c:v>44818</c:v>
                </c:pt>
                <c:pt idx="706">
                  <c:v>44819</c:v>
                </c:pt>
                <c:pt idx="707">
                  <c:v>44820</c:v>
                </c:pt>
                <c:pt idx="708">
                  <c:v>44823</c:v>
                </c:pt>
                <c:pt idx="709">
                  <c:v>44824</c:v>
                </c:pt>
                <c:pt idx="710">
                  <c:v>44825</c:v>
                </c:pt>
                <c:pt idx="711">
                  <c:v>44826</c:v>
                </c:pt>
                <c:pt idx="712">
                  <c:v>44827</c:v>
                </c:pt>
                <c:pt idx="713">
                  <c:v>44830</c:v>
                </c:pt>
                <c:pt idx="714">
                  <c:v>44831</c:v>
                </c:pt>
                <c:pt idx="715">
                  <c:v>44832</c:v>
                </c:pt>
                <c:pt idx="716">
                  <c:v>44833</c:v>
                </c:pt>
                <c:pt idx="717">
                  <c:v>44834</c:v>
                </c:pt>
                <c:pt idx="718">
                  <c:v>44837</c:v>
                </c:pt>
                <c:pt idx="719">
                  <c:v>44838</c:v>
                </c:pt>
                <c:pt idx="720">
                  <c:v>44839</c:v>
                </c:pt>
                <c:pt idx="721">
                  <c:v>44840</c:v>
                </c:pt>
                <c:pt idx="722">
                  <c:v>44841</c:v>
                </c:pt>
                <c:pt idx="723">
                  <c:v>44844</c:v>
                </c:pt>
                <c:pt idx="724">
                  <c:v>44845</c:v>
                </c:pt>
                <c:pt idx="725">
                  <c:v>44846</c:v>
                </c:pt>
                <c:pt idx="726">
                  <c:v>44847</c:v>
                </c:pt>
                <c:pt idx="727">
                  <c:v>44848</c:v>
                </c:pt>
                <c:pt idx="728">
                  <c:v>44851</c:v>
                </c:pt>
                <c:pt idx="729">
                  <c:v>44852</c:v>
                </c:pt>
                <c:pt idx="730">
                  <c:v>44853</c:v>
                </c:pt>
                <c:pt idx="731">
                  <c:v>44854</c:v>
                </c:pt>
                <c:pt idx="732">
                  <c:v>44855</c:v>
                </c:pt>
                <c:pt idx="733">
                  <c:v>44858</c:v>
                </c:pt>
                <c:pt idx="734">
                  <c:v>44859</c:v>
                </c:pt>
                <c:pt idx="735">
                  <c:v>44860</c:v>
                </c:pt>
                <c:pt idx="736">
                  <c:v>44861</c:v>
                </c:pt>
                <c:pt idx="737">
                  <c:v>44862</c:v>
                </c:pt>
                <c:pt idx="738">
                  <c:v>44865</c:v>
                </c:pt>
                <c:pt idx="739">
                  <c:v>44866</c:v>
                </c:pt>
                <c:pt idx="740">
                  <c:v>44867</c:v>
                </c:pt>
                <c:pt idx="741">
                  <c:v>44868</c:v>
                </c:pt>
                <c:pt idx="742">
                  <c:v>44869</c:v>
                </c:pt>
                <c:pt idx="743">
                  <c:v>44872</c:v>
                </c:pt>
                <c:pt idx="744">
                  <c:v>44873</c:v>
                </c:pt>
                <c:pt idx="745">
                  <c:v>44874</c:v>
                </c:pt>
                <c:pt idx="746">
                  <c:v>44875</c:v>
                </c:pt>
                <c:pt idx="747">
                  <c:v>44876</c:v>
                </c:pt>
                <c:pt idx="748">
                  <c:v>44879</c:v>
                </c:pt>
                <c:pt idx="749">
                  <c:v>44880</c:v>
                </c:pt>
                <c:pt idx="750">
                  <c:v>44881</c:v>
                </c:pt>
                <c:pt idx="751">
                  <c:v>44882</c:v>
                </c:pt>
                <c:pt idx="752">
                  <c:v>44883</c:v>
                </c:pt>
                <c:pt idx="753">
                  <c:v>44886</c:v>
                </c:pt>
                <c:pt idx="754">
                  <c:v>44887</c:v>
                </c:pt>
                <c:pt idx="755">
                  <c:v>44888</c:v>
                </c:pt>
                <c:pt idx="756">
                  <c:v>44889</c:v>
                </c:pt>
                <c:pt idx="757">
                  <c:v>44890</c:v>
                </c:pt>
                <c:pt idx="758">
                  <c:v>44893</c:v>
                </c:pt>
                <c:pt idx="759">
                  <c:v>44894</c:v>
                </c:pt>
                <c:pt idx="760">
                  <c:v>44895</c:v>
                </c:pt>
                <c:pt idx="761">
                  <c:v>44896</c:v>
                </c:pt>
                <c:pt idx="762">
                  <c:v>44897</c:v>
                </c:pt>
                <c:pt idx="763">
                  <c:v>44900</c:v>
                </c:pt>
                <c:pt idx="764">
                  <c:v>44901</c:v>
                </c:pt>
                <c:pt idx="765">
                  <c:v>44902</c:v>
                </c:pt>
                <c:pt idx="766">
                  <c:v>44903</c:v>
                </c:pt>
                <c:pt idx="767">
                  <c:v>44904</c:v>
                </c:pt>
                <c:pt idx="768">
                  <c:v>44907</c:v>
                </c:pt>
                <c:pt idx="769">
                  <c:v>44908</c:v>
                </c:pt>
                <c:pt idx="770">
                  <c:v>44909</c:v>
                </c:pt>
                <c:pt idx="771">
                  <c:v>44910</c:v>
                </c:pt>
                <c:pt idx="772">
                  <c:v>44911</c:v>
                </c:pt>
                <c:pt idx="773">
                  <c:v>44914</c:v>
                </c:pt>
                <c:pt idx="774">
                  <c:v>44915</c:v>
                </c:pt>
                <c:pt idx="775">
                  <c:v>44916</c:v>
                </c:pt>
                <c:pt idx="776">
                  <c:v>44917</c:v>
                </c:pt>
                <c:pt idx="777">
                  <c:v>44918</c:v>
                </c:pt>
                <c:pt idx="778">
                  <c:v>44921</c:v>
                </c:pt>
                <c:pt idx="779">
                  <c:v>44922</c:v>
                </c:pt>
                <c:pt idx="780">
                  <c:v>44923</c:v>
                </c:pt>
                <c:pt idx="781">
                  <c:v>44924</c:v>
                </c:pt>
                <c:pt idx="782">
                  <c:v>44925</c:v>
                </c:pt>
                <c:pt idx="783">
                  <c:v>44928</c:v>
                </c:pt>
                <c:pt idx="784">
                  <c:v>44929</c:v>
                </c:pt>
                <c:pt idx="785">
                  <c:v>44930</c:v>
                </c:pt>
                <c:pt idx="786">
                  <c:v>44931</c:v>
                </c:pt>
                <c:pt idx="787">
                  <c:v>44932</c:v>
                </c:pt>
                <c:pt idx="788">
                  <c:v>44935</c:v>
                </c:pt>
                <c:pt idx="789">
                  <c:v>44936</c:v>
                </c:pt>
                <c:pt idx="790">
                  <c:v>44937</c:v>
                </c:pt>
                <c:pt idx="791">
                  <c:v>44938</c:v>
                </c:pt>
                <c:pt idx="792">
                  <c:v>44939</c:v>
                </c:pt>
                <c:pt idx="793">
                  <c:v>44942</c:v>
                </c:pt>
                <c:pt idx="794">
                  <c:v>44943</c:v>
                </c:pt>
                <c:pt idx="795">
                  <c:v>44944</c:v>
                </c:pt>
                <c:pt idx="796">
                  <c:v>44945</c:v>
                </c:pt>
                <c:pt idx="797">
                  <c:v>44946</c:v>
                </c:pt>
                <c:pt idx="798">
                  <c:v>44949</c:v>
                </c:pt>
                <c:pt idx="799">
                  <c:v>44950</c:v>
                </c:pt>
                <c:pt idx="800">
                  <c:v>44951</c:v>
                </c:pt>
                <c:pt idx="801">
                  <c:v>44952</c:v>
                </c:pt>
                <c:pt idx="802">
                  <c:v>44953</c:v>
                </c:pt>
                <c:pt idx="803">
                  <c:v>44956</c:v>
                </c:pt>
                <c:pt idx="804">
                  <c:v>44957</c:v>
                </c:pt>
                <c:pt idx="805">
                  <c:v>44958</c:v>
                </c:pt>
                <c:pt idx="806">
                  <c:v>44959</c:v>
                </c:pt>
                <c:pt idx="807">
                  <c:v>44960</c:v>
                </c:pt>
                <c:pt idx="808">
                  <c:v>44963</c:v>
                </c:pt>
                <c:pt idx="809">
                  <c:v>44964</c:v>
                </c:pt>
                <c:pt idx="810">
                  <c:v>44965</c:v>
                </c:pt>
                <c:pt idx="811">
                  <c:v>44966</c:v>
                </c:pt>
                <c:pt idx="812">
                  <c:v>44967</c:v>
                </c:pt>
                <c:pt idx="813">
                  <c:v>44970</c:v>
                </c:pt>
                <c:pt idx="814">
                  <c:v>44971</c:v>
                </c:pt>
                <c:pt idx="815">
                  <c:v>44972</c:v>
                </c:pt>
                <c:pt idx="816">
                  <c:v>44973</c:v>
                </c:pt>
                <c:pt idx="817">
                  <c:v>44974</c:v>
                </c:pt>
                <c:pt idx="818">
                  <c:v>44977</c:v>
                </c:pt>
                <c:pt idx="819">
                  <c:v>44978</c:v>
                </c:pt>
                <c:pt idx="820">
                  <c:v>44979</c:v>
                </c:pt>
                <c:pt idx="821">
                  <c:v>44980</c:v>
                </c:pt>
                <c:pt idx="822">
                  <c:v>44981</c:v>
                </c:pt>
                <c:pt idx="823">
                  <c:v>44984</c:v>
                </c:pt>
                <c:pt idx="824">
                  <c:v>44985</c:v>
                </c:pt>
                <c:pt idx="825">
                  <c:v>44986</c:v>
                </c:pt>
                <c:pt idx="826">
                  <c:v>44987</c:v>
                </c:pt>
                <c:pt idx="827">
                  <c:v>44988</c:v>
                </c:pt>
                <c:pt idx="828">
                  <c:v>44991</c:v>
                </c:pt>
                <c:pt idx="829">
                  <c:v>44992</c:v>
                </c:pt>
                <c:pt idx="830">
                  <c:v>44993</c:v>
                </c:pt>
                <c:pt idx="831">
                  <c:v>44994</c:v>
                </c:pt>
                <c:pt idx="832">
                  <c:v>44995</c:v>
                </c:pt>
                <c:pt idx="833">
                  <c:v>44998</c:v>
                </c:pt>
                <c:pt idx="834">
                  <c:v>44999</c:v>
                </c:pt>
                <c:pt idx="835">
                  <c:v>45000</c:v>
                </c:pt>
                <c:pt idx="836">
                  <c:v>45001</c:v>
                </c:pt>
                <c:pt idx="837">
                  <c:v>45002</c:v>
                </c:pt>
                <c:pt idx="838">
                  <c:v>45005</c:v>
                </c:pt>
                <c:pt idx="839">
                  <c:v>45006</c:v>
                </c:pt>
                <c:pt idx="840">
                  <c:v>45007</c:v>
                </c:pt>
                <c:pt idx="841">
                  <c:v>45008</c:v>
                </c:pt>
                <c:pt idx="842">
                  <c:v>45009</c:v>
                </c:pt>
                <c:pt idx="843">
                  <c:v>45012</c:v>
                </c:pt>
                <c:pt idx="844">
                  <c:v>45013</c:v>
                </c:pt>
                <c:pt idx="845">
                  <c:v>45014</c:v>
                </c:pt>
                <c:pt idx="846">
                  <c:v>45015</c:v>
                </c:pt>
                <c:pt idx="847">
                  <c:v>45016</c:v>
                </c:pt>
                <c:pt idx="848">
                  <c:v>45019</c:v>
                </c:pt>
                <c:pt idx="849">
                  <c:v>45020</c:v>
                </c:pt>
                <c:pt idx="850">
                  <c:v>45021</c:v>
                </c:pt>
                <c:pt idx="851">
                  <c:v>45022</c:v>
                </c:pt>
                <c:pt idx="852">
                  <c:v>45023</c:v>
                </c:pt>
                <c:pt idx="853">
                  <c:v>45026</c:v>
                </c:pt>
                <c:pt idx="854">
                  <c:v>45027</c:v>
                </c:pt>
                <c:pt idx="855">
                  <c:v>45028</c:v>
                </c:pt>
                <c:pt idx="856">
                  <c:v>45029</c:v>
                </c:pt>
                <c:pt idx="857">
                  <c:v>45030</c:v>
                </c:pt>
                <c:pt idx="858">
                  <c:v>45033</c:v>
                </c:pt>
                <c:pt idx="859">
                  <c:v>45034</c:v>
                </c:pt>
                <c:pt idx="860">
                  <c:v>45035</c:v>
                </c:pt>
                <c:pt idx="861">
                  <c:v>45036</c:v>
                </c:pt>
                <c:pt idx="862">
                  <c:v>45037</c:v>
                </c:pt>
                <c:pt idx="863">
                  <c:v>45040</c:v>
                </c:pt>
                <c:pt idx="864">
                  <c:v>45041</c:v>
                </c:pt>
                <c:pt idx="865">
                  <c:v>45042</c:v>
                </c:pt>
                <c:pt idx="866">
                  <c:v>45043</c:v>
                </c:pt>
                <c:pt idx="867">
                  <c:v>45044</c:v>
                </c:pt>
                <c:pt idx="868">
                  <c:v>45047</c:v>
                </c:pt>
                <c:pt idx="869">
                  <c:v>45048</c:v>
                </c:pt>
                <c:pt idx="870">
                  <c:v>45049</c:v>
                </c:pt>
                <c:pt idx="871">
                  <c:v>45050</c:v>
                </c:pt>
                <c:pt idx="872">
                  <c:v>45051</c:v>
                </c:pt>
                <c:pt idx="873">
                  <c:v>45054</c:v>
                </c:pt>
                <c:pt idx="874">
                  <c:v>45055</c:v>
                </c:pt>
                <c:pt idx="875">
                  <c:v>45056</c:v>
                </c:pt>
                <c:pt idx="876">
                  <c:v>45057</c:v>
                </c:pt>
                <c:pt idx="877">
                  <c:v>45058</c:v>
                </c:pt>
                <c:pt idx="878">
                  <c:v>45061</c:v>
                </c:pt>
                <c:pt idx="879">
                  <c:v>45062</c:v>
                </c:pt>
                <c:pt idx="880">
                  <c:v>45063</c:v>
                </c:pt>
                <c:pt idx="881">
                  <c:v>45064</c:v>
                </c:pt>
                <c:pt idx="882">
                  <c:v>45065</c:v>
                </c:pt>
                <c:pt idx="883">
                  <c:v>45068</c:v>
                </c:pt>
                <c:pt idx="884">
                  <c:v>45069</c:v>
                </c:pt>
                <c:pt idx="885">
                  <c:v>45070</c:v>
                </c:pt>
                <c:pt idx="886">
                  <c:v>45071</c:v>
                </c:pt>
                <c:pt idx="887">
                  <c:v>45072</c:v>
                </c:pt>
                <c:pt idx="888">
                  <c:v>45075</c:v>
                </c:pt>
                <c:pt idx="889">
                  <c:v>45076</c:v>
                </c:pt>
                <c:pt idx="890">
                  <c:v>45077</c:v>
                </c:pt>
                <c:pt idx="891">
                  <c:v>45078</c:v>
                </c:pt>
                <c:pt idx="892">
                  <c:v>45079</c:v>
                </c:pt>
                <c:pt idx="893">
                  <c:v>45082</c:v>
                </c:pt>
                <c:pt idx="894">
                  <c:v>45083</c:v>
                </c:pt>
                <c:pt idx="895">
                  <c:v>45084</c:v>
                </c:pt>
                <c:pt idx="896">
                  <c:v>45085</c:v>
                </c:pt>
                <c:pt idx="897">
                  <c:v>45086</c:v>
                </c:pt>
                <c:pt idx="898">
                  <c:v>45089</c:v>
                </c:pt>
                <c:pt idx="899">
                  <c:v>45090</c:v>
                </c:pt>
                <c:pt idx="900">
                  <c:v>45091</c:v>
                </c:pt>
                <c:pt idx="901">
                  <c:v>45092</c:v>
                </c:pt>
                <c:pt idx="902">
                  <c:v>45093</c:v>
                </c:pt>
                <c:pt idx="903">
                  <c:v>45096</c:v>
                </c:pt>
                <c:pt idx="904">
                  <c:v>45097</c:v>
                </c:pt>
                <c:pt idx="905">
                  <c:v>45098</c:v>
                </c:pt>
                <c:pt idx="906">
                  <c:v>45099</c:v>
                </c:pt>
                <c:pt idx="907">
                  <c:v>45100</c:v>
                </c:pt>
                <c:pt idx="908">
                  <c:v>45103</c:v>
                </c:pt>
                <c:pt idx="909">
                  <c:v>45104</c:v>
                </c:pt>
                <c:pt idx="910">
                  <c:v>45105</c:v>
                </c:pt>
                <c:pt idx="911">
                  <c:v>45106</c:v>
                </c:pt>
                <c:pt idx="912">
                  <c:v>45107</c:v>
                </c:pt>
                <c:pt idx="913">
                  <c:v>45110</c:v>
                </c:pt>
                <c:pt idx="914">
                  <c:v>45111</c:v>
                </c:pt>
                <c:pt idx="915">
                  <c:v>45112</c:v>
                </c:pt>
                <c:pt idx="916">
                  <c:v>45113</c:v>
                </c:pt>
                <c:pt idx="917">
                  <c:v>45114</c:v>
                </c:pt>
                <c:pt idx="918">
                  <c:v>45117</c:v>
                </c:pt>
                <c:pt idx="919">
                  <c:v>45118</c:v>
                </c:pt>
                <c:pt idx="920">
                  <c:v>45119</c:v>
                </c:pt>
                <c:pt idx="921">
                  <c:v>45120</c:v>
                </c:pt>
                <c:pt idx="922">
                  <c:v>45121</c:v>
                </c:pt>
                <c:pt idx="923">
                  <c:v>45124</c:v>
                </c:pt>
                <c:pt idx="924">
                  <c:v>45125</c:v>
                </c:pt>
                <c:pt idx="925">
                  <c:v>45126</c:v>
                </c:pt>
                <c:pt idx="926">
                  <c:v>45127</c:v>
                </c:pt>
                <c:pt idx="927">
                  <c:v>45128</c:v>
                </c:pt>
                <c:pt idx="928">
                  <c:v>45131</c:v>
                </c:pt>
                <c:pt idx="929">
                  <c:v>45132</c:v>
                </c:pt>
                <c:pt idx="930">
                  <c:v>45133</c:v>
                </c:pt>
                <c:pt idx="931">
                  <c:v>45134</c:v>
                </c:pt>
                <c:pt idx="932">
                  <c:v>45135</c:v>
                </c:pt>
                <c:pt idx="933">
                  <c:v>45138</c:v>
                </c:pt>
                <c:pt idx="934">
                  <c:v>45139</c:v>
                </c:pt>
                <c:pt idx="935">
                  <c:v>45140</c:v>
                </c:pt>
                <c:pt idx="936">
                  <c:v>45141</c:v>
                </c:pt>
                <c:pt idx="937">
                  <c:v>45142</c:v>
                </c:pt>
                <c:pt idx="938">
                  <c:v>45145</c:v>
                </c:pt>
                <c:pt idx="939">
                  <c:v>45146</c:v>
                </c:pt>
                <c:pt idx="940">
                  <c:v>45147</c:v>
                </c:pt>
                <c:pt idx="941">
                  <c:v>45148</c:v>
                </c:pt>
                <c:pt idx="942">
                  <c:v>45149</c:v>
                </c:pt>
                <c:pt idx="943">
                  <c:v>45152</c:v>
                </c:pt>
                <c:pt idx="944">
                  <c:v>45153</c:v>
                </c:pt>
                <c:pt idx="945">
                  <c:v>45154</c:v>
                </c:pt>
                <c:pt idx="946">
                  <c:v>45155</c:v>
                </c:pt>
                <c:pt idx="947">
                  <c:v>45156</c:v>
                </c:pt>
                <c:pt idx="948">
                  <c:v>45159</c:v>
                </c:pt>
                <c:pt idx="949">
                  <c:v>45160</c:v>
                </c:pt>
                <c:pt idx="950">
                  <c:v>45161</c:v>
                </c:pt>
                <c:pt idx="951">
                  <c:v>45162</c:v>
                </c:pt>
                <c:pt idx="952">
                  <c:v>45163</c:v>
                </c:pt>
                <c:pt idx="953">
                  <c:v>45166</c:v>
                </c:pt>
                <c:pt idx="954">
                  <c:v>45167</c:v>
                </c:pt>
                <c:pt idx="955">
                  <c:v>45168</c:v>
                </c:pt>
                <c:pt idx="956">
                  <c:v>45169</c:v>
                </c:pt>
                <c:pt idx="957">
                  <c:v>45170</c:v>
                </c:pt>
                <c:pt idx="958">
                  <c:v>45173</c:v>
                </c:pt>
                <c:pt idx="959">
                  <c:v>45174</c:v>
                </c:pt>
                <c:pt idx="960">
                  <c:v>45175</c:v>
                </c:pt>
                <c:pt idx="961">
                  <c:v>45176</c:v>
                </c:pt>
                <c:pt idx="962">
                  <c:v>45177</c:v>
                </c:pt>
                <c:pt idx="963">
                  <c:v>45180</c:v>
                </c:pt>
                <c:pt idx="964">
                  <c:v>45181</c:v>
                </c:pt>
                <c:pt idx="965">
                  <c:v>45182</c:v>
                </c:pt>
                <c:pt idx="966">
                  <c:v>45183</c:v>
                </c:pt>
                <c:pt idx="967">
                  <c:v>45184</c:v>
                </c:pt>
                <c:pt idx="968">
                  <c:v>45187</c:v>
                </c:pt>
                <c:pt idx="969">
                  <c:v>45188</c:v>
                </c:pt>
                <c:pt idx="970">
                  <c:v>45189</c:v>
                </c:pt>
                <c:pt idx="971">
                  <c:v>45190</c:v>
                </c:pt>
                <c:pt idx="972">
                  <c:v>45191</c:v>
                </c:pt>
                <c:pt idx="973">
                  <c:v>45194</c:v>
                </c:pt>
                <c:pt idx="974">
                  <c:v>45195</c:v>
                </c:pt>
                <c:pt idx="975">
                  <c:v>45196</c:v>
                </c:pt>
                <c:pt idx="976">
                  <c:v>45197</c:v>
                </c:pt>
                <c:pt idx="977">
                  <c:v>45198</c:v>
                </c:pt>
                <c:pt idx="978">
                  <c:v>45201</c:v>
                </c:pt>
                <c:pt idx="979">
                  <c:v>45202</c:v>
                </c:pt>
                <c:pt idx="980">
                  <c:v>45203</c:v>
                </c:pt>
                <c:pt idx="981">
                  <c:v>45204</c:v>
                </c:pt>
                <c:pt idx="982">
                  <c:v>45205</c:v>
                </c:pt>
                <c:pt idx="983">
                  <c:v>45208</c:v>
                </c:pt>
                <c:pt idx="984">
                  <c:v>45209</c:v>
                </c:pt>
                <c:pt idx="985">
                  <c:v>45210</c:v>
                </c:pt>
                <c:pt idx="986">
                  <c:v>45211</c:v>
                </c:pt>
                <c:pt idx="987">
                  <c:v>45212</c:v>
                </c:pt>
                <c:pt idx="988">
                  <c:v>45215</c:v>
                </c:pt>
                <c:pt idx="989">
                  <c:v>45216</c:v>
                </c:pt>
                <c:pt idx="990">
                  <c:v>45217</c:v>
                </c:pt>
                <c:pt idx="991">
                  <c:v>45218</c:v>
                </c:pt>
                <c:pt idx="992">
                  <c:v>45219</c:v>
                </c:pt>
                <c:pt idx="993">
                  <c:v>45222</c:v>
                </c:pt>
                <c:pt idx="994">
                  <c:v>45223</c:v>
                </c:pt>
                <c:pt idx="995">
                  <c:v>45224</c:v>
                </c:pt>
                <c:pt idx="996">
                  <c:v>45225</c:v>
                </c:pt>
                <c:pt idx="997">
                  <c:v>45226</c:v>
                </c:pt>
                <c:pt idx="998">
                  <c:v>45229</c:v>
                </c:pt>
                <c:pt idx="999">
                  <c:v>45230</c:v>
                </c:pt>
                <c:pt idx="1000">
                  <c:v>45231</c:v>
                </c:pt>
                <c:pt idx="1001">
                  <c:v>45232</c:v>
                </c:pt>
                <c:pt idx="1002">
                  <c:v>45233</c:v>
                </c:pt>
                <c:pt idx="1003">
                  <c:v>45236</c:v>
                </c:pt>
                <c:pt idx="1004">
                  <c:v>45237</c:v>
                </c:pt>
                <c:pt idx="1005">
                  <c:v>45238</c:v>
                </c:pt>
                <c:pt idx="1006">
                  <c:v>45239</c:v>
                </c:pt>
                <c:pt idx="1007">
                  <c:v>45240</c:v>
                </c:pt>
                <c:pt idx="1008">
                  <c:v>45243</c:v>
                </c:pt>
                <c:pt idx="1009">
                  <c:v>45244</c:v>
                </c:pt>
                <c:pt idx="1010">
                  <c:v>45245</c:v>
                </c:pt>
                <c:pt idx="1011">
                  <c:v>45246</c:v>
                </c:pt>
                <c:pt idx="1012">
                  <c:v>45247</c:v>
                </c:pt>
                <c:pt idx="1013">
                  <c:v>45250</c:v>
                </c:pt>
                <c:pt idx="1014">
                  <c:v>45251</c:v>
                </c:pt>
                <c:pt idx="1015">
                  <c:v>45252</c:v>
                </c:pt>
                <c:pt idx="1016">
                  <c:v>45253</c:v>
                </c:pt>
                <c:pt idx="1017">
                  <c:v>45254</c:v>
                </c:pt>
                <c:pt idx="1018">
                  <c:v>45257</c:v>
                </c:pt>
                <c:pt idx="1019">
                  <c:v>45258</c:v>
                </c:pt>
                <c:pt idx="1020">
                  <c:v>45259</c:v>
                </c:pt>
                <c:pt idx="1021">
                  <c:v>45260</c:v>
                </c:pt>
                <c:pt idx="1022">
                  <c:v>45261</c:v>
                </c:pt>
                <c:pt idx="1023">
                  <c:v>45264</c:v>
                </c:pt>
                <c:pt idx="1024">
                  <c:v>45265</c:v>
                </c:pt>
                <c:pt idx="1025">
                  <c:v>45266</c:v>
                </c:pt>
                <c:pt idx="1026">
                  <c:v>45267</c:v>
                </c:pt>
                <c:pt idx="1027">
                  <c:v>45268</c:v>
                </c:pt>
                <c:pt idx="1028">
                  <c:v>45271</c:v>
                </c:pt>
                <c:pt idx="1029">
                  <c:v>45272</c:v>
                </c:pt>
                <c:pt idx="1030">
                  <c:v>45273</c:v>
                </c:pt>
                <c:pt idx="1031">
                  <c:v>45274</c:v>
                </c:pt>
                <c:pt idx="1032">
                  <c:v>45275</c:v>
                </c:pt>
                <c:pt idx="1033">
                  <c:v>45278</c:v>
                </c:pt>
                <c:pt idx="1034">
                  <c:v>45279</c:v>
                </c:pt>
                <c:pt idx="1035">
                  <c:v>45280</c:v>
                </c:pt>
                <c:pt idx="1036">
                  <c:v>45281</c:v>
                </c:pt>
                <c:pt idx="1037">
                  <c:v>45282</c:v>
                </c:pt>
                <c:pt idx="1038">
                  <c:v>45285</c:v>
                </c:pt>
                <c:pt idx="1039">
                  <c:v>45286</c:v>
                </c:pt>
                <c:pt idx="1040">
                  <c:v>45287</c:v>
                </c:pt>
                <c:pt idx="1041">
                  <c:v>45288</c:v>
                </c:pt>
                <c:pt idx="1042">
                  <c:v>45289</c:v>
                </c:pt>
                <c:pt idx="1043">
                  <c:v>45292</c:v>
                </c:pt>
                <c:pt idx="1044">
                  <c:v>45293</c:v>
                </c:pt>
                <c:pt idx="1045">
                  <c:v>45294</c:v>
                </c:pt>
                <c:pt idx="1046">
                  <c:v>45295</c:v>
                </c:pt>
                <c:pt idx="1047">
                  <c:v>45296</c:v>
                </c:pt>
                <c:pt idx="1048">
                  <c:v>45299</c:v>
                </c:pt>
                <c:pt idx="1049">
                  <c:v>45300</c:v>
                </c:pt>
                <c:pt idx="1050">
                  <c:v>45301</c:v>
                </c:pt>
                <c:pt idx="1051">
                  <c:v>45302</c:v>
                </c:pt>
                <c:pt idx="1052">
                  <c:v>45303</c:v>
                </c:pt>
                <c:pt idx="1053">
                  <c:v>45306</c:v>
                </c:pt>
                <c:pt idx="1054">
                  <c:v>45307</c:v>
                </c:pt>
                <c:pt idx="1055">
                  <c:v>45308</c:v>
                </c:pt>
                <c:pt idx="1056">
                  <c:v>45309</c:v>
                </c:pt>
                <c:pt idx="1057">
                  <c:v>45310</c:v>
                </c:pt>
                <c:pt idx="1058">
                  <c:v>45313</c:v>
                </c:pt>
                <c:pt idx="1059">
                  <c:v>45314</c:v>
                </c:pt>
                <c:pt idx="1060">
                  <c:v>45315</c:v>
                </c:pt>
                <c:pt idx="1061">
                  <c:v>45316</c:v>
                </c:pt>
                <c:pt idx="1062">
                  <c:v>45317</c:v>
                </c:pt>
                <c:pt idx="1063">
                  <c:v>45320</c:v>
                </c:pt>
                <c:pt idx="1064">
                  <c:v>45321</c:v>
                </c:pt>
                <c:pt idx="1065">
                  <c:v>45322</c:v>
                </c:pt>
                <c:pt idx="1066">
                  <c:v>45323</c:v>
                </c:pt>
                <c:pt idx="1067">
                  <c:v>45324</c:v>
                </c:pt>
                <c:pt idx="1068">
                  <c:v>45327</c:v>
                </c:pt>
                <c:pt idx="1069">
                  <c:v>45328</c:v>
                </c:pt>
                <c:pt idx="1070">
                  <c:v>45329</c:v>
                </c:pt>
                <c:pt idx="1071">
                  <c:v>45330</c:v>
                </c:pt>
                <c:pt idx="1072">
                  <c:v>45331</c:v>
                </c:pt>
                <c:pt idx="1073">
                  <c:v>45334</c:v>
                </c:pt>
                <c:pt idx="1074">
                  <c:v>45335</c:v>
                </c:pt>
                <c:pt idx="1075">
                  <c:v>45336</c:v>
                </c:pt>
                <c:pt idx="1076">
                  <c:v>45337</c:v>
                </c:pt>
                <c:pt idx="1077">
                  <c:v>45338</c:v>
                </c:pt>
                <c:pt idx="1078">
                  <c:v>45341</c:v>
                </c:pt>
                <c:pt idx="1079">
                  <c:v>45342</c:v>
                </c:pt>
                <c:pt idx="1080">
                  <c:v>45343</c:v>
                </c:pt>
                <c:pt idx="1081">
                  <c:v>45344</c:v>
                </c:pt>
                <c:pt idx="1082">
                  <c:v>45345</c:v>
                </c:pt>
                <c:pt idx="1083">
                  <c:v>45348</c:v>
                </c:pt>
                <c:pt idx="1084">
                  <c:v>45349</c:v>
                </c:pt>
                <c:pt idx="1085">
                  <c:v>45350</c:v>
                </c:pt>
                <c:pt idx="1086">
                  <c:v>45351</c:v>
                </c:pt>
                <c:pt idx="1087">
                  <c:v>45352</c:v>
                </c:pt>
                <c:pt idx="1088">
                  <c:v>45355</c:v>
                </c:pt>
                <c:pt idx="1089">
                  <c:v>45356</c:v>
                </c:pt>
                <c:pt idx="1090">
                  <c:v>45357</c:v>
                </c:pt>
                <c:pt idx="1091">
                  <c:v>45358</c:v>
                </c:pt>
                <c:pt idx="1092">
                  <c:v>45359</c:v>
                </c:pt>
                <c:pt idx="1093">
                  <c:v>45362</c:v>
                </c:pt>
                <c:pt idx="1094">
                  <c:v>45363</c:v>
                </c:pt>
                <c:pt idx="1095">
                  <c:v>45364</c:v>
                </c:pt>
                <c:pt idx="1096">
                  <c:v>45365</c:v>
                </c:pt>
                <c:pt idx="1097">
                  <c:v>45366</c:v>
                </c:pt>
                <c:pt idx="1098">
                  <c:v>45369</c:v>
                </c:pt>
                <c:pt idx="1099">
                  <c:v>45370</c:v>
                </c:pt>
                <c:pt idx="1100">
                  <c:v>45371</c:v>
                </c:pt>
                <c:pt idx="1101">
                  <c:v>45372</c:v>
                </c:pt>
                <c:pt idx="1102">
                  <c:v>45373</c:v>
                </c:pt>
                <c:pt idx="1103">
                  <c:v>45376</c:v>
                </c:pt>
                <c:pt idx="1104">
                  <c:v>45377</c:v>
                </c:pt>
                <c:pt idx="1105">
                  <c:v>45378</c:v>
                </c:pt>
                <c:pt idx="1106">
                  <c:v>45379</c:v>
                </c:pt>
                <c:pt idx="1107">
                  <c:v>45380</c:v>
                </c:pt>
                <c:pt idx="1108">
                  <c:v>45383</c:v>
                </c:pt>
                <c:pt idx="1109">
                  <c:v>45384</c:v>
                </c:pt>
                <c:pt idx="1110">
                  <c:v>45385</c:v>
                </c:pt>
                <c:pt idx="1111">
                  <c:v>45386</c:v>
                </c:pt>
                <c:pt idx="1112">
                  <c:v>45387</c:v>
                </c:pt>
                <c:pt idx="1113">
                  <c:v>45390</c:v>
                </c:pt>
                <c:pt idx="1114">
                  <c:v>45391</c:v>
                </c:pt>
                <c:pt idx="1115">
                  <c:v>45392</c:v>
                </c:pt>
                <c:pt idx="1116">
                  <c:v>45393</c:v>
                </c:pt>
                <c:pt idx="1117">
                  <c:v>45394</c:v>
                </c:pt>
                <c:pt idx="1118">
                  <c:v>45397</c:v>
                </c:pt>
                <c:pt idx="1119">
                  <c:v>45398</c:v>
                </c:pt>
                <c:pt idx="1120">
                  <c:v>45399</c:v>
                </c:pt>
                <c:pt idx="1121">
                  <c:v>45400</c:v>
                </c:pt>
                <c:pt idx="1122">
                  <c:v>45401</c:v>
                </c:pt>
                <c:pt idx="1123">
                  <c:v>45404</c:v>
                </c:pt>
                <c:pt idx="1124">
                  <c:v>45405</c:v>
                </c:pt>
                <c:pt idx="1125">
                  <c:v>45406</c:v>
                </c:pt>
                <c:pt idx="1126">
                  <c:v>45407</c:v>
                </c:pt>
                <c:pt idx="1127">
                  <c:v>45408</c:v>
                </c:pt>
                <c:pt idx="1128">
                  <c:v>45411</c:v>
                </c:pt>
                <c:pt idx="1129">
                  <c:v>45412</c:v>
                </c:pt>
                <c:pt idx="1130">
                  <c:v>45413</c:v>
                </c:pt>
                <c:pt idx="1131">
                  <c:v>45414</c:v>
                </c:pt>
                <c:pt idx="1132">
                  <c:v>45415</c:v>
                </c:pt>
                <c:pt idx="1133">
                  <c:v>45418</c:v>
                </c:pt>
                <c:pt idx="1134">
                  <c:v>45419</c:v>
                </c:pt>
                <c:pt idx="1135">
                  <c:v>45420</c:v>
                </c:pt>
                <c:pt idx="1136">
                  <c:v>45421</c:v>
                </c:pt>
                <c:pt idx="1137">
                  <c:v>45422</c:v>
                </c:pt>
                <c:pt idx="1138">
                  <c:v>45425</c:v>
                </c:pt>
                <c:pt idx="1139">
                  <c:v>45426</c:v>
                </c:pt>
                <c:pt idx="1140">
                  <c:v>45427</c:v>
                </c:pt>
                <c:pt idx="1141">
                  <c:v>45428</c:v>
                </c:pt>
                <c:pt idx="1142">
                  <c:v>45429</c:v>
                </c:pt>
                <c:pt idx="1143">
                  <c:v>45432</c:v>
                </c:pt>
                <c:pt idx="1144">
                  <c:v>45433</c:v>
                </c:pt>
                <c:pt idx="1145">
                  <c:v>45434</c:v>
                </c:pt>
                <c:pt idx="1146">
                  <c:v>45435</c:v>
                </c:pt>
                <c:pt idx="1147">
                  <c:v>45436</c:v>
                </c:pt>
                <c:pt idx="1148">
                  <c:v>45439</c:v>
                </c:pt>
                <c:pt idx="1149">
                  <c:v>45440</c:v>
                </c:pt>
                <c:pt idx="1150">
                  <c:v>45441</c:v>
                </c:pt>
                <c:pt idx="1151">
                  <c:v>45442</c:v>
                </c:pt>
                <c:pt idx="1152">
                  <c:v>45443</c:v>
                </c:pt>
                <c:pt idx="1153">
                  <c:v>45446</c:v>
                </c:pt>
                <c:pt idx="1154">
                  <c:v>45447</c:v>
                </c:pt>
                <c:pt idx="1155">
                  <c:v>45448</c:v>
                </c:pt>
                <c:pt idx="1156">
                  <c:v>45449</c:v>
                </c:pt>
                <c:pt idx="1157">
                  <c:v>45450</c:v>
                </c:pt>
                <c:pt idx="1158">
                  <c:v>45453</c:v>
                </c:pt>
                <c:pt idx="1159">
                  <c:v>45454</c:v>
                </c:pt>
                <c:pt idx="1160">
                  <c:v>45455</c:v>
                </c:pt>
                <c:pt idx="1161">
                  <c:v>45456</c:v>
                </c:pt>
                <c:pt idx="1162">
                  <c:v>45457</c:v>
                </c:pt>
                <c:pt idx="1163">
                  <c:v>45460</c:v>
                </c:pt>
                <c:pt idx="1164">
                  <c:v>45461</c:v>
                </c:pt>
                <c:pt idx="1165">
                  <c:v>45462</c:v>
                </c:pt>
                <c:pt idx="1166">
                  <c:v>45463</c:v>
                </c:pt>
                <c:pt idx="1167">
                  <c:v>45464</c:v>
                </c:pt>
                <c:pt idx="1168">
                  <c:v>45467</c:v>
                </c:pt>
                <c:pt idx="1169">
                  <c:v>45468</c:v>
                </c:pt>
                <c:pt idx="1170">
                  <c:v>45469</c:v>
                </c:pt>
                <c:pt idx="1171">
                  <c:v>45470</c:v>
                </c:pt>
                <c:pt idx="1172">
                  <c:v>45471</c:v>
                </c:pt>
                <c:pt idx="1173">
                  <c:v>45474</c:v>
                </c:pt>
                <c:pt idx="1174">
                  <c:v>45475</c:v>
                </c:pt>
                <c:pt idx="1175">
                  <c:v>45476</c:v>
                </c:pt>
                <c:pt idx="1176">
                  <c:v>45477</c:v>
                </c:pt>
                <c:pt idx="1177">
                  <c:v>45478</c:v>
                </c:pt>
                <c:pt idx="1178">
                  <c:v>45481</c:v>
                </c:pt>
                <c:pt idx="1179">
                  <c:v>45482</c:v>
                </c:pt>
                <c:pt idx="1180">
                  <c:v>45483</c:v>
                </c:pt>
                <c:pt idx="1181">
                  <c:v>45484</c:v>
                </c:pt>
                <c:pt idx="1182">
                  <c:v>45485</c:v>
                </c:pt>
                <c:pt idx="1183">
                  <c:v>45488</c:v>
                </c:pt>
                <c:pt idx="1184">
                  <c:v>45489</c:v>
                </c:pt>
                <c:pt idx="1185">
                  <c:v>45490</c:v>
                </c:pt>
                <c:pt idx="1186">
                  <c:v>45491</c:v>
                </c:pt>
                <c:pt idx="1187">
                  <c:v>45492</c:v>
                </c:pt>
                <c:pt idx="1188">
                  <c:v>45495</c:v>
                </c:pt>
                <c:pt idx="1189">
                  <c:v>45496</c:v>
                </c:pt>
                <c:pt idx="1190">
                  <c:v>45497</c:v>
                </c:pt>
                <c:pt idx="1191">
                  <c:v>45498</c:v>
                </c:pt>
                <c:pt idx="1192">
                  <c:v>45499</c:v>
                </c:pt>
                <c:pt idx="1193">
                  <c:v>45502</c:v>
                </c:pt>
                <c:pt idx="1194">
                  <c:v>45503</c:v>
                </c:pt>
                <c:pt idx="1195">
                  <c:v>45504</c:v>
                </c:pt>
                <c:pt idx="1196">
                  <c:v>45505</c:v>
                </c:pt>
                <c:pt idx="1197">
                  <c:v>45506</c:v>
                </c:pt>
                <c:pt idx="1198">
                  <c:v>45509</c:v>
                </c:pt>
                <c:pt idx="1199">
                  <c:v>45510</c:v>
                </c:pt>
                <c:pt idx="1200">
                  <c:v>45511</c:v>
                </c:pt>
                <c:pt idx="1201">
                  <c:v>45512</c:v>
                </c:pt>
                <c:pt idx="1202">
                  <c:v>45513</c:v>
                </c:pt>
                <c:pt idx="1203">
                  <c:v>45516</c:v>
                </c:pt>
                <c:pt idx="1204">
                  <c:v>45517</c:v>
                </c:pt>
                <c:pt idx="1205">
                  <c:v>45518</c:v>
                </c:pt>
                <c:pt idx="1206">
                  <c:v>45519</c:v>
                </c:pt>
                <c:pt idx="1207">
                  <c:v>45520</c:v>
                </c:pt>
                <c:pt idx="1208">
                  <c:v>45523</c:v>
                </c:pt>
                <c:pt idx="1209">
                  <c:v>45524</c:v>
                </c:pt>
                <c:pt idx="1210">
                  <c:v>45525</c:v>
                </c:pt>
                <c:pt idx="1211">
                  <c:v>45526</c:v>
                </c:pt>
                <c:pt idx="1212">
                  <c:v>45527</c:v>
                </c:pt>
                <c:pt idx="1213">
                  <c:v>45530</c:v>
                </c:pt>
                <c:pt idx="1214">
                  <c:v>45531</c:v>
                </c:pt>
                <c:pt idx="1215">
                  <c:v>45532</c:v>
                </c:pt>
                <c:pt idx="1216">
                  <c:v>45533</c:v>
                </c:pt>
                <c:pt idx="1217">
                  <c:v>45534</c:v>
                </c:pt>
                <c:pt idx="1218">
                  <c:v>45537</c:v>
                </c:pt>
                <c:pt idx="1219">
                  <c:v>45538</c:v>
                </c:pt>
                <c:pt idx="1220">
                  <c:v>45539</c:v>
                </c:pt>
                <c:pt idx="1221">
                  <c:v>45540</c:v>
                </c:pt>
                <c:pt idx="1222">
                  <c:v>45541</c:v>
                </c:pt>
                <c:pt idx="1223">
                  <c:v>45544</c:v>
                </c:pt>
                <c:pt idx="1224">
                  <c:v>45545</c:v>
                </c:pt>
                <c:pt idx="1225">
                  <c:v>45546</c:v>
                </c:pt>
                <c:pt idx="1226">
                  <c:v>45547</c:v>
                </c:pt>
                <c:pt idx="1227">
                  <c:v>45548</c:v>
                </c:pt>
                <c:pt idx="1228">
                  <c:v>45551</c:v>
                </c:pt>
                <c:pt idx="1229">
                  <c:v>45552</c:v>
                </c:pt>
                <c:pt idx="1230">
                  <c:v>45553</c:v>
                </c:pt>
                <c:pt idx="1231">
                  <c:v>45554</c:v>
                </c:pt>
                <c:pt idx="1232">
                  <c:v>45555</c:v>
                </c:pt>
                <c:pt idx="1233">
                  <c:v>45558</c:v>
                </c:pt>
                <c:pt idx="1234">
                  <c:v>45559</c:v>
                </c:pt>
                <c:pt idx="1235">
                  <c:v>45560</c:v>
                </c:pt>
                <c:pt idx="1236">
                  <c:v>45561</c:v>
                </c:pt>
                <c:pt idx="1237">
                  <c:v>45562</c:v>
                </c:pt>
                <c:pt idx="1238">
                  <c:v>45565</c:v>
                </c:pt>
                <c:pt idx="1239">
                  <c:v>45566</c:v>
                </c:pt>
                <c:pt idx="1240">
                  <c:v>45567</c:v>
                </c:pt>
                <c:pt idx="1241">
                  <c:v>45568</c:v>
                </c:pt>
                <c:pt idx="1242">
                  <c:v>45569</c:v>
                </c:pt>
                <c:pt idx="1243">
                  <c:v>45572</c:v>
                </c:pt>
                <c:pt idx="1244">
                  <c:v>45573</c:v>
                </c:pt>
                <c:pt idx="1245">
                  <c:v>45574</c:v>
                </c:pt>
                <c:pt idx="1246">
                  <c:v>45575</c:v>
                </c:pt>
                <c:pt idx="1247">
                  <c:v>45576</c:v>
                </c:pt>
                <c:pt idx="1248">
                  <c:v>45579</c:v>
                </c:pt>
                <c:pt idx="1249">
                  <c:v>45580</c:v>
                </c:pt>
                <c:pt idx="1250">
                  <c:v>45581</c:v>
                </c:pt>
                <c:pt idx="1251">
                  <c:v>45582</c:v>
                </c:pt>
                <c:pt idx="1252">
                  <c:v>45583</c:v>
                </c:pt>
                <c:pt idx="1253">
                  <c:v>45586</c:v>
                </c:pt>
                <c:pt idx="1254">
                  <c:v>45587</c:v>
                </c:pt>
                <c:pt idx="1255">
                  <c:v>45588</c:v>
                </c:pt>
                <c:pt idx="1256">
                  <c:v>45589</c:v>
                </c:pt>
                <c:pt idx="1257">
                  <c:v>45590</c:v>
                </c:pt>
                <c:pt idx="1258">
                  <c:v>45593</c:v>
                </c:pt>
                <c:pt idx="1259">
                  <c:v>45594</c:v>
                </c:pt>
                <c:pt idx="1260">
                  <c:v>45595</c:v>
                </c:pt>
                <c:pt idx="1261">
                  <c:v>45596</c:v>
                </c:pt>
                <c:pt idx="1262">
                  <c:v>45597</c:v>
                </c:pt>
                <c:pt idx="1263">
                  <c:v>45600</c:v>
                </c:pt>
                <c:pt idx="1264">
                  <c:v>45601</c:v>
                </c:pt>
                <c:pt idx="1265">
                  <c:v>45602</c:v>
                </c:pt>
                <c:pt idx="1266">
                  <c:v>45603</c:v>
                </c:pt>
                <c:pt idx="1267">
                  <c:v>45604</c:v>
                </c:pt>
                <c:pt idx="1268">
                  <c:v>45607</c:v>
                </c:pt>
                <c:pt idx="1269">
                  <c:v>45608</c:v>
                </c:pt>
                <c:pt idx="1270">
                  <c:v>45609</c:v>
                </c:pt>
                <c:pt idx="1271">
                  <c:v>45610</c:v>
                </c:pt>
                <c:pt idx="1272">
                  <c:v>45611</c:v>
                </c:pt>
                <c:pt idx="1273">
                  <c:v>45614</c:v>
                </c:pt>
                <c:pt idx="1274">
                  <c:v>45615</c:v>
                </c:pt>
                <c:pt idx="1275">
                  <c:v>45616</c:v>
                </c:pt>
                <c:pt idx="1276">
                  <c:v>45617</c:v>
                </c:pt>
                <c:pt idx="1277">
                  <c:v>45618</c:v>
                </c:pt>
                <c:pt idx="1278">
                  <c:v>45621</c:v>
                </c:pt>
                <c:pt idx="1279">
                  <c:v>45622</c:v>
                </c:pt>
                <c:pt idx="1280">
                  <c:v>45623</c:v>
                </c:pt>
                <c:pt idx="1281">
                  <c:v>45624</c:v>
                </c:pt>
                <c:pt idx="1282">
                  <c:v>45625</c:v>
                </c:pt>
                <c:pt idx="1283">
                  <c:v>45628</c:v>
                </c:pt>
                <c:pt idx="1284">
                  <c:v>45629</c:v>
                </c:pt>
                <c:pt idx="1285">
                  <c:v>45630</c:v>
                </c:pt>
                <c:pt idx="1286">
                  <c:v>45631</c:v>
                </c:pt>
                <c:pt idx="1287">
                  <c:v>45632</c:v>
                </c:pt>
                <c:pt idx="1288">
                  <c:v>45635</c:v>
                </c:pt>
                <c:pt idx="1289">
                  <c:v>45636</c:v>
                </c:pt>
                <c:pt idx="1290">
                  <c:v>45637</c:v>
                </c:pt>
                <c:pt idx="1291">
                  <c:v>45638</c:v>
                </c:pt>
                <c:pt idx="1292">
                  <c:v>45639</c:v>
                </c:pt>
                <c:pt idx="1293">
                  <c:v>45642</c:v>
                </c:pt>
                <c:pt idx="1294">
                  <c:v>45643</c:v>
                </c:pt>
                <c:pt idx="1295">
                  <c:v>45644</c:v>
                </c:pt>
                <c:pt idx="1296">
                  <c:v>45645</c:v>
                </c:pt>
                <c:pt idx="1297">
                  <c:v>45646</c:v>
                </c:pt>
                <c:pt idx="1298">
                  <c:v>45649</c:v>
                </c:pt>
                <c:pt idx="1299">
                  <c:v>45650</c:v>
                </c:pt>
                <c:pt idx="1300">
                  <c:v>45651</c:v>
                </c:pt>
                <c:pt idx="1301">
                  <c:v>45652</c:v>
                </c:pt>
                <c:pt idx="1302">
                  <c:v>45653</c:v>
                </c:pt>
                <c:pt idx="1303">
                  <c:v>45656</c:v>
                </c:pt>
                <c:pt idx="1304">
                  <c:v>45657</c:v>
                </c:pt>
                <c:pt idx="1305">
                  <c:v>45658</c:v>
                </c:pt>
                <c:pt idx="1306">
                  <c:v>45659</c:v>
                </c:pt>
                <c:pt idx="1307">
                  <c:v>45660</c:v>
                </c:pt>
                <c:pt idx="1308">
                  <c:v>45663</c:v>
                </c:pt>
                <c:pt idx="1309">
                  <c:v>45664</c:v>
                </c:pt>
                <c:pt idx="1310">
                  <c:v>45665</c:v>
                </c:pt>
                <c:pt idx="1311">
                  <c:v>45666</c:v>
                </c:pt>
                <c:pt idx="1312">
                  <c:v>45667</c:v>
                </c:pt>
                <c:pt idx="1313">
                  <c:v>45670</c:v>
                </c:pt>
                <c:pt idx="1314">
                  <c:v>45671</c:v>
                </c:pt>
                <c:pt idx="1315">
                  <c:v>45672</c:v>
                </c:pt>
                <c:pt idx="1316">
                  <c:v>45673</c:v>
                </c:pt>
                <c:pt idx="1317">
                  <c:v>45674</c:v>
                </c:pt>
                <c:pt idx="1318">
                  <c:v>45677</c:v>
                </c:pt>
                <c:pt idx="1319">
                  <c:v>45678</c:v>
                </c:pt>
                <c:pt idx="1320">
                  <c:v>45679</c:v>
                </c:pt>
                <c:pt idx="1321">
                  <c:v>45680</c:v>
                </c:pt>
                <c:pt idx="1322">
                  <c:v>45681</c:v>
                </c:pt>
                <c:pt idx="1323">
                  <c:v>45684</c:v>
                </c:pt>
                <c:pt idx="1324">
                  <c:v>45685</c:v>
                </c:pt>
                <c:pt idx="1325">
                  <c:v>45686</c:v>
                </c:pt>
                <c:pt idx="1326">
                  <c:v>45687</c:v>
                </c:pt>
                <c:pt idx="1327">
                  <c:v>45688</c:v>
                </c:pt>
                <c:pt idx="1328">
                  <c:v>45691</c:v>
                </c:pt>
                <c:pt idx="1329">
                  <c:v>45692</c:v>
                </c:pt>
                <c:pt idx="1330">
                  <c:v>45693</c:v>
                </c:pt>
                <c:pt idx="1331">
                  <c:v>45694</c:v>
                </c:pt>
                <c:pt idx="1332">
                  <c:v>45695</c:v>
                </c:pt>
                <c:pt idx="1333">
                  <c:v>45698</c:v>
                </c:pt>
                <c:pt idx="1334">
                  <c:v>45699</c:v>
                </c:pt>
                <c:pt idx="1335">
                  <c:v>45700</c:v>
                </c:pt>
                <c:pt idx="1336">
                  <c:v>45701</c:v>
                </c:pt>
                <c:pt idx="1337">
                  <c:v>45702</c:v>
                </c:pt>
                <c:pt idx="1338">
                  <c:v>45705</c:v>
                </c:pt>
                <c:pt idx="1339">
                  <c:v>45706</c:v>
                </c:pt>
                <c:pt idx="1340">
                  <c:v>45707</c:v>
                </c:pt>
                <c:pt idx="1341">
                  <c:v>45708</c:v>
                </c:pt>
                <c:pt idx="1342">
                  <c:v>45709</c:v>
                </c:pt>
                <c:pt idx="1343">
                  <c:v>45712</c:v>
                </c:pt>
                <c:pt idx="1344">
                  <c:v>45713</c:v>
                </c:pt>
                <c:pt idx="1345">
                  <c:v>45714</c:v>
                </c:pt>
                <c:pt idx="1346">
                  <c:v>45715</c:v>
                </c:pt>
                <c:pt idx="1347">
                  <c:v>45716</c:v>
                </c:pt>
                <c:pt idx="1348">
                  <c:v>45719</c:v>
                </c:pt>
                <c:pt idx="1349">
                  <c:v>45720</c:v>
                </c:pt>
                <c:pt idx="1350">
                  <c:v>45721</c:v>
                </c:pt>
                <c:pt idx="1351">
                  <c:v>45722</c:v>
                </c:pt>
                <c:pt idx="1352">
                  <c:v>45723</c:v>
                </c:pt>
                <c:pt idx="1353">
                  <c:v>45726</c:v>
                </c:pt>
                <c:pt idx="1354">
                  <c:v>45727</c:v>
                </c:pt>
                <c:pt idx="1355">
                  <c:v>45728</c:v>
                </c:pt>
                <c:pt idx="1356">
                  <c:v>45729</c:v>
                </c:pt>
                <c:pt idx="1357">
                  <c:v>45730</c:v>
                </c:pt>
                <c:pt idx="1358">
                  <c:v>45733</c:v>
                </c:pt>
                <c:pt idx="1359">
                  <c:v>45734</c:v>
                </c:pt>
                <c:pt idx="1360">
                  <c:v>45735</c:v>
                </c:pt>
                <c:pt idx="1361">
                  <c:v>45736</c:v>
                </c:pt>
                <c:pt idx="1362">
                  <c:v>45737</c:v>
                </c:pt>
                <c:pt idx="1363">
                  <c:v>45740</c:v>
                </c:pt>
                <c:pt idx="1364">
                  <c:v>45741</c:v>
                </c:pt>
                <c:pt idx="1365">
                  <c:v>45742</c:v>
                </c:pt>
                <c:pt idx="1366">
                  <c:v>45743</c:v>
                </c:pt>
                <c:pt idx="1367">
                  <c:v>45744</c:v>
                </c:pt>
                <c:pt idx="1368">
                  <c:v>45747</c:v>
                </c:pt>
                <c:pt idx="1369">
                  <c:v>45748</c:v>
                </c:pt>
                <c:pt idx="1370">
                  <c:v>45749</c:v>
                </c:pt>
                <c:pt idx="1371">
                  <c:v>45750</c:v>
                </c:pt>
                <c:pt idx="1372">
                  <c:v>45751</c:v>
                </c:pt>
                <c:pt idx="1373">
                  <c:v>45754</c:v>
                </c:pt>
                <c:pt idx="1374">
                  <c:v>45755</c:v>
                </c:pt>
                <c:pt idx="1375">
                  <c:v>45756</c:v>
                </c:pt>
                <c:pt idx="1376">
                  <c:v>45757</c:v>
                </c:pt>
                <c:pt idx="1377">
                  <c:v>45758</c:v>
                </c:pt>
                <c:pt idx="1378">
                  <c:v>45761</c:v>
                </c:pt>
                <c:pt idx="1379">
                  <c:v>45762</c:v>
                </c:pt>
                <c:pt idx="1380">
                  <c:v>45763</c:v>
                </c:pt>
                <c:pt idx="1381">
                  <c:v>45764</c:v>
                </c:pt>
                <c:pt idx="1382">
                  <c:v>45765</c:v>
                </c:pt>
                <c:pt idx="1383">
                  <c:v>45768</c:v>
                </c:pt>
                <c:pt idx="1384">
                  <c:v>45769</c:v>
                </c:pt>
                <c:pt idx="1385">
                  <c:v>45770</c:v>
                </c:pt>
                <c:pt idx="1386">
                  <c:v>45771</c:v>
                </c:pt>
                <c:pt idx="1387">
                  <c:v>45772</c:v>
                </c:pt>
                <c:pt idx="1388">
                  <c:v>45775</c:v>
                </c:pt>
                <c:pt idx="1389">
                  <c:v>45776</c:v>
                </c:pt>
                <c:pt idx="1390">
                  <c:v>45777</c:v>
                </c:pt>
                <c:pt idx="1391">
                  <c:v>45778</c:v>
                </c:pt>
                <c:pt idx="1392">
                  <c:v>45779</c:v>
                </c:pt>
                <c:pt idx="1393">
                  <c:v>45782</c:v>
                </c:pt>
                <c:pt idx="1394">
                  <c:v>45783</c:v>
                </c:pt>
                <c:pt idx="1395">
                  <c:v>45784</c:v>
                </c:pt>
                <c:pt idx="1396">
                  <c:v>45785</c:v>
                </c:pt>
                <c:pt idx="1397">
                  <c:v>45786</c:v>
                </c:pt>
                <c:pt idx="1398">
                  <c:v>45789</c:v>
                </c:pt>
                <c:pt idx="1399">
                  <c:v>45790</c:v>
                </c:pt>
                <c:pt idx="1400">
                  <c:v>45791</c:v>
                </c:pt>
                <c:pt idx="1401">
                  <c:v>45792</c:v>
                </c:pt>
                <c:pt idx="1402">
                  <c:v>45793</c:v>
                </c:pt>
                <c:pt idx="1403">
                  <c:v>45796</c:v>
                </c:pt>
                <c:pt idx="1404">
                  <c:v>45797</c:v>
                </c:pt>
                <c:pt idx="1405">
                  <c:v>45798</c:v>
                </c:pt>
                <c:pt idx="1406">
                  <c:v>45799</c:v>
                </c:pt>
                <c:pt idx="1407">
                  <c:v>45800</c:v>
                </c:pt>
                <c:pt idx="1408">
                  <c:v>45803</c:v>
                </c:pt>
                <c:pt idx="1409">
                  <c:v>45804</c:v>
                </c:pt>
                <c:pt idx="1410">
                  <c:v>45805</c:v>
                </c:pt>
                <c:pt idx="1411">
                  <c:v>45806</c:v>
                </c:pt>
                <c:pt idx="1412">
                  <c:v>45807</c:v>
                </c:pt>
                <c:pt idx="1413">
                  <c:v>45810</c:v>
                </c:pt>
                <c:pt idx="1414">
                  <c:v>45811</c:v>
                </c:pt>
                <c:pt idx="1415">
                  <c:v>45812</c:v>
                </c:pt>
                <c:pt idx="1416">
                  <c:v>45813</c:v>
                </c:pt>
                <c:pt idx="1417">
                  <c:v>45814</c:v>
                </c:pt>
                <c:pt idx="1418">
                  <c:v>45817</c:v>
                </c:pt>
                <c:pt idx="1419">
                  <c:v>45818</c:v>
                </c:pt>
                <c:pt idx="1420">
                  <c:v>45819</c:v>
                </c:pt>
                <c:pt idx="1421">
                  <c:v>45820</c:v>
                </c:pt>
                <c:pt idx="1422">
                  <c:v>45821</c:v>
                </c:pt>
                <c:pt idx="1423">
                  <c:v>45824</c:v>
                </c:pt>
                <c:pt idx="1424">
                  <c:v>45825</c:v>
                </c:pt>
                <c:pt idx="1425">
                  <c:v>45826</c:v>
                </c:pt>
                <c:pt idx="1426">
                  <c:v>45827</c:v>
                </c:pt>
                <c:pt idx="1427">
                  <c:v>45828</c:v>
                </c:pt>
                <c:pt idx="1428">
                  <c:v>45831</c:v>
                </c:pt>
                <c:pt idx="1429">
                  <c:v>45832</c:v>
                </c:pt>
                <c:pt idx="1430">
                  <c:v>45833</c:v>
                </c:pt>
                <c:pt idx="1431">
                  <c:v>45834</c:v>
                </c:pt>
                <c:pt idx="1432">
                  <c:v>45835</c:v>
                </c:pt>
                <c:pt idx="1433">
                  <c:v>45838</c:v>
                </c:pt>
                <c:pt idx="1434">
                  <c:v>45839</c:v>
                </c:pt>
                <c:pt idx="1435">
                  <c:v>45840</c:v>
                </c:pt>
                <c:pt idx="1436">
                  <c:v>45841</c:v>
                </c:pt>
                <c:pt idx="1437">
                  <c:v>45842</c:v>
                </c:pt>
                <c:pt idx="1438">
                  <c:v>45845</c:v>
                </c:pt>
                <c:pt idx="1439">
                  <c:v>45846</c:v>
                </c:pt>
                <c:pt idx="1440">
                  <c:v>45847</c:v>
                </c:pt>
                <c:pt idx="1441">
                  <c:v>45848</c:v>
                </c:pt>
                <c:pt idx="1442">
                  <c:v>45849</c:v>
                </c:pt>
                <c:pt idx="1443">
                  <c:v>45852</c:v>
                </c:pt>
                <c:pt idx="1444">
                  <c:v>45853</c:v>
                </c:pt>
                <c:pt idx="1445">
                  <c:v>45854</c:v>
                </c:pt>
                <c:pt idx="1446">
                  <c:v>45855</c:v>
                </c:pt>
                <c:pt idx="1447">
                  <c:v>45856</c:v>
                </c:pt>
                <c:pt idx="1448">
                  <c:v>45859</c:v>
                </c:pt>
                <c:pt idx="1449">
                  <c:v>45860</c:v>
                </c:pt>
                <c:pt idx="1450">
                  <c:v>45861</c:v>
                </c:pt>
                <c:pt idx="1451">
                  <c:v>45862</c:v>
                </c:pt>
                <c:pt idx="1452">
                  <c:v>45863</c:v>
                </c:pt>
                <c:pt idx="1453">
                  <c:v>45866</c:v>
                </c:pt>
                <c:pt idx="1454">
                  <c:v>45867</c:v>
                </c:pt>
                <c:pt idx="1455">
                  <c:v>45868</c:v>
                </c:pt>
                <c:pt idx="1456">
                  <c:v>45869</c:v>
                </c:pt>
                <c:pt idx="1457">
                  <c:v>45870</c:v>
                </c:pt>
                <c:pt idx="1458">
                  <c:v>45873</c:v>
                </c:pt>
                <c:pt idx="1459">
                  <c:v>45874</c:v>
                </c:pt>
                <c:pt idx="1460">
                  <c:v>45875</c:v>
                </c:pt>
                <c:pt idx="1461">
                  <c:v>45876</c:v>
                </c:pt>
                <c:pt idx="1462">
                  <c:v>45877</c:v>
                </c:pt>
                <c:pt idx="1463">
                  <c:v>45880</c:v>
                </c:pt>
                <c:pt idx="1464">
                  <c:v>45881</c:v>
                </c:pt>
                <c:pt idx="1465">
                  <c:v>45882</c:v>
                </c:pt>
                <c:pt idx="1466">
                  <c:v>45883</c:v>
                </c:pt>
                <c:pt idx="1467">
                  <c:v>45884</c:v>
                </c:pt>
                <c:pt idx="1468">
                  <c:v>45887</c:v>
                </c:pt>
                <c:pt idx="1469">
                  <c:v>45888</c:v>
                </c:pt>
                <c:pt idx="1470">
                  <c:v>45889</c:v>
                </c:pt>
                <c:pt idx="1471">
                  <c:v>45890</c:v>
                </c:pt>
                <c:pt idx="1472">
                  <c:v>45891</c:v>
                </c:pt>
                <c:pt idx="1473">
                  <c:v>45894</c:v>
                </c:pt>
                <c:pt idx="1474">
                  <c:v>45895</c:v>
                </c:pt>
                <c:pt idx="1475">
                  <c:v>45896</c:v>
                </c:pt>
                <c:pt idx="1476">
                  <c:v>45897</c:v>
                </c:pt>
                <c:pt idx="1477">
                  <c:v>45898</c:v>
                </c:pt>
                <c:pt idx="1478">
                  <c:v>45901</c:v>
                </c:pt>
                <c:pt idx="1479">
                  <c:v>45902</c:v>
                </c:pt>
                <c:pt idx="1480">
                  <c:v>45903</c:v>
                </c:pt>
                <c:pt idx="1481">
                  <c:v>45904</c:v>
                </c:pt>
                <c:pt idx="1482">
                  <c:v>45905</c:v>
                </c:pt>
                <c:pt idx="1483">
                  <c:v>45908</c:v>
                </c:pt>
                <c:pt idx="1484">
                  <c:v>45909</c:v>
                </c:pt>
                <c:pt idx="1485">
                  <c:v>45910</c:v>
                </c:pt>
                <c:pt idx="1486">
                  <c:v>45911</c:v>
                </c:pt>
                <c:pt idx="1487">
                  <c:v>45912</c:v>
                </c:pt>
                <c:pt idx="1488">
                  <c:v>45915</c:v>
                </c:pt>
                <c:pt idx="1489">
                  <c:v>45916</c:v>
                </c:pt>
                <c:pt idx="1490">
                  <c:v>45917</c:v>
                </c:pt>
                <c:pt idx="1491">
                  <c:v>45918</c:v>
                </c:pt>
                <c:pt idx="1492">
                  <c:v>45919</c:v>
                </c:pt>
                <c:pt idx="1493">
                  <c:v>45922</c:v>
                </c:pt>
                <c:pt idx="1494">
                  <c:v>45923</c:v>
                </c:pt>
                <c:pt idx="1495">
                  <c:v>45924</c:v>
                </c:pt>
                <c:pt idx="1496">
                  <c:v>45925</c:v>
                </c:pt>
                <c:pt idx="1497">
                  <c:v>45926</c:v>
                </c:pt>
                <c:pt idx="1498">
                  <c:v>45929</c:v>
                </c:pt>
                <c:pt idx="1499">
                  <c:v>45930</c:v>
                </c:pt>
                <c:pt idx="1500">
                  <c:v>45931</c:v>
                </c:pt>
                <c:pt idx="1501">
                  <c:v>45932</c:v>
                </c:pt>
                <c:pt idx="1502">
                  <c:v>45933</c:v>
                </c:pt>
                <c:pt idx="1503">
                  <c:v>45936</c:v>
                </c:pt>
                <c:pt idx="1504">
                  <c:v>45937</c:v>
                </c:pt>
                <c:pt idx="1505">
                  <c:v>45938</c:v>
                </c:pt>
                <c:pt idx="1506">
                  <c:v>45939</c:v>
                </c:pt>
                <c:pt idx="1507">
                  <c:v>45940</c:v>
                </c:pt>
                <c:pt idx="1508">
                  <c:v>45943</c:v>
                </c:pt>
                <c:pt idx="1509">
                  <c:v>45944</c:v>
                </c:pt>
                <c:pt idx="1510">
                  <c:v>45945</c:v>
                </c:pt>
                <c:pt idx="1511">
                  <c:v>45946</c:v>
                </c:pt>
                <c:pt idx="1512">
                  <c:v>45947</c:v>
                </c:pt>
                <c:pt idx="1513">
                  <c:v>45950</c:v>
                </c:pt>
                <c:pt idx="1514">
                  <c:v>45951</c:v>
                </c:pt>
                <c:pt idx="1515">
                  <c:v>45952</c:v>
                </c:pt>
                <c:pt idx="1516">
                  <c:v>45953</c:v>
                </c:pt>
                <c:pt idx="1517">
                  <c:v>45954</c:v>
                </c:pt>
                <c:pt idx="1518">
                  <c:v>45957</c:v>
                </c:pt>
                <c:pt idx="1519">
                  <c:v>45958</c:v>
                </c:pt>
                <c:pt idx="1520">
                  <c:v>45959</c:v>
                </c:pt>
                <c:pt idx="1521">
                  <c:v>45960</c:v>
                </c:pt>
                <c:pt idx="1522">
                  <c:v>45961</c:v>
                </c:pt>
                <c:pt idx="1523">
                  <c:v>45964</c:v>
                </c:pt>
                <c:pt idx="1524">
                  <c:v>45965</c:v>
                </c:pt>
                <c:pt idx="1525">
                  <c:v>45966</c:v>
                </c:pt>
                <c:pt idx="1526">
                  <c:v>45967</c:v>
                </c:pt>
                <c:pt idx="1527">
                  <c:v>45968</c:v>
                </c:pt>
                <c:pt idx="1528">
                  <c:v>45971</c:v>
                </c:pt>
                <c:pt idx="1529">
                  <c:v>45972</c:v>
                </c:pt>
                <c:pt idx="1530">
                  <c:v>45973</c:v>
                </c:pt>
                <c:pt idx="1531">
                  <c:v>45974</c:v>
                </c:pt>
                <c:pt idx="1532">
                  <c:v>45975</c:v>
                </c:pt>
                <c:pt idx="1533">
                  <c:v>45978</c:v>
                </c:pt>
                <c:pt idx="1534">
                  <c:v>45979</c:v>
                </c:pt>
                <c:pt idx="1535">
                  <c:v>45980</c:v>
                </c:pt>
                <c:pt idx="1536">
                  <c:v>45981</c:v>
                </c:pt>
                <c:pt idx="1537">
                  <c:v>45982</c:v>
                </c:pt>
                <c:pt idx="1538">
                  <c:v>45985</c:v>
                </c:pt>
                <c:pt idx="1539">
                  <c:v>45986</c:v>
                </c:pt>
                <c:pt idx="1540">
                  <c:v>45987</c:v>
                </c:pt>
                <c:pt idx="1541">
                  <c:v>45988</c:v>
                </c:pt>
                <c:pt idx="1542">
                  <c:v>45989</c:v>
                </c:pt>
                <c:pt idx="1543">
                  <c:v>45992</c:v>
                </c:pt>
                <c:pt idx="1544">
                  <c:v>45993</c:v>
                </c:pt>
                <c:pt idx="1545">
                  <c:v>45994</c:v>
                </c:pt>
                <c:pt idx="1546">
                  <c:v>45995</c:v>
                </c:pt>
                <c:pt idx="1547">
                  <c:v>45996</c:v>
                </c:pt>
                <c:pt idx="1548">
                  <c:v>45999</c:v>
                </c:pt>
                <c:pt idx="1549">
                  <c:v>46000</c:v>
                </c:pt>
                <c:pt idx="1550">
                  <c:v>46001</c:v>
                </c:pt>
                <c:pt idx="1551">
                  <c:v>46002</c:v>
                </c:pt>
                <c:pt idx="1552">
                  <c:v>46003</c:v>
                </c:pt>
                <c:pt idx="1553">
                  <c:v>46006</c:v>
                </c:pt>
                <c:pt idx="1554">
                  <c:v>46007</c:v>
                </c:pt>
                <c:pt idx="1555">
                  <c:v>46008</c:v>
                </c:pt>
                <c:pt idx="1556">
                  <c:v>46009</c:v>
                </c:pt>
                <c:pt idx="1557">
                  <c:v>46010</c:v>
                </c:pt>
                <c:pt idx="1558">
                  <c:v>46013</c:v>
                </c:pt>
                <c:pt idx="1559">
                  <c:v>46014</c:v>
                </c:pt>
                <c:pt idx="1560">
                  <c:v>46015</c:v>
                </c:pt>
                <c:pt idx="1561">
                  <c:v>46016</c:v>
                </c:pt>
                <c:pt idx="1562">
                  <c:v>46017</c:v>
                </c:pt>
                <c:pt idx="1563">
                  <c:v>46020</c:v>
                </c:pt>
                <c:pt idx="1564">
                  <c:v>46021</c:v>
                </c:pt>
                <c:pt idx="1565">
                  <c:v>46022</c:v>
                </c:pt>
                <c:pt idx="1566">
                  <c:v>46023</c:v>
                </c:pt>
                <c:pt idx="1567">
                  <c:v>46024</c:v>
                </c:pt>
                <c:pt idx="1568">
                  <c:v>46027</c:v>
                </c:pt>
                <c:pt idx="1569">
                  <c:v>46028</c:v>
                </c:pt>
                <c:pt idx="1570">
                  <c:v>46029</c:v>
                </c:pt>
                <c:pt idx="1571">
                  <c:v>46030</c:v>
                </c:pt>
                <c:pt idx="1572">
                  <c:v>46031</c:v>
                </c:pt>
                <c:pt idx="1573">
                  <c:v>46034</c:v>
                </c:pt>
                <c:pt idx="1574">
                  <c:v>46035</c:v>
                </c:pt>
                <c:pt idx="1575">
                  <c:v>46036</c:v>
                </c:pt>
                <c:pt idx="1576">
                  <c:v>46037</c:v>
                </c:pt>
                <c:pt idx="1577">
                  <c:v>46038</c:v>
                </c:pt>
                <c:pt idx="1578">
                  <c:v>46041</c:v>
                </c:pt>
                <c:pt idx="1579">
                  <c:v>46042</c:v>
                </c:pt>
                <c:pt idx="1580">
                  <c:v>46043</c:v>
                </c:pt>
                <c:pt idx="1581">
                  <c:v>46044</c:v>
                </c:pt>
                <c:pt idx="1582">
                  <c:v>46045</c:v>
                </c:pt>
                <c:pt idx="1583">
                  <c:v>46048</c:v>
                </c:pt>
                <c:pt idx="1584">
                  <c:v>46049</c:v>
                </c:pt>
                <c:pt idx="1585">
                  <c:v>46050</c:v>
                </c:pt>
                <c:pt idx="1586">
                  <c:v>46051</c:v>
                </c:pt>
                <c:pt idx="1587">
                  <c:v>46052</c:v>
                </c:pt>
                <c:pt idx="1588">
                  <c:v>46055</c:v>
                </c:pt>
                <c:pt idx="1589">
                  <c:v>46056</c:v>
                </c:pt>
                <c:pt idx="1590">
                  <c:v>46057</c:v>
                </c:pt>
                <c:pt idx="1591">
                  <c:v>46058</c:v>
                </c:pt>
                <c:pt idx="1592">
                  <c:v>46059</c:v>
                </c:pt>
                <c:pt idx="1593">
                  <c:v>46062</c:v>
                </c:pt>
                <c:pt idx="1594">
                  <c:v>46063</c:v>
                </c:pt>
                <c:pt idx="1595">
                  <c:v>46064</c:v>
                </c:pt>
                <c:pt idx="1596">
                  <c:v>46065</c:v>
                </c:pt>
                <c:pt idx="1597">
                  <c:v>46066</c:v>
                </c:pt>
                <c:pt idx="1598">
                  <c:v>46069</c:v>
                </c:pt>
                <c:pt idx="1599">
                  <c:v>46070</c:v>
                </c:pt>
                <c:pt idx="1600">
                  <c:v>46071</c:v>
                </c:pt>
                <c:pt idx="1601">
                  <c:v>46072</c:v>
                </c:pt>
                <c:pt idx="1602">
                  <c:v>46073</c:v>
                </c:pt>
                <c:pt idx="1603">
                  <c:v>46076</c:v>
                </c:pt>
                <c:pt idx="1604">
                  <c:v>46077</c:v>
                </c:pt>
                <c:pt idx="1605">
                  <c:v>46078</c:v>
                </c:pt>
                <c:pt idx="1606">
                  <c:v>46079</c:v>
                </c:pt>
                <c:pt idx="1607">
                  <c:v>46080</c:v>
                </c:pt>
                <c:pt idx="1608">
                  <c:v>46083</c:v>
                </c:pt>
                <c:pt idx="1609">
                  <c:v>46084</c:v>
                </c:pt>
                <c:pt idx="1610">
                  <c:v>46085</c:v>
                </c:pt>
                <c:pt idx="1611">
                  <c:v>46086</c:v>
                </c:pt>
                <c:pt idx="1612">
                  <c:v>46087</c:v>
                </c:pt>
                <c:pt idx="1613">
                  <c:v>46090</c:v>
                </c:pt>
                <c:pt idx="1614">
                  <c:v>46091</c:v>
                </c:pt>
                <c:pt idx="1615">
                  <c:v>46092</c:v>
                </c:pt>
                <c:pt idx="1616">
                  <c:v>46093</c:v>
                </c:pt>
                <c:pt idx="1617">
                  <c:v>46094</c:v>
                </c:pt>
                <c:pt idx="1618">
                  <c:v>46097</c:v>
                </c:pt>
                <c:pt idx="1619">
                  <c:v>46098</c:v>
                </c:pt>
                <c:pt idx="1620">
                  <c:v>46099</c:v>
                </c:pt>
                <c:pt idx="1621">
                  <c:v>46100</c:v>
                </c:pt>
                <c:pt idx="1622">
                  <c:v>46101</c:v>
                </c:pt>
                <c:pt idx="1623">
                  <c:v>46104</c:v>
                </c:pt>
                <c:pt idx="1624">
                  <c:v>46105</c:v>
                </c:pt>
                <c:pt idx="1625">
                  <c:v>46106</c:v>
                </c:pt>
                <c:pt idx="1626">
                  <c:v>46107</c:v>
                </c:pt>
                <c:pt idx="1627">
                  <c:v>46108</c:v>
                </c:pt>
                <c:pt idx="1628">
                  <c:v>46111</c:v>
                </c:pt>
                <c:pt idx="1629">
                  <c:v>46112</c:v>
                </c:pt>
                <c:pt idx="1630">
                  <c:v>46113</c:v>
                </c:pt>
                <c:pt idx="1631">
                  <c:v>46114</c:v>
                </c:pt>
                <c:pt idx="1632">
                  <c:v>46115</c:v>
                </c:pt>
                <c:pt idx="1633">
                  <c:v>46118</c:v>
                </c:pt>
                <c:pt idx="1634">
                  <c:v>46119</c:v>
                </c:pt>
                <c:pt idx="1635">
                  <c:v>46120</c:v>
                </c:pt>
                <c:pt idx="1636">
                  <c:v>46121</c:v>
                </c:pt>
                <c:pt idx="1637">
                  <c:v>46122</c:v>
                </c:pt>
                <c:pt idx="1638">
                  <c:v>46125</c:v>
                </c:pt>
                <c:pt idx="1639">
                  <c:v>46126</c:v>
                </c:pt>
                <c:pt idx="1640">
                  <c:v>46127</c:v>
                </c:pt>
                <c:pt idx="1641">
                  <c:v>46128</c:v>
                </c:pt>
                <c:pt idx="1642">
                  <c:v>46129</c:v>
                </c:pt>
                <c:pt idx="1643">
                  <c:v>46132</c:v>
                </c:pt>
                <c:pt idx="1644">
                  <c:v>46133</c:v>
                </c:pt>
                <c:pt idx="1645">
                  <c:v>46134</c:v>
                </c:pt>
                <c:pt idx="1646">
                  <c:v>46135</c:v>
                </c:pt>
                <c:pt idx="1647">
                  <c:v>46136</c:v>
                </c:pt>
                <c:pt idx="1648">
                  <c:v>46139</c:v>
                </c:pt>
                <c:pt idx="1649">
                  <c:v>46140</c:v>
                </c:pt>
                <c:pt idx="1650">
                  <c:v>46141</c:v>
                </c:pt>
                <c:pt idx="1651">
                  <c:v>46142</c:v>
                </c:pt>
                <c:pt idx="1652">
                  <c:v>46143</c:v>
                </c:pt>
                <c:pt idx="1653">
                  <c:v>46146</c:v>
                </c:pt>
                <c:pt idx="1654">
                  <c:v>46147</c:v>
                </c:pt>
                <c:pt idx="1655">
                  <c:v>46148</c:v>
                </c:pt>
                <c:pt idx="1656">
                  <c:v>46149</c:v>
                </c:pt>
                <c:pt idx="1657">
                  <c:v>46150</c:v>
                </c:pt>
                <c:pt idx="1658">
                  <c:v>46153</c:v>
                </c:pt>
                <c:pt idx="1659">
                  <c:v>46154</c:v>
                </c:pt>
                <c:pt idx="1660">
                  <c:v>46155</c:v>
                </c:pt>
                <c:pt idx="1661">
                  <c:v>46156</c:v>
                </c:pt>
                <c:pt idx="1662">
                  <c:v>46157</c:v>
                </c:pt>
                <c:pt idx="1663">
                  <c:v>46160</c:v>
                </c:pt>
                <c:pt idx="1664">
                  <c:v>46161</c:v>
                </c:pt>
                <c:pt idx="1665">
                  <c:v>46162</c:v>
                </c:pt>
                <c:pt idx="1666">
                  <c:v>46163</c:v>
                </c:pt>
                <c:pt idx="1667">
                  <c:v>46164</c:v>
                </c:pt>
                <c:pt idx="1668">
                  <c:v>46167</c:v>
                </c:pt>
                <c:pt idx="1669">
                  <c:v>46168</c:v>
                </c:pt>
                <c:pt idx="1670">
                  <c:v>46169</c:v>
                </c:pt>
                <c:pt idx="1671">
                  <c:v>46170</c:v>
                </c:pt>
                <c:pt idx="1672">
                  <c:v>46171</c:v>
                </c:pt>
                <c:pt idx="1673">
                  <c:v>46174</c:v>
                </c:pt>
                <c:pt idx="1674">
                  <c:v>46175</c:v>
                </c:pt>
                <c:pt idx="1675">
                  <c:v>46176</c:v>
                </c:pt>
                <c:pt idx="1676">
                  <c:v>46177</c:v>
                </c:pt>
                <c:pt idx="1677">
                  <c:v>46178</c:v>
                </c:pt>
                <c:pt idx="1678">
                  <c:v>46181</c:v>
                </c:pt>
                <c:pt idx="1679">
                  <c:v>46182</c:v>
                </c:pt>
                <c:pt idx="1680">
                  <c:v>46183</c:v>
                </c:pt>
                <c:pt idx="1681">
                  <c:v>46184</c:v>
                </c:pt>
                <c:pt idx="1682">
                  <c:v>46185</c:v>
                </c:pt>
                <c:pt idx="1683">
                  <c:v>46188</c:v>
                </c:pt>
                <c:pt idx="1684">
                  <c:v>46189</c:v>
                </c:pt>
                <c:pt idx="1685">
                  <c:v>46190</c:v>
                </c:pt>
                <c:pt idx="1686">
                  <c:v>46191</c:v>
                </c:pt>
                <c:pt idx="1687">
                  <c:v>46192</c:v>
                </c:pt>
                <c:pt idx="1688">
                  <c:v>46195</c:v>
                </c:pt>
                <c:pt idx="1689">
                  <c:v>46196</c:v>
                </c:pt>
                <c:pt idx="1690">
                  <c:v>46197</c:v>
                </c:pt>
                <c:pt idx="1691">
                  <c:v>46198</c:v>
                </c:pt>
                <c:pt idx="1692">
                  <c:v>46199</c:v>
                </c:pt>
                <c:pt idx="1693">
                  <c:v>46202</c:v>
                </c:pt>
                <c:pt idx="1694">
                  <c:v>46203</c:v>
                </c:pt>
                <c:pt idx="1695">
                  <c:v>46204</c:v>
                </c:pt>
                <c:pt idx="1696">
                  <c:v>46205</c:v>
                </c:pt>
                <c:pt idx="1697">
                  <c:v>46206</c:v>
                </c:pt>
                <c:pt idx="1698">
                  <c:v>46209</c:v>
                </c:pt>
                <c:pt idx="1699">
                  <c:v>46210</c:v>
                </c:pt>
                <c:pt idx="1700">
                  <c:v>46211</c:v>
                </c:pt>
                <c:pt idx="1701">
                  <c:v>46212</c:v>
                </c:pt>
                <c:pt idx="1702">
                  <c:v>46213</c:v>
                </c:pt>
                <c:pt idx="1703">
                  <c:v>46216</c:v>
                </c:pt>
                <c:pt idx="1704">
                  <c:v>46217</c:v>
                </c:pt>
                <c:pt idx="1705">
                  <c:v>46218</c:v>
                </c:pt>
                <c:pt idx="1706">
                  <c:v>46219</c:v>
                </c:pt>
                <c:pt idx="1707">
                  <c:v>46220</c:v>
                </c:pt>
                <c:pt idx="1708">
                  <c:v>46223</c:v>
                </c:pt>
                <c:pt idx="1709">
                  <c:v>46224</c:v>
                </c:pt>
                <c:pt idx="1710">
                  <c:v>46225</c:v>
                </c:pt>
                <c:pt idx="1711">
                  <c:v>46226</c:v>
                </c:pt>
                <c:pt idx="1712">
                  <c:v>46227</c:v>
                </c:pt>
                <c:pt idx="1713">
                  <c:v>46230</c:v>
                </c:pt>
                <c:pt idx="1714">
                  <c:v>46231</c:v>
                </c:pt>
                <c:pt idx="1715">
                  <c:v>46232</c:v>
                </c:pt>
                <c:pt idx="1716">
                  <c:v>46233</c:v>
                </c:pt>
                <c:pt idx="1717">
                  <c:v>46234</c:v>
                </c:pt>
                <c:pt idx="1718">
                  <c:v>46237</c:v>
                </c:pt>
                <c:pt idx="1719">
                  <c:v>46238</c:v>
                </c:pt>
                <c:pt idx="1720">
                  <c:v>46239</c:v>
                </c:pt>
                <c:pt idx="1721">
                  <c:v>46240</c:v>
                </c:pt>
                <c:pt idx="1722">
                  <c:v>46241</c:v>
                </c:pt>
                <c:pt idx="1723">
                  <c:v>46244</c:v>
                </c:pt>
                <c:pt idx="1724">
                  <c:v>46245</c:v>
                </c:pt>
                <c:pt idx="1725">
                  <c:v>46246</c:v>
                </c:pt>
                <c:pt idx="1726">
                  <c:v>46247</c:v>
                </c:pt>
                <c:pt idx="1727">
                  <c:v>46248</c:v>
                </c:pt>
                <c:pt idx="1728">
                  <c:v>46251</c:v>
                </c:pt>
                <c:pt idx="1729">
                  <c:v>46252</c:v>
                </c:pt>
                <c:pt idx="1730">
                  <c:v>46253</c:v>
                </c:pt>
                <c:pt idx="1731">
                  <c:v>46254</c:v>
                </c:pt>
                <c:pt idx="1732">
                  <c:v>46255</c:v>
                </c:pt>
              </c:numCache>
            </c:numRef>
          </c:cat>
          <c:val>
            <c:numRef>
              <c:f>Sheet3!$I$4:$I$1736</c:f>
              <c:numCache>
                <c:formatCode>General</c:formatCode>
                <c:ptCount val="1733"/>
                <c:pt idx="0">
                  <c:v>1.1109967828013638</c:v>
                </c:pt>
                <c:pt idx="1">
                  <c:v>1.1038572889991376</c:v>
                </c:pt>
                <c:pt idx="2">
                  <c:v>1.1258218305157892</c:v>
                </c:pt>
                <c:pt idx="3">
                  <c:v>1.1099717798696402</c:v>
                </c:pt>
                <c:pt idx="4">
                  <c:v>1.1116079497151732</c:v>
                </c:pt>
                <c:pt idx="5">
                  <c:v>1.1097269096825375</c:v>
                </c:pt>
                <c:pt idx="6">
                  <c:v>1.1133560586743252</c:v>
                </c:pt>
                <c:pt idx="7">
                  <c:v>1.1202110219859545</c:v>
                </c:pt>
                <c:pt idx="8">
                  <c:v>1.1189468078024098</c:v>
                </c:pt>
                <c:pt idx="9">
                  <c:v>1.1281353140792787</c:v>
                </c:pt>
                <c:pt idx="10">
                  <c:v>1.1358277634098009</c:v>
                </c:pt>
                <c:pt idx="11">
                  <c:v>1.1432823043946416</c:v>
                </c:pt>
                <c:pt idx="12">
                  <c:v>1.136195557433771</c:v>
                </c:pt>
                <c:pt idx="13">
                  <c:v>1.1633854125568794</c:v>
                </c:pt>
                <c:pt idx="14">
                  <c:v>1.1796273957914487</c:v>
                </c:pt>
                <c:pt idx="15">
                  <c:v>1.1783843214136691</c:v>
                </c:pt>
                <c:pt idx="16">
                  <c:v>1.1719674749908342</c:v>
                </c:pt>
                <c:pt idx="17">
                  <c:v>1.1697662887177283</c:v>
                </c:pt>
                <c:pt idx="18">
                  <c:v>1.1587995357770646</c:v>
                </c:pt>
                <c:pt idx="19">
                  <c:v>1.1563549000633988</c:v>
                </c:pt>
                <c:pt idx="20">
                  <c:v>1.1533009369882139</c:v>
                </c:pt>
                <c:pt idx="21">
                  <c:v>1.1449728462274447</c:v>
                </c:pt>
                <c:pt idx="22">
                  <c:v>1.1445263863614596</c:v>
                </c:pt>
                <c:pt idx="23">
                  <c:v>1.1551875046647171</c:v>
                </c:pt>
                <c:pt idx="24">
                  <c:v>1.1376646795225471</c:v>
                </c:pt>
                <c:pt idx="25">
                  <c:v>1.1432921921116179</c:v>
                </c:pt>
                <c:pt idx="26">
                  <c:v>1.1222995338782678</c:v>
                </c:pt>
                <c:pt idx="27">
                  <c:v>1.1071908716807819</c:v>
                </c:pt>
                <c:pt idx="28">
                  <c:v>1.0818117832153356</c:v>
                </c:pt>
                <c:pt idx="29">
                  <c:v>1.0874748538485426</c:v>
                </c:pt>
                <c:pt idx="30">
                  <c:v>1.0891776861716367</c:v>
                </c:pt>
                <c:pt idx="31">
                  <c:v>1.0955225494303515</c:v>
                </c:pt>
                <c:pt idx="32">
                  <c:v>1.1024405601105987</c:v>
                </c:pt>
                <c:pt idx="33">
                  <c:v>1.1090077041812012</c:v>
                </c:pt>
                <c:pt idx="34">
                  <c:v>1.1119996721960816</c:v>
                </c:pt>
                <c:pt idx="35">
                  <c:v>1.1128757646520453</c:v>
                </c:pt>
                <c:pt idx="36">
                  <c:v>1.1123163625420622</c:v>
                </c:pt>
                <c:pt idx="37">
                  <c:v>1.1175034987693981</c:v>
                </c:pt>
                <c:pt idx="38">
                  <c:v>1.1194475550578575</c:v>
                </c:pt>
                <c:pt idx="39">
                  <c:v>1.1178179604598719</c:v>
                </c:pt>
                <c:pt idx="40">
                  <c:v>1.1133684679334916</c:v>
                </c:pt>
                <c:pt idx="41">
                  <c:v>1.1020433030988448</c:v>
                </c:pt>
                <c:pt idx="42">
                  <c:v>1.0944710491946017</c:v>
                </c:pt>
                <c:pt idx="43">
                  <c:v>1.112673883984312</c:v>
                </c:pt>
                <c:pt idx="44">
                  <c:v>1.1076796696343332</c:v>
                </c:pt>
                <c:pt idx="45">
                  <c:v>1.1136426481931569</c:v>
                </c:pt>
                <c:pt idx="46">
                  <c:v>1.0964115471151281</c:v>
                </c:pt>
                <c:pt idx="47">
                  <c:v>1.1047085808948853</c:v>
                </c:pt>
                <c:pt idx="48">
                  <c:v>1.0684043409426602</c:v>
                </c:pt>
                <c:pt idx="49">
                  <c:v>1.0598110197570254</c:v>
                </c:pt>
                <c:pt idx="50">
                  <c:v>1.071605504182791</c:v>
                </c:pt>
                <c:pt idx="51">
                  <c:v>1.0402743671836954</c:v>
                </c:pt>
                <c:pt idx="52">
                  <c:v>1.0112587520266658</c:v>
                </c:pt>
                <c:pt idx="53">
                  <c:v>1.0005783092715368</c:v>
                </c:pt>
                <c:pt idx="54">
                  <c:v>0.97884177196460809</c:v>
                </c:pt>
                <c:pt idx="55">
                  <c:v>0.89833416049888881</c:v>
                </c:pt>
                <c:pt idx="56">
                  <c:v>0.91634668995045165</c:v>
                </c:pt>
                <c:pt idx="57">
                  <c:v>0.93052568505975886</c:v>
                </c:pt>
                <c:pt idx="58">
                  <c:v>0.93680721947287104</c:v>
                </c:pt>
                <c:pt idx="59">
                  <c:v>0.90403657270622062</c:v>
                </c:pt>
                <c:pt idx="60">
                  <c:v>0.9375878653348132</c:v>
                </c:pt>
                <c:pt idx="61">
                  <c:v>0.96389837003502343</c:v>
                </c:pt>
                <c:pt idx="62">
                  <c:v>0.97886930272425732</c:v>
                </c:pt>
                <c:pt idx="63">
                  <c:v>0.97155692698643192</c:v>
                </c:pt>
                <c:pt idx="64">
                  <c:v>0.96119872358137159</c:v>
                </c:pt>
                <c:pt idx="65">
                  <c:v>0.93684289788503716</c:v>
                </c:pt>
                <c:pt idx="66">
                  <c:v>0.91785115332801803</c:v>
                </c:pt>
                <c:pt idx="67">
                  <c:v>0.91136945291767779</c:v>
                </c:pt>
                <c:pt idx="68">
                  <c:v>0.8897854198231212</c:v>
                </c:pt>
                <c:pt idx="69">
                  <c:v>0.89810301784895463</c:v>
                </c:pt>
                <c:pt idx="70">
                  <c:v>0.90576650308948914</c:v>
                </c:pt>
                <c:pt idx="71">
                  <c:v>0.91930936991853318</c:v>
                </c:pt>
                <c:pt idx="72">
                  <c:v>0.91926065265396262</c:v>
                </c:pt>
                <c:pt idx="73">
                  <c:v>0.91627439147052914</c:v>
                </c:pt>
                <c:pt idx="74">
                  <c:v>0.94214229867083665</c:v>
                </c:pt>
                <c:pt idx="75">
                  <c:v>0.95805480349170602</c:v>
                </c:pt>
                <c:pt idx="76">
                  <c:v>0.93563678499947334</c:v>
                </c:pt>
                <c:pt idx="77">
                  <c:v>0.95202058064567041</c:v>
                </c:pt>
                <c:pt idx="78">
                  <c:v>0.94869427388701655</c:v>
                </c:pt>
                <c:pt idx="79">
                  <c:v>0.94114637033642645</c:v>
                </c:pt>
                <c:pt idx="80">
                  <c:v>0.9411681526576664</c:v>
                </c:pt>
                <c:pt idx="81">
                  <c:v>0.94111694294453041</c:v>
                </c:pt>
                <c:pt idx="82">
                  <c:v>0.93611080173744243</c:v>
                </c:pt>
                <c:pt idx="83">
                  <c:v>0.92293611291811017</c:v>
                </c:pt>
                <c:pt idx="84">
                  <c:v>0.960306658751647</c:v>
                </c:pt>
                <c:pt idx="85">
                  <c:v>0.94897336857084769</c:v>
                </c:pt>
                <c:pt idx="86">
                  <c:v>0.94950600528289786</c:v>
                </c:pt>
                <c:pt idx="87">
                  <c:v>1.1796125932372847</c:v>
                </c:pt>
                <c:pt idx="88">
                  <c:v>1.2206012770485988</c:v>
                </c:pt>
                <c:pt idx="89">
                  <c:v>1.1976269902544903</c:v>
                </c:pt>
                <c:pt idx="90">
                  <c:v>1.1771136601839989</c:v>
                </c:pt>
                <c:pt idx="91">
                  <c:v>1.1624328714204188</c:v>
                </c:pt>
                <c:pt idx="92">
                  <c:v>1.1388777955271565</c:v>
                </c:pt>
                <c:pt idx="93">
                  <c:v>1.131980863997698</c:v>
                </c:pt>
                <c:pt idx="94">
                  <c:v>1.1227142397378507</c:v>
                </c:pt>
                <c:pt idx="95">
                  <c:v>1.1090088704301901</c:v>
                </c:pt>
                <c:pt idx="96">
                  <c:v>1.2134179693122606</c:v>
                </c:pt>
                <c:pt idx="97">
                  <c:v>1.1562567028441508</c:v>
                </c:pt>
                <c:pt idx="98">
                  <c:v>1.1577899859590768</c:v>
                </c:pt>
                <c:pt idx="99">
                  <c:v>1.2558406398592747</c:v>
                </c:pt>
                <c:pt idx="100">
                  <c:v>1.3203788506746748</c:v>
                </c:pt>
                <c:pt idx="101">
                  <c:v>1.2978722022317195</c:v>
                </c:pt>
                <c:pt idx="102">
                  <c:v>1.2970055641847387</c:v>
                </c:pt>
                <c:pt idx="103">
                  <c:v>1.3119690778296376</c:v>
                </c:pt>
                <c:pt idx="104">
                  <c:v>1.3044759507759243</c:v>
                </c:pt>
                <c:pt idx="105">
                  <c:v>1.3991659439410993</c:v>
                </c:pt>
                <c:pt idx="106">
                  <c:v>1.4486959014044138</c:v>
                </c:pt>
                <c:pt idx="107">
                  <c:v>1.4593979633705101</c:v>
                </c:pt>
                <c:pt idx="108">
                  <c:v>1.502150809716599</c:v>
                </c:pt>
                <c:pt idx="109">
                  <c:v>1.5161547806999525</c:v>
                </c:pt>
                <c:pt idx="110">
                  <c:v>1.5489714619320718</c:v>
                </c:pt>
                <c:pt idx="111">
                  <c:v>1.5455847418133872</c:v>
                </c:pt>
                <c:pt idx="112">
                  <c:v>1.5607910032139447</c:v>
                </c:pt>
                <c:pt idx="113">
                  <c:v>1.5298128450249093</c:v>
                </c:pt>
                <c:pt idx="114">
                  <c:v>1.4999118368393776</c:v>
                </c:pt>
                <c:pt idx="115">
                  <c:v>1.4700826859075633</c:v>
                </c:pt>
                <c:pt idx="116">
                  <c:v>1.4833584440487604</c:v>
                </c:pt>
                <c:pt idx="117">
                  <c:v>1.4663495705212501</c:v>
                </c:pt>
                <c:pt idx="118">
                  <c:v>1.4983366787703825</c:v>
                </c:pt>
                <c:pt idx="119">
                  <c:v>1.4861467735605765</c:v>
                </c:pt>
                <c:pt idx="120">
                  <c:v>1.5011727998330064</c:v>
                </c:pt>
                <c:pt idx="121">
                  <c:v>1.4795252387448841</c:v>
                </c:pt>
                <c:pt idx="122">
                  <c:v>1.4835227887842373</c:v>
                </c:pt>
                <c:pt idx="123">
                  <c:v>1.4609668039476387</c:v>
                </c:pt>
                <c:pt idx="124">
                  <c:v>1.455263899149124</c:v>
                </c:pt>
                <c:pt idx="125">
                  <c:v>1.4416410026091793</c:v>
                </c:pt>
                <c:pt idx="126">
                  <c:v>1.4033546620322828</c:v>
                </c:pt>
                <c:pt idx="127">
                  <c:v>1.389347851944766</c:v>
                </c:pt>
                <c:pt idx="128">
                  <c:v>1.4226238700324065</c:v>
                </c:pt>
                <c:pt idx="129">
                  <c:v>1.4420179066685979</c:v>
                </c:pt>
                <c:pt idx="130">
                  <c:v>1.4286363223403289</c:v>
                </c:pt>
                <c:pt idx="131">
                  <c:v>1.4221398418582727</c:v>
                </c:pt>
                <c:pt idx="132">
                  <c:v>1.4364623722713739</c:v>
                </c:pt>
                <c:pt idx="133">
                  <c:v>1.4521326313454828</c:v>
                </c:pt>
                <c:pt idx="134">
                  <c:v>1.4549240358811519</c:v>
                </c:pt>
                <c:pt idx="135">
                  <c:v>1.4767688685456644</c:v>
                </c:pt>
                <c:pt idx="136">
                  <c:v>1.5060911846358827</c:v>
                </c:pt>
                <c:pt idx="137">
                  <c:v>1.5008897214989068</c:v>
                </c:pt>
                <c:pt idx="138">
                  <c:v>1.5174471228373161</c:v>
                </c:pt>
                <c:pt idx="139">
                  <c:v>1.5190861529180493</c:v>
                </c:pt>
                <c:pt idx="140">
                  <c:v>1.512439325083436</c:v>
                </c:pt>
                <c:pt idx="141">
                  <c:v>1.5195150489443277</c:v>
                </c:pt>
                <c:pt idx="142">
                  <c:v>1.5473462851061435</c:v>
                </c:pt>
                <c:pt idx="143">
                  <c:v>1.500115526209046</c:v>
                </c:pt>
                <c:pt idx="144">
                  <c:v>1.4901986051762084</c:v>
                </c:pt>
                <c:pt idx="145">
                  <c:v>1.4518715088042704</c:v>
                </c:pt>
                <c:pt idx="146">
                  <c:v>1.4470952260017311</c:v>
                </c:pt>
                <c:pt idx="147">
                  <c:v>1.440599870717518</c:v>
                </c:pt>
                <c:pt idx="148">
                  <c:v>1.4060647780246702</c:v>
                </c:pt>
                <c:pt idx="149">
                  <c:v>1.4059218217862046</c:v>
                </c:pt>
                <c:pt idx="150">
                  <c:v>1.3939026964011134</c:v>
                </c:pt>
                <c:pt idx="151">
                  <c:v>1.421176386396978</c:v>
                </c:pt>
                <c:pt idx="152">
                  <c:v>1.4749080906662435</c:v>
                </c:pt>
                <c:pt idx="153">
                  <c:v>1.4512602263394239</c:v>
                </c:pt>
                <c:pt idx="154">
                  <c:v>1.4530624067505753</c:v>
                </c:pt>
                <c:pt idx="155">
                  <c:v>1.4472299414651453</c:v>
                </c:pt>
                <c:pt idx="156">
                  <c:v>1.47614447599586</c:v>
                </c:pt>
                <c:pt idx="157">
                  <c:v>1.4838108511052053</c:v>
                </c:pt>
                <c:pt idx="158">
                  <c:v>1.5070743086902096</c:v>
                </c:pt>
                <c:pt idx="159">
                  <c:v>1.5296777375863204</c:v>
                </c:pt>
                <c:pt idx="160">
                  <c:v>1.5058274801854674</c:v>
                </c:pt>
                <c:pt idx="161">
                  <c:v>1.5575808112464185</c:v>
                </c:pt>
                <c:pt idx="162">
                  <c:v>1.5564514319059162</c:v>
                </c:pt>
                <c:pt idx="163">
                  <c:v>1.5217120371118318</c:v>
                </c:pt>
                <c:pt idx="164">
                  <c:v>1.5563371958871963</c:v>
                </c:pt>
                <c:pt idx="165">
                  <c:v>1.5654268987106337</c:v>
                </c:pt>
                <c:pt idx="166">
                  <c:v>1.573234043283898</c:v>
                </c:pt>
                <c:pt idx="167">
                  <c:v>1.6034938816818476</c:v>
                </c:pt>
                <c:pt idx="168">
                  <c:v>1.5779575480413894</c:v>
                </c:pt>
                <c:pt idx="169">
                  <c:v>1.5805348709182048</c:v>
                </c:pt>
                <c:pt idx="170">
                  <c:v>1.586437592714077</c:v>
                </c:pt>
                <c:pt idx="171">
                  <c:v>1.5756320746308565</c:v>
                </c:pt>
                <c:pt idx="172">
                  <c:v>1.5847162058394246</c:v>
                </c:pt>
                <c:pt idx="173">
                  <c:v>1.6150164122114161</c:v>
                </c:pt>
                <c:pt idx="174">
                  <c:v>1.5870594860547143</c:v>
                </c:pt>
                <c:pt idx="175">
                  <c:v>1.6033249599817745</c:v>
                </c:pt>
                <c:pt idx="176">
                  <c:v>1.6050640916498433</c:v>
                </c:pt>
                <c:pt idx="177">
                  <c:v>1.5996966939642099</c:v>
                </c:pt>
                <c:pt idx="178">
                  <c:v>1.5808623080969917</c:v>
                </c:pt>
                <c:pt idx="179">
                  <c:v>1.6060201561770004</c:v>
                </c:pt>
                <c:pt idx="180">
                  <c:v>1.5560172462521875</c:v>
                </c:pt>
                <c:pt idx="181">
                  <c:v>1.5614009034094423</c:v>
                </c:pt>
                <c:pt idx="182">
                  <c:v>1.5676741048002198</c:v>
                </c:pt>
                <c:pt idx="183">
                  <c:v>1.5927167058241622</c:v>
                </c:pt>
                <c:pt idx="184">
                  <c:v>1.5797215817314214</c:v>
                </c:pt>
                <c:pt idx="185">
                  <c:v>1.5886982292730307</c:v>
                </c:pt>
                <c:pt idx="186">
                  <c:v>1.5706097348002892</c:v>
                </c:pt>
                <c:pt idx="187">
                  <c:v>1.5668640254853059</c:v>
                </c:pt>
                <c:pt idx="188">
                  <c:v>1.5658343345131018</c:v>
                </c:pt>
                <c:pt idx="189">
                  <c:v>1.5644964658582454</c:v>
                </c:pt>
                <c:pt idx="190">
                  <c:v>1.5815628520843392</c:v>
                </c:pt>
                <c:pt idx="191">
                  <c:v>1.5733865187033742</c:v>
                </c:pt>
                <c:pt idx="192">
                  <c:v>1.5675524214262364</c:v>
                </c:pt>
                <c:pt idx="193">
                  <c:v>1.5787710500504235</c:v>
                </c:pt>
                <c:pt idx="194">
                  <c:v>1.5713446571050957</c:v>
                </c:pt>
                <c:pt idx="195">
                  <c:v>1.624700921267743</c:v>
                </c:pt>
                <c:pt idx="196">
                  <c:v>1.650738864628821</c:v>
                </c:pt>
                <c:pt idx="197">
                  <c:v>1.6509395672080722</c:v>
                </c:pt>
                <c:pt idx="198">
                  <c:v>1.673803686168414</c:v>
                </c:pt>
                <c:pt idx="199">
                  <c:v>1.6777345974262612</c:v>
                </c:pt>
                <c:pt idx="200">
                  <c:v>1.6636900084298962</c:v>
                </c:pt>
                <c:pt idx="201">
                  <c:v>1.6753925231019859</c:v>
                </c:pt>
                <c:pt idx="202">
                  <c:v>1.70941162239663</c:v>
                </c:pt>
                <c:pt idx="203">
                  <c:v>1.6993259716047611</c:v>
                </c:pt>
                <c:pt idx="204">
                  <c:v>1.6825951742627345</c:v>
                </c:pt>
                <c:pt idx="205">
                  <c:v>1.6827350597326591</c:v>
                </c:pt>
                <c:pt idx="206">
                  <c:v>1.8913203853192788</c:v>
                </c:pt>
                <c:pt idx="207">
                  <c:v>1.9082493033410899</c:v>
                </c:pt>
                <c:pt idx="208">
                  <c:v>1.8909652576848608</c:v>
                </c:pt>
                <c:pt idx="209">
                  <c:v>1.9087009145664584</c:v>
                </c:pt>
                <c:pt idx="210">
                  <c:v>1.9032889810494789</c:v>
                </c:pt>
                <c:pt idx="211">
                  <c:v>1.8955058825208153</c:v>
                </c:pt>
                <c:pt idx="212">
                  <c:v>1.9037710374504522</c:v>
                </c:pt>
                <c:pt idx="213">
                  <c:v>1.8587959434051295</c:v>
                </c:pt>
                <c:pt idx="214">
                  <c:v>1.8712843439128375</c:v>
                </c:pt>
                <c:pt idx="215">
                  <c:v>1.8439922330097087</c:v>
                </c:pt>
                <c:pt idx="216">
                  <c:v>1.8458041985117044</c:v>
                </c:pt>
                <c:pt idx="217">
                  <c:v>1.8230777852499438</c:v>
                </c:pt>
                <c:pt idx="218">
                  <c:v>1.8290033900483604</c:v>
                </c:pt>
                <c:pt idx="219">
                  <c:v>1.8534042955218242</c:v>
                </c:pt>
                <c:pt idx="220">
                  <c:v>1.8804216867469878</c:v>
                </c:pt>
                <c:pt idx="221">
                  <c:v>1.8683025969138125</c:v>
                </c:pt>
                <c:pt idx="222">
                  <c:v>1.881710017640656</c:v>
                </c:pt>
                <c:pt idx="223">
                  <c:v>1.8820870963658971</c:v>
                </c:pt>
                <c:pt idx="224">
                  <c:v>1.8460335982738503</c:v>
                </c:pt>
                <c:pt idx="225">
                  <c:v>1.8318214256810941</c:v>
                </c:pt>
                <c:pt idx="226">
                  <c:v>1.8350022293932273</c:v>
                </c:pt>
                <c:pt idx="227">
                  <c:v>1.8471631915856308</c:v>
                </c:pt>
                <c:pt idx="228">
                  <c:v>1.8410667727252639</c:v>
                </c:pt>
                <c:pt idx="229">
                  <c:v>1.8487879587290419</c:v>
                </c:pt>
                <c:pt idx="230">
                  <c:v>1.8510870533725388</c:v>
                </c:pt>
                <c:pt idx="231">
                  <c:v>1.8509315847708725</c:v>
                </c:pt>
                <c:pt idx="232">
                  <c:v>1.8416351871937766</c:v>
                </c:pt>
                <c:pt idx="233">
                  <c:v>1.8116709681291641</c:v>
                </c:pt>
                <c:pt idx="234">
                  <c:v>1.7875670939573101</c:v>
                </c:pt>
                <c:pt idx="235">
                  <c:v>1.7325814684231491</c:v>
                </c:pt>
                <c:pt idx="236">
                  <c:v>1.7290952177688808</c:v>
                </c:pt>
                <c:pt idx="237">
                  <c:v>1.7150978921200888</c:v>
                </c:pt>
                <c:pt idx="238">
                  <c:v>1.7365806308613008</c:v>
                </c:pt>
                <c:pt idx="239">
                  <c:v>1.7284557828722633</c:v>
                </c:pt>
                <c:pt idx="240">
                  <c:v>1.7225804047255246</c:v>
                </c:pt>
                <c:pt idx="241">
                  <c:v>1.721400048715318</c:v>
                </c:pt>
                <c:pt idx="242">
                  <c:v>1.7052046406703192</c:v>
                </c:pt>
                <c:pt idx="243">
                  <c:v>1.6377973803795778</c:v>
                </c:pt>
                <c:pt idx="244">
                  <c:v>1.631725018180739</c:v>
                </c:pt>
                <c:pt idx="245">
                  <c:v>1.6167442070894817</c:v>
                </c:pt>
                <c:pt idx="246">
                  <c:v>1.6022070258726533</c:v>
                </c:pt>
                <c:pt idx="247">
                  <c:v>1.6230781352002341</c:v>
                </c:pt>
                <c:pt idx="248">
                  <c:v>1.6343828253832531</c:v>
                </c:pt>
                <c:pt idx="249">
                  <c:v>1.6233658152766011</c:v>
                </c:pt>
                <c:pt idx="250">
                  <c:v>1.5865453782520083</c:v>
                </c:pt>
                <c:pt idx="251">
                  <c:v>1.6098618732261114</c:v>
                </c:pt>
                <c:pt idx="252">
                  <c:v>1.5860225290753027</c:v>
                </c:pt>
                <c:pt idx="253">
                  <c:v>1.6099071449210849</c:v>
                </c:pt>
                <c:pt idx="254">
                  <c:v>1.5821193700346696</c:v>
                </c:pt>
                <c:pt idx="255">
                  <c:v>1.6010174025311366</c:v>
                </c:pt>
                <c:pt idx="256">
                  <c:v>1.5812215998344841</c:v>
                </c:pt>
                <c:pt idx="257">
                  <c:v>1.579021333456204</c:v>
                </c:pt>
                <c:pt idx="258">
                  <c:v>1.5714198533842905</c:v>
                </c:pt>
                <c:pt idx="259">
                  <c:v>1.5747426616573506</c:v>
                </c:pt>
                <c:pt idx="260">
                  <c:v>1.5868653506413704</c:v>
                </c:pt>
                <c:pt idx="261">
                  <c:v>1.4126613454275139</c:v>
                </c:pt>
                <c:pt idx="262">
                  <c:v>1.4118163996484825</c:v>
                </c:pt>
                <c:pt idx="263">
                  <c:v>1.4009241559927152</c:v>
                </c:pt>
                <c:pt idx="264">
                  <c:v>1.3761948536280952</c:v>
                </c:pt>
                <c:pt idx="265">
                  <c:v>1.3542861881535204</c:v>
                </c:pt>
                <c:pt idx="266">
                  <c:v>1.317841970489614</c:v>
                </c:pt>
                <c:pt idx="267">
                  <c:v>1.3287153742845037</c:v>
                </c:pt>
                <c:pt idx="268">
                  <c:v>1.3174873793286688</c:v>
                </c:pt>
                <c:pt idx="269">
                  <c:v>1.3433157044219186</c:v>
                </c:pt>
                <c:pt idx="270">
                  <c:v>1.3739402958152958</c:v>
                </c:pt>
                <c:pt idx="271">
                  <c:v>1.4048343373493974</c:v>
                </c:pt>
                <c:pt idx="272">
                  <c:v>1.4150305612150398</c:v>
                </c:pt>
                <c:pt idx="273">
                  <c:v>1.4194303763001688</c:v>
                </c:pt>
                <c:pt idx="274">
                  <c:v>1.410428194632501</c:v>
                </c:pt>
                <c:pt idx="275">
                  <c:v>1.4474086908646333</c:v>
                </c:pt>
                <c:pt idx="276">
                  <c:v>1.4346461467859835</c:v>
                </c:pt>
                <c:pt idx="277">
                  <c:v>1.4207357914844003</c:v>
                </c:pt>
                <c:pt idx="278">
                  <c:v>1.4205548654244307</c:v>
                </c:pt>
                <c:pt idx="279">
                  <c:v>1.4271269705075791</c:v>
                </c:pt>
                <c:pt idx="280">
                  <c:v>1.4301643390930916</c:v>
                </c:pt>
                <c:pt idx="281">
                  <c:v>1.4388135732478844</c:v>
                </c:pt>
                <c:pt idx="282">
                  <c:v>1.44855970573994</c:v>
                </c:pt>
                <c:pt idx="283">
                  <c:v>1.4728354218315043</c:v>
                </c:pt>
                <c:pt idx="284">
                  <c:v>1.490096179714824</c:v>
                </c:pt>
                <c:pt idx="285">
                  <c:v>1.4921910563386109</c:v>
                </c:pt>
                <c:pt idx="286">
                  <c:v>1.5030533712564833</c:v>
                </c:pt>
                <c:pt idx="287">
                  <c:v>1.6094124900026661</c:v>
                </c:pt>
                <c:pt idx="288">
                  <c:v>1.632174766481657</c:v>
                </c:pt>
                <c:pt idx="289">
                  <c:v>1.6148281791307735</c:v>
                </c:pt>
                <c:pt idx="290">
                  <c:v>1.6019755707156735</c:v>
                </c:pt>
                <c:pt idx="291">
                  <c:v>1.6111346675712348</c:v>
                </c:pt>
                <c:pt idx="292">
                  <c:v>1.6033778515982511</c:v>
                </c:pt>
                <c:pt idx="293">
                  <c:v>1.5714995620241226</c:v>
                </c:pt>
                <c:pt idx="294">
                  <c:v>1.5694635140712787</c:v>
                </c:pt>
                <c:pt idx="295">
                  <c:v>1.5637236052363197</c:v>
                </c:pt>
                <c:pt idx="296">
                  <c:v>1.5622170706006322</c:v>
                </c:pt>
                <c:pt idx="297">
                  <c:v>1.5756613307290563</c:v>
                </c:pt>
                <c:pt idx="298">
                  <c:v>1.6043447389471606</c:v>
                </c:pt>
                <c:pt idx="299">
                  <c:v>1.5739047083032873</c:v>
                </c:pt>
                <c:pt idx="300">
                  <c:v>1.5708489607066494</c:v>
                </c:pt>
                <c:pt idx="301">
                  <c:v>1.5779089483085349</c:v>
                </c:pt>
                <c:pt idx="302">
                  <c:v>1.6167771403108115</c:v>
                </c:pt>
                <c:pt idx="303">
                  <c:v>1.6175686171755832</c:v>
                </c:pt>
                <c:pt idx="304">
                  <c:v>1.5850320806599449</c:v>
                </c:pt>
                <c:pt idx="305">
                  <c:v>1.5770098224231099</c:v>
                </c:pt>
                <c:pt idx="306">
                  <c:v>1.6194839865869768</c:v>
                </c:pt>
                <c:pt idx="307">
                  <c:v>1.6192706347909749</c:v>
                </c:pt>
                <c:pt idx="308">
                  <c:v>1.5792280755032122</c:v>
                </c:pt>
                <c:pt idx="309">
                  <c:v>1.5670030110531132</c:v>
                </c:pt>
                <c:pt idx="310">
                  <c:v>1.573248230113161</c:v>
                </c:pt>
                <c:pt idx="311">
                  <c:v>1.5934110231603633</c:v>
                </c:pt>
                <c:pt idx="312">
                  <c:v>1.6009556402143732</c:v>
                </c:pt>
                <c:pt idx="313">
                  <c:v>1.643324509730818</c:v>
                </c:pt>
                <c:pt idx="314">
                  <c:v>1.6287908699494238</c:v>
                </c:pt>
                <c:pt idx="315">
                  <c:v>1.6410054551685174</c:v>
                </c:pt>
                <c:pt idx="316">
                  <c:v>1.633219405677395</c:v>
                </c:pt>
                <c:pt idx="317">
                  <c:v>1.6586570451244083</c:v>
                </c:pt>
                <c:pt idx="318">
                  <c:v>1.6841133766567398</c:v>
                </c:pt>
                <c:pt idx="319">
                  <c:v>1.7152110120081854</c:v>
                </c:pt>
                <c:pt idx="320">
                  <c:v>1.7093678793116995</c:v>
                </c:pt>
                <c:pt idx="321">
                  <c:v>1.7253398294762485</c:v>
                </c:pt>
                <c:pt idx="322">
                  <c:v>1.7014058088718722</c:v>
                </c:pt>
                <c:pt idx="323">
                  <c:v>1.6769368571098355</c:v>
                </c:pt>
                <c:pt idx="324">
                  <c:v>1.7266220272454398</c:v>
                </c:pt>
                <c:pt idx="325">
                  <c:v>1.7268151503712095</c:v>
                </c:pt>
                <c:pt idx="326">
                  <c:v>1.7463075671596444</c:v>
                </c:pt>
                <c:pt idx="327">
                  <c:v>1.7443399000294031</c:v>
                </c:pt>
                <c:pt idx="328">
                  <c:v>1.716579594345421</c:v>
                </c:pt>
                <c:pt idx="329">
                  <c:v>1.7383971108037499</c:v>
                </c:pt>
                <c:pt idx="330">
                  <c:v>1.6915889652778444</c:v>
                </c:pt>
                <c:pt idx="331">
                  <c:v>1.7232877768567958</c:v>
                </c:pt>
                <c:pt idx="332">
                  <c:v>1.7355673748558915</c:v>
                </c:pt>
                <c:pt idx="333">
                  <c:v>1.7548113896325137</c:v>
                </c:pt>
                <c:pt idx="334">
                  <c:v>1.7734156799496481</c:v>
                </c:pt>
                <c:pt idx="335">
                  <c:v>1.7696372169908787</c:v>
                </c:pt>
                <c:pt idx="336">
                  <c:v>1.76606653505024</c:v>
                </c:pt>
                <c:pt idx="337">
                  <c:v>1.7745181697807857</c:v>
                </c:pt>
                <c:pt idx="338">
                  <c:v>1.7633057362507389</c:v>
                </c:pt>
                <c:pt idx="339">
                  <c:v>1.7599377465849841</c:v>
                </c:pt>
                <c:pt idx="340">
                  <c:v>1.7613776015857285</c:v>
                </c:pt>
                <c:pt idx="341">
                  <c:v>1.7820096997549641</c:v>
                </c:pt>
                <c:pt idx="342">
                  <c:v>1.746607838989453</c:v>
                </c:pt>
                <c:pt idx="343">
                  <c:v>1.76925814816698</c:v>
                </c:pt>
                <c:pt idx="344">
                  <c:v>1.8312433559360517</c:v>
                </c:pt>
                <c:pt idx="345">
                  <c:v>1.8092715366468721</c:v>
                </c:pt>
                <c:pt idx="346">
                  <c:v>1.8353143362868285</c:v>
                </c:pt>
                <c:pt idx="347">
                  <c:v>1.8375532246339183</c:v>
                </c:pt>
                <c:pt idx="348">
                  <c:v>1.9917446671755112</c:v>
                </c:pt>
                <c:pt idx="349">
                  <c:v>2.0081291725518486</c:v>
                </c:pt>
                <c:pt idx="350">
                  <c:v>2.0075568011210092</c:v>
                </c:pt>
                <c:pt idx="351">
                  <c:v>2.0357740627961847</c:v>
                </c:pt>
                <c:pt idx="352">
                  <c:v>2.0254086181277859</c:v>
                </c:pt>
                <c:pt idx="353">
                  <c:v>1.9905092730043743</c:v>
                </c:pt>
                <c:pt idx="354">
                  <c:v>1.9845312298712749</c:v>
                </c:pt>
                <c:pt idx="355">
                  <c:v>1.9646486739437838</c:v>
                </c:pt>
                <c:pt idx="356">
                  <c:v>1.9755087612987932</c:v>
                </c:pt>
                <c:pt idx="357">
                  <c:v>1.9822605169792196</c:v>
                </c:pt>
                <c:pt idx="358">
                  <c:v>1.9639587369331981</c:v>
                </c:pt>
                <c:pt idx="359">
                  <c:v>1.9870124715990831</c:v>
                </c:pt>
                <c:pt idx="360">
                  <c:v>1.9773652110756252</c:v>
                </c:pt>
                <c:pt idx="361">
                  <c:v>1.9942900344189562</c:v>
                </c:pt>
                <c:pt idx="362">
                  <c:v>1.9751751871317087</c:v>
                </c:pt>
                <c:pt idx="363">
                  <c:v>1.9936615755230187</c:v>
                </c:pt>
                <c:pt idx="364">
                  <c:v>2.026046076156137</c:v>
                </c:pt>
                <c:pt idx="365">
                  <c:v>2.0315645962794284</c:v>
                </c:pt>
                <c:pt idx="366">
                  <c:v>2.044704446827982</c:v>
                </c:pt>
                <c:pt idx="367">
                  <c:v>2.0198301386940938</c:v>
                </c:pt>
                <c:pt idx="368">
                  <c:v>1.9984508583213112</c:v>
                </c:pt>
                <c:pt idx="369">
                  <c:v>2.0086254762679738</c:v>
                </c:pt>
                <c:pt idx="370">
                  <c:v>2.0047442479558848</c:v>
                </c:pt>
                <c:pt idx="371">
                  <c:v>1.9961588436696798</c:v>
                </c:pt>
                <c:pt idx="372">
                  <c:v>2.0059614912230974</c:v>
                </c:pt>
                <c:pt idx="373">
                  <c:v>2.0299290313484044</c:v>
                </c:pt>
                <c:pt idx="374">
                  <c:v>2.038417094470439</c:v>
                </c:pt>
                <c:pt idx="375">
                  <c:v>2.0379075559427644</c:v>
                </c:pt>
                <c:pt idx="376">
                  <c:v>2.0563788934717677</c:v>
                </c:pt>
                <c:pt idx="377">
                  <c:v>2.0365335518042906</c:v>
                </c:pt>
                <c:pt idx="378">
                  <c:v>2.1474322260404732</c:v>
                </c:pt>
                <c:pt idx="379">
                  <c:v>2.1383332060777276</c:v>
                </c:pt>
                <c:pt idx="380">
                  <c:v>2.1524890762300695</c:v>
                </c:pt>
                <c:pt idx="381">
                  <c:v>2.156141548060051</c:v>
                </c:pt>
                <c:pt idx="382">
                  <c:v>2.1498612485688224</c:v>
                </c:pt>
                <c:pt idx="383">
                  <c:v>2.1762126206734163</c:v>
                </c:pt>
                <c:pt idx="384">
                  <c:v>2.1516506460762685</c:v>
                </c:pt>
                <c:pt idx="385">
                  <c:v>2.1523954342588572</c:v>
                </c:pt>
                <c:pt idx="386">
                  <c:v>2.1374883538469081</c:v>
                </c:pt>
                <c:pt idx="387">
                  <c:v>2.1342687372047737</c:v>
                </c:pt>
                <c:pt idx="388">
                  <c:v>2.0753273151192682</c:v>
                </c:pt>
                <c:pt idx="389">
                  <c:v>2.0616708033053239</c:v>
                </c:pt>
                <c:pt idx="390">
                  <c:v>2.0719554794863329</c:v>
                </c:pt>
                <c:pt idx="391">
                  <c:v>2.0792622234861566</c:v>
                </c:pt>
                <c:pt idx="392">
                  <c:v>2.0697667437182914</c:v>
                </c:pt>
                <c:pt idx="393">
                  <c:v>2.0630787678479661</c:v>
                </c:pt>
                <c:pt idx="394">
                  <c:v>2.0533779086410662</c:v>
                </c:pt>
                <c:pt idx="395">
                  <c:v>2.0322900338777368</c:v>
                </c:pt>
                <c:pt idx="396">
                  <c:v>2.0414885929596367</c:v>
                </c:pt>
                <c:pt idx="397">
                  <c:v>2.032336664739407</c:v>
                </c:pt>
                <c:pt idx="398">
                  <c:v>2.0377375824265562</c:v>
                </c:pt>
                <c:pt idx="399">
                  <c:v>2.0475560754793753</c:v>
                </c:pt>
                <c:pt idx="400">
                  <c:v>2.0575222592785241</c:v>
                </c:pt>
                <c:pt idx="401">
                  <c:v>2.0590893719064161</c:v>
                </c:pt>
                <c:pt idx="402">
                  <c:v>2.0548046101019741</c:v>
                </c:pt>
                <c:pt idx="403">
                  <c:v>2.0433712220417997</c:v>
                </c:pt>
                <c:pt idx="404">
                  <c:v>2.0723531329190457</c:v>
                </c:pt>
                <c:pt idx="405">
                  <c:v>2.0702120519327982</c:v>
                </c:pt>
                <c:pt idx="406">
                  <c:v>2.0623760101906567</c:v>
                </c:pt>
                <c:pt idx="407">
                  <c:v>2.0724852227427011</c:v>
                </c:pt>
                <c:pt idx="408">
                  <c:v>1.9956615133911093</c:v>
                </c:pt>
                <c:pt idx="409">
                  <c:v>1.9661751211080047</c:v>
                </c:pt>
                <c:pt idx="410">
                  <c:v>1.9428189107460831</c:v>
                </c:pt>
                <c:pt idx="411">
                  <c:v>1.9524852800219088</c:v>
                </c:pt>
                <c:pt idx="412">
                  <c:v>1.9611654702822456</c:v>
                </c:pt>
                <c:pt idx="413">
                  <c:v>1.9645057550918759</c:v>
                </c:pt>
                <c:pt idx="414">
                  <c:v>1.9494495835700429</c:v>
                </c:pt>
                <c:pt idx="415">
                  <c:v>1.9540737010356681</c:v>
                </c:pt>
                <c:pt idx="416">
                  <c:v>1.9594385317473393</c:v>
                </c:pt>
                <c:pt idx="417">
                  <c:v>1.9416072627998178</c:v>
                </c:pt>
                <c:pt idx="418">
                  <c:v>1.9705815030791869</c:v>
                </c:pt>
                <c:pt idx="419">
                  <c:v>1.9747565140052485</c:v>
                </c:pt>
                <c:pt idx="420">
                  <c:v>1.9531220721961973</c:v>
                </c:pt>
                <c:pt idx="421">
                  <c:v>1.9280517110942994</c:v>
                </c:pt>
                <c:pt idx="422">
                  <c:v>1.9100227159399412</c:v>
                </c:pt>
                <c:pt idx="423">
                  <c:v>1.9188274450716263</c:v>
                </c:pt>
                <c:pt idx="424">
                  <c:v>1.9116721409034207</c:v>
                </c:pt>
                <c:pt idx="425">
                  <c:v>1.9366050567905806</c:v>
                </c:pt>
                <c:pt idx="426">
                  <c:v>1.9753977233369506</c:v>
                </c:pt>
                <c:pt idx="427">
                  <c:v>1.9681717584247873</c:v>
                </c:pt>
                <c:pt idx="428">
                  <c:v>1.9643756006040363</c:v>
                </c:pt>
                <c:pt idx="429">
                  <c:v>1.9785713485600347</c:v>
                </c:pt>
                <c:pt idx="430">
                  <c:v>1.9786363282509813</c:v>
                </c:pt>
                <c:pt idx="431">
                  <c:v>1.954989595584909</c:v>
                </c:pt>
                <c:pt idx="432">
                  <c:v>1.9507202172896678</c:v>
                </c:pt>
                <c:pt idx="433">
                  <c:v>1.9384284706751598</c:v>
                </c:pt>
                <c:pt idx="434">
                  <c:v>1.922854692366722</c:v>
                </c:pt>
                <c:pt idx="435">
                  <c:v>1.9140984270117722</c:v>
                </c:pt>
                <c:pt idx="436">
                  <c:v>1.9172323188088458</c:v>
                </c:pt>
                <c:pt idx="437">
                  <c:v>1.8991535837745339</c:v>
                </c:pt>
                <c:pt idx="438">
                  <c:v>1.9427482242795733</c:v>
                </c:pt>
                <c:pt idx="439">
                  <c:v>1.9420192341156135</c:v>
                </c:pt>
                <c:pt idx="440">
                  <c:v>1.9299284837101784</c:v>
                </c:pt>
                <c:pt idx="441">
                  <c:v>1.8075450544470022</c:v>
                </c:pt>
                <c:pt idx="442">
                  <c:v>1.8187981473037511</c:v>
                </c:pt>
                <c:pt idx="443">
                  <c:v>1.8227892549891731</c:v>
                </c:pt>
                <c:pt idx="444">
                  <c:v>1.825020537495599</c:v>
                </c:pt>
                <c:pt idx="445">
                  <c:v>1.8888197047166311</c:v>
                </c:pt>
                <c:pt idx="446">
                  <c:v>1.8924239290450524</c:v>
                </c:pt>
                <c:pt idx="447">
                  <c:v>1.9027970297029702</c:v>
                </c:pt>
                <c:pt idx="448">
                  <c:v>1.8580570827436786</c:v>
                </c:pt>
                <c:pt idx="449">
                  <c:v>1.8517680166401564</c:v>
                </c:pt>
                <c:pt idx="450">
                  <c:v>1.8709902119738187</c:v>
                </c:pt>
                <c:pt idx="451">
                  <c:v>1.8866820188063711</c:v>
                </c:pt>
                <c:pt idx="452">
                  <c:v>1.9005241940365361</c:v>
                </c:pt>
                <c:pt idx="453">
                  <c:v>1.8571376759030902</c:v>
                </c:pt>
                <c:pt idx="454">
                  <c:v>1.8347078696343402</c:v>
                </c:pt>
                <c:pt idx="455">
                  <c:v>1.8253650999963213</c:v>
                </c:pt>
                <c:pt idx="456">
                  <c:v>1.8230610945078634</c:v>
                </c:pt>
                <c:pt idx="457">
                  <c:v>1.8322719407863117</c:v>
                </c:pt>
                <c:pt idx="458">
                  <c:v>1.8332004882058432</c:v>
                </c:pt>
                <c:pt idx="459">
                  <c:v>1.8075378321582674</c:v>
                </c:pt>
                <c:pt idx="460">
                  <c:v>1.7740154672765052</c:v>
                </c:pt>
                <c:pt idx="461">
                  <c:v>1.769146514060673</c:v>
                </c:pt>
                <c:pt idx="462">
                  <c:v>1.7802416437563302</c:v>
                </c:pt>
                <c:pt idx="463">
                  <c:v>1.7364441564052711</c:v>
                </c:pt>
                <c:pt idx="464">
                  <c:v>1.7387975383431897</c:v>
                </c:pt>
                <c:pt idx="465">
                  <c:v>1.7596616492224351</c:v>
                </c:pt>
                <c:pt idx="466">
                  <c:v>1.7520808206255001</c:v>
                </c:pt>
                <c:pt idx="467">
                  <c:v>1.745173198721502</c:v>
                </c:pt>
                <c:pt idx="468">
                  <c:v>1.7404210847688497</c:v>
                </c:pt>
                <c:pt idx="469">
                  <c:v>1.7226185838122139</c:v>
                </c:pt>
                <c:pt idx="470">
                  <c:v>1.7267379875739863</c:v>
                </c:pt>
                <c:pt idx="471">
                  <c:v>1.7649369139378468</c:v>
                </c:pt>
                <c:pt idx="472">
                  <c:v>1.7381118445634574</c:v>
                </c:pt>
                <c:pt idx="473">
                  <c:v>1.7425988645500841</c:v>
                </c:pt>
                <c:pt idx="474">
                  <c:v>1.7054079872957584</c:v>
                </c:pt>
                <c:pt idx="475">
                  <c:v>1.7053434924738671</c:v>
                </c:pt>
                <c:pt idx="476">
                  <c:v>1.6760850531582239</c:v>
                </c:pt>
                <c:pt idx="477">
                  <c:v>1.6688709656868366</c:v>
                </c:pt>
                <c:pt idx="478">
                  <c:v>1.6852583168787023</c:v>
                </c:pt>
                <c:pt idx="479">
                  <c:v>1.6833189671326314</c:v>
                </c:pt>
                <c:pt idx="480">
                  <c:v>1.731156560815605</c:v>
                </c:pt>
                <c:pt idx="481">
                  <c:v>1.7350651333197638</c:v>
                </c:pt>
                <c:pt idx="482">
                  <c:v>1.7582387254594494</c:v>
                </c:pt>
                <c:pt idx="483">
                  <c:v>1.7197668283122691</c:v>
                </c:pt>
                <c:pt idx="484">
                  <c:v>1.74840934842429</c:v>
                </c:pt>
                <c:pt idx="485">
                  <c:v>1.7745127361547282</c:v>
                </c:pt>
                <c:pt idx="486">
                  <c:v>1.822666503127683</c:v>
                </c:pt>
                <c:pt idx="487">
                  <c:v>1.8258103642461971</c:v>
                </c:pt>
                <c:pt idx="488">
                  <c:v>1.8270815063671062</c:v>
                </c:pt>
                <c:pt idx="489">
                  <c:v>1.7996717586163362</c:v>
                </c:pt>
                <c:pt idx="490">
                  <c:v>1.7840920742335691</c:v>
                </c:pt>
                <c:pt idx="491">
                  <c:v>1.7986559174130243</c:v>
                </c:pt>
                <c:pt idx="492">
                  <c:v>1.8112694316982956</c:v>
                </c:pt>
                <c:pt idx="493">
                  <c:v>1.7633272648016616</c:v>
                </c:pt>
                <c:pt idx="494">
                  <c:v>1.7409977375851564</c:v>
                </c:pt>
                <c:pt idx="495">
                  <c:v>1.7468040306813055</c:v>
                </c:pt>
                <c:pt idx="496">
                  <c:v>1.7701630482169326</c:v>
                </c:pt>
                <c:pt idx="497">
                  <c:v>1.7523908120349403</c:v>
                </c:pt>
                <c:pt idx="498">
                  <c:v>1.6486988847583641</c:v>
                </c:pt>
                <c:pt idx="499">
                  <c:v>1.6195776807225035</c:v>
                </c:pt>
                <c:pt idx="500">
                  <c:v>1.5847213199948031</c:v>
                </c:pt>
                <c:pt idx="501">
                  <c:v>1.6124772543469472</c:v>
                </c:pt>
                <c:pt idx="502">
                  <c:v>1.6438041431261772</c:v>
                </c:pt>
                <c:pt idx="503">
                  <c:v>1.6369565484907029</c:v>
                </c:pt>
                <c:pt idx="504">
                  <c:v>1.6046434778351653</c:v>
                </c:pt>
                <c:pt idx="505">
                  <c:v>1.6662493314532989</c:v>
                </c:pt>
                <c:pt idx="506">
                  <c:v>1.6442383018938309</c:v>
                </c:pt>
                <c:pt idx="507">
                  <c:v>1.6469648562300321</c:v>
                </c:pt>
                <c:pt idx="508">
                  <c:v>1.6283252979613814</c:v>
                </c:pt>
                <c:pt idx="509">
                  <c:v>1.6001776439964965</c:v>
                </c:pt>
                <c:pt idx="510">
                  <c:v>1.7071955106511281</c:v>
                </c:pt>
                <c:pt idx="511">
                  <c:v>1.6774505537018232</c:v>
                </c:pt>
                <c:pt idx="512">
                  <c:v>1.6940540935138886</c:v>
                </c:pt>
                <c:pt idx="513">
                  <c:v>1.6696746203904553</c:v>
                </c:pt>
                <c:pt idx="514">
                  <c:v>1.6886356371862015</c:v>
                </c:pt>
                <c:pt idx="515">
                  <c:v>1.6931426177804063</c:v>
                </c:pt>
                <c:pt idx="516">
                  <c:v>1.6841890740214667</c:v>
                </c:pt>
                <c:pt idx="517">
                  <c:v>1.6816217684387267</c:v>
                </c:pt>
                <c:pt idx="518">
                  <c:v>1.6934048309888465</c:v>
                </c:pt>
                <c:pt idx="519">
                  <c:v>1.7105691056910568</c:v>
                </c:pt>
                <c:pt idx="520">
                  <c:v>1.6931344837845881</c:v>
                </c:pt>
                <c:pt idx="521">
                  <c:v>1.710721718036178</c:v>
                </c:pt>
                <c:pt idx="522">
                  <c:v>1.7071175515425869</c:v>
                </c:pt>
                <c:pt idx="523">
                  <c:v>1.8302159348459563</c:v>
                </c:pt>
                <c:pt idx="524">
                  <c:v>1.7983956750804038</c:v>
                </c:pt>
                <c:pt idx="525">
                  <c:v>1.7672328315541421</c:v>
                </c:pt>
                <c:pt idx="526">
                  <c:v>1.7536831057124938</c:v>
                </c:pt>
                <c:pt idx="527">
                  <c:v>1.7423104683997923</c:v>
                </c:pt>
                <c:pt idx="528">
                  <c:v>1.7295188556566972</c:v>
                </c:pt>
                <c:pt idx="529">
                  <c:v>1.7380376327236715</c:v>
                </c:pt>
                <c:pt idx="530">
                  <c:v>1.754824189204147</c:v>
                </c:pt>
                <c:pt idx="531">
                  <c:v>1.7521743427554852</c:v>
                </c:pt>
                <c:pt idx="532">
                  <c:v>1.7421025691025205</c:v>
                </c:pt>
                <c:pt idx="533">
                  <c:v>1.7310179493484139</c:v>
                </c:pt>
                <c:pt idx="534">
                  <c:v>1.697655321183003</c:v>
                </c:pt>
                <c:pt idx="535">
                  <c:v>1.728883280144641</c:v>
                </c:pt>
                <c:pt idx="536">
                  <c:v>1.7707835197712283</c:v>
                </c:pt>
                <c:pt idx="537">
                  <c:v>1.7728753260177161</c:v>
                </c:pt>
                <c:pt idx="538">
                  <c:v>1.7027843046543054</c:v>
                </c:pt>
                <c:pt idx="539">
                  <c:v>1.7301798561151081</c:v>
                </c:pt>
                <c:pt idx="540">
                  <c:v>1.7461267521835357</c:v>
                </c:pt>
                <c:pt idx="541">
                  <c:v>1.737010054083225</c:v>
                </c:pt>
                <c:pt idx="542">
                  <c:v>1.7423172316050548</c:v>
                </c:pt>
                <c:pt idx="543">
                  <c:v>1.7711553653331447</c:v>
                </c:pt>
                <c:pt idx="544">
                  <c:v>1.7498565556973735</c:v>
                </c:pt>
                <c:pt idx="545">
                  <c:v>1.7539767331433997</c:v>
                </c:pt>
                <c:pt idx="546">
                  <c:v>1.7437733425315791</c:v>
                </c:pt>
                <c:pt idx="547">
                  <c:v>1.705673549074129</c:v>
                </c:pt>
                <c:pt idx="548">
                  <c:v>1.7065898271109998</c:v>
                </c:pt>
                <c:pt idx="549">
                  <c:v>1.6907156443176414</c:v>
                </c:pt>
                <c:pt idx="550">
                  <c:v>1.7000877421802747</c:v>
                </c:pt>
                <c:pt idx="551">
                  <c:v>1.6862489580765214</c:v>
                </c:pt>
                <c:pt idx="552">
                  <c:v>1.6680098500111933</c:v>
                </c:pt>
                <c:pt idx="553">
                  <c:v>1.6669873750410662</c:v>
                </c:pt>
                <c:pt idx="554">
                  <c:v>1.6897825051964186</c:v>
                </c:pt>
                <c:pt idx="555">
                  <c:v>1.6905932824107983</c:v>
                </c:pt>
                <c:pt idx="556">
                  <c:v>1.6924664480977429</c:v>
                </c:pt>
                <c:pt idx="557">
                  <c:v>1.6887469882378074</c:v>
                </c:pt>
                <c:pt idx="558">
                  <c:v>1.6540637736753774</c:v>
                </c:pt>
                <c:pt idx="559">
                  <c:v>1.6697852232656984</c:v>
                </c:pt>
                <c:pt idx="560">
                  <c:v>1.6771538627174196</c:v>
                </c:pt>
                <c:pt idx="561">
                  <c:v>1.6794013957838694</c:v>
                </c:pt>
                <c:pt idx="562">
                  <c:v>1.6389570552147237</c:v>
                </c:pt>
                <c:pt idx="563">
                  <c:v>1.6341241630156236</c:v>
                </c:pt>
                <c:pt idx="564">
                  <c:v>1.6323683992960822</c:v>
                </c:pt>
                <c:pt idx="565">
                  <c:v>1.6097360214243481</c:v>
                </c:pt>
                <c:pt idx="566">
                  <c:v>1.6178992932657157</c:v>
                </c:pt>
                <c:pt idx="567">
                  <c:v>1.5898841599551135</c:v>
                </c:pt>
                <c:pt idx="568">
                  <c:v>1.5769472970354583</c:v>
                </c:pt>
                <c:pt idx="569">
                  <c:v>1.6127191744683982</c:v>
                </c:pt>
                <c:pt idx="570">
                  <c:v>1.6594622581305465</c:v>
                </c:pt>
                <c:pt idx="571">
                  <c:v>1.6597139596435424</c:v>
                </c:pt>
                <c:pt idx="572">
                  <c:v>1.6321217953463123</c:v>
                </c:pt>
                <c:pt idx="573">
                  <c:v>1.6564846568671197</c:v>
                </c:pt>
                <c:pt idx="574">
                  <c:v>1.6816150428231051</c:v>
                </c:pt>
                <c:pt idx="575">
                  <c:v>1.6797451714025686</c:v>
                </c:pt>
                <c:pt idx="576">
                  <c:v>1.6674988200809799</c:v>
                </c:pt>
                <c:pt idx="577">
                  <c:v>1.699173432096343</c:v>
                </c:pt>
                <c:pt idx="578">
                  <c:v>1.6797036568453321</c:v>
                </c:pt>
                <c:pt idx="579">
                  <c:v>1.7035502673539189</c:v>
                </c:pt>
                <c:pt idx="580">
                  <c:v>1.7176527176527177</c:v>
                </c:pt>
                <c:pt idx="581">
                  <c:v>1.7612516435662675</c:v>
                </c:pt>
                <c:pt idx="582">
                  <c:v>1.8046250452843859</c:v>
                </c:pt>
                <c:pt idx="583">
                  <c:v>1.8125482625482625</c:v>
                </c:pt>
                <c:pt idx="584">
                  <c:v>1.83204776119403</c:v>
                </c:pt>
                <c:pt idx="585">
                  <c:v>1.802713713904508</c:v>
                </c:pt>
                <c:pt idx="586">
                  <c:v>1.8143044382718276</c:v>
                </c:pt>
                <c:pt idx="587">
                  <c:v>1.8290368120721769</c:v>
                </c:pt>
                <c:pt idx="588">
                  <c:v>1.8358255118185169</c:v>
                </c:pt>
                <c:pt idx="589">
                  <c:v>1.8177942944584109</c:v>
                </c:pt>
                <c:pt idx="590">
                  <c:v>1.7834175639053687</c:v>
                </c:pt>
                <c:pt idx="591">
                  <c:v>1.7900305064063453</c:v>
                </c:pt>
                <c:pt idx="592">
                  <c:v>1.7737280863062399</c:v>
                </c:pt>
                <c:pt idx="593">
                  <c:v>1.750405246550764</c:v>
                </c:pt>
                <c:pt idx="594">
                  <c:v>1.7555201315117626</c:v>
                </c:pt>
                <c:pt idx="595">
                  <c:v>1.7584918309579383</c:v>
                </c:pt>
                <c:pt idx="596">
                  <c:v>1.7598767303223197</c:v>
                </c:pt>
                <c:pt idx="597">
                  <c:v>1.7576163290052038</c:v>
                </c:pt>
                <c:pt idx="598">
                  <c:v>1.7788979004017282</c:v>
                </c:pt>
                <c:pt idx="599">
                  <c:v>1.8011182006902791</c:v>
                </c:pt>
                <c:pt idx="600">
                  <c:v>1.798035298035298</c:v>
                </c:pt>
                <c:pt idx="601">
                  <c:v>1.8047103999999998</c:v>
                </c:pt>
                <c:pt idx="602">
                  <c:v>1.7918712061229873</c:v>
                </c:pt>
                <c:pt idx="603">
                  <c:v>1.8087361723473347</c:v>
                </c:pt>
                <c:pt idx="604">
                  <c:v>1.836101641971452</c:v>
                </c:pt>
                <c:pt idx="605">
                  <c:v>1.834857689354652</c:v>
                </c:pt>
                <c:pt idx="606">
                  <c:v>1.8626564436394339</c:v>
                </c:pt>
                <c:pt idx="607">
                  <c:v>1.863295012703359</c:v>
                </c:pt>
                <c:pt idx="608">
                  <c:v>1.898288417962348</c:v>
                </c:pt>
                <c:pt idx="609">
                  <c:v>1.9015567765567765</c:v>
                </c:pt>
                <c:pt idx="610">
                  <c:v>1.9197812086954078</c:v>
                </c:pt>
                <c:pt idx="611">
                  <c:v>1.8976089443728368</c:v>
                </c:pt>
                <c:pt idx="612">
                  <c:v>1.8579198417776743</c:v>
                </c:pt>
                <c:pt idx="613">
                  <c:v>1.785051060839401</c:v>
                </c:pt>
                <c:pt idx="614">
                  <c:v>1.8311475656105878</c:v>
                </c:pt>
                <c:pt idx="615">
                  <c:v>1.7922149122807016</c:v>
                </c:pt>
                <c:pt idx="616">
                  <c:v>1.8087091076303228</c:v>
                </c:pt>
                <c:pt idx="617">
                  <c:v>1.8399352806911098</c:v>
                </c:pt>
                <c:pt idx="618">
                  <c:v>1.8176160637994871</c:v>
                </c:pt>
                <c:pt idx="619">
                  <c:v>1.8431732218525154</c:v>
                </c:pt>
                <c:pt idx="620">
                  <c:v>1.8390811324895748</c:v>
                </c:pt>
                <c:pt idx="621">
                  <c:v>1.8228317272053374</c:v>
                </c:pt>
                <c:pt idx="622">
                  <c:v>1.8004496505899874</c:v>
                </c:pt>
                <c:pt idx="623">
                  <c:v>1.7643795989439983</c:v>
                </c:pt>
                <c:pt idx="624">
                  <c:v>1.7579992955265937</c:v>
                </c:pt>
                <c:pt idx="625">
                  <c:v>1.7636052497595747</c:v>
                </c:pt>
                <c:pt idx="626">
                  <c:v>1.7899681663239149</c:v>
                </c:pt>
                <c:pt idx="627">
                  <c:v>1.795858112952887</c:v>
                </c:pt>
                <c:pt idx="628">
                  <c:v>1.779618537870099</c:v>
                </c:pt>
                <c:pt idx="629">
                  <c:v>1.7526071679550244</c:v>
                </c:pt>
                <c:pt idx="630">
                  <c:v>1.7551382397657527</c:v>
                </c:pt>
                <c:pt idx="631">
                  <c:v>1.7745588953204545</c:v>
                </c:pt>
                <c:pt idx="632">
                  <c:v>1.7826148330086671</c:v>
                </c:pt>
                <c:pt idx="633">
                  <c:v>1.7775556003107289</c:v>
                </c:pt>
                <c:pt idx="634">
                  <c:v>1.7426473763765924</c:v>
                </c:pt>
                <c:pt idx="635">
                  <c:v>1.7501316020354447</c:v>
                </c:pt>
                <c:pt idx="636">
                  <c:v>1.7615708897270912</c:v>
                </c:pt>
                <c:pt idx="637">
                  <c:v>1.6983064613163279</c:v>
                </c:pt>
                <c:pt idx="638">
                  <c:v>1.6953971754328343</c:v>
                </c:pt>
                <c:pt idx="639">
                  <c:v>1.6738874314708052</c:v>
                </c:pt>
                <c:pt idx="640">
                  <c:v>1.7129226204419459</c:v>
                </c:pt>
                <c:pt idx="641">
                  <c:v>1.7051428214458622</c:v>
                </c:pt>
                <c:pt idx="642">
                  <c:v>1.7358869994691035</c:v>
                </c:pt>
                <c:pt idx="643">
                  <c:v>1.7296993807950209</c:v>
                </c:pt>
                <c:pt idx="644">
                  <c:v>1.7339146943832155</c:v>
                </c:pt>
                <c:pt idx="645">
                  <c:v>1.7298636926889717</c:v>
                </c:pt>
                <c:pt idx="646">
                  <c:v>1.7574209761908646</c:v>
                </c:pt>
                <c:pt idx="647">
                  <c:v>1.7323710478517351</c:v>
                </c:pt>
                <c:pt idx="648">
                  <c:v>1.7195754604730855</c:v>
                </c:pt>
                <c:pt idx="649">
                  <c:v>1.7054708690893516</c:v>
                </c:pt>
                <c:pt idx="650">
                  <c:v>1.7080955434434111</c:v>
                </c:pt>
                <c:pt idx="651">
                  <c:v>1.7011341542449774</c:v>
                </c:pt>
                <c:pt idx="652">
                  <c:v>1.7016700282371924</c:v>
                </c:pt>
                <c:pt idx="653">
                  <c:v>1.6958041958041961</c:v>
                </c:pt>
                <c:pt idx="654">
                  <c:v>1.702318186979868</c:v>
                </c:pt>
                <c:pt idx="655">
                  <c:v>1.7208679086887733</c:v>
                </c:pt>
                <c:pt idx="656">
                  <c:v>1.720029736954493</c:v>
                </c:pt>
                <c:pt idx="657">
                  <c:v>1.7079373556808719</c:v>
                </c:pt>
                <c:pt idx="658">
                  <c:v>1.6776184978513247</c:v>
                </c:pt>
                <c:pt idx="659">
                  <c:v>1.6840545346769411</c:v>
                </c:pt>
                <c:pt idx="660">
                  <c:v>1.6756947677685552</c:v>
                </c:pt>
                <c:pt idx="661">
                  <c:v>1.6855528704852722</c:v>
                </c:pt>
                <c:pt idx="662">
                  <c:v>1.6827305311176279</c:v>
                </c:pt>
                <c:pt idx="663">
                  <c:v>1.6628387912996931</c:v>
                </c:pt>
                <c:pt idx="664">
                  <c:v>1.6800346359219409</c:v>
                </c:pt>
                <c:pt idx="665">
                  <c:v>1.7205665340690361</c:v>
                </c:pt>
                <c:pt idx="666">
                  <c:v>1.7104515717249082</c:v>
                </c:pt>
                <c:pt idx="667">
                  <c:v>1.7070294273808184</c:v>
                </c:pt>
                <c:pt idx="668">
                  <c:v>1.6893732537465076</c:v>
                </c:pt>
                <c:pt idx="669">
                  <c:v>1.6619012901385235</c:v>
                </c:pt>
                <c:pt idx="670">
                  <c:v>1.6912578959681821</c:v>
                </c:pt>
                <c:pt idx="671">
                  <c:v>1.6864301395520211</c:v>
                </c:pt>
                <c:pt idx="672">
                  <c:v>1.6580013658092418</c:v>
                </c:pt>
                <c:pt idx="673">
                  <c:v>1.700195798110393</c:v>
                </c:pt>
                <c:pt idx="674">
                  <c:v>1.6850808370821881</c:v>
                </c:pt>
                <c:pt idx="675">
                  <c:v>1.7231108408088796</c:v>
                </c:pt>
                <c:pt idx="676">
                  <c:v>1.7696236839362036</c:v>
                </c:pt>
                <c:pt idx="677">
                  <c:v>1.7569184298976857</c:v>
                </c:pt>
                <c:pt idx="678">
                  <c:v>1.7401817073524715</c:v>
                </c:pt>
                <c:pt idx="679">
                  <c:v>1.7067193216795402</c:v>
                </c:pt>
                <c:pt idx="680">
                  <c:v>1.7488520920622168</c:v>
                </c:pt>
                <c:pt idx="681">
                  <c:v>1.7480871782981682</c:v>
                </c:pt>
                <c:pt idx="682">
                  <c:v>1.8080022147426089</c:v>
                </c:pt>
                <c:pt idx="683">
                  <c:v>1.8284186578951183</c:v>
                </c:pt>
                <c:pt idx="684">
                  <c:v>1.7988572744412303</c:v>
                </c:pt>
                <c:pt idx="685">
                  <c:v>1.7739362457066621</c:v>
                </c:pt>
                <c:pt idx="686">
                  <c:v>1.7384539007092199</c:v>
                </c:pt>
                <c:pt idx="687">
                  <c:v>1.7245404904332209</c:v>
                </c:pt>
                <c:pt idx="688">
                  <c:v>1.7182166390278981</c:v>
                </c:pt>
                <c:pt idx="689">
                  <c:v>1.7096839051571857</c:v>
                </c:pt>
                <c:pt idx="690">
                  <c:v>1.7358666494527406</c:v>
                </c:pt>
                <c:pt idx="691">
                  <c:v>1.745991898214184</c:v>
                </c:pt>
                <c:pt idx="692">
                  <c:v>1.7437499098371299</c:v>
                </c:pt>
                <c:pt idx="693">
                  <c:v>1.7475377780333854</c:v>
                </c:pt>
                <c:pt idx="694">
                  <c:v>1.7520844913841025</c:v>
                </c:pt>
                <c:pt idx="695">
                  <c:v>1.7518222327146102</c:v>
                </c:pt>
                <c:pt idx="696">
                  <c:v>1.7565366418140005</c:v>
                </c:pt>
                <c:pt idx="697">
                  <c:v>1.7572380145490667</c:v>
                </c:pt>
                <c:pt idx="698">
                  <c:v>1.5963461426661241</c:v>
                </c:pt>
                <c:pt idx="699">
                  <c:v>1.5844130757800892</c:v>
                </c:pt>
                <c:pt idx="700">
                  <c:v>1.5828477136231196</c:v>
                </c:pt>
                <c:pt idx="701">
                  <c:v>1.5888230062259114</c:v>
                </c:pt>
                <c:pt idx="702">
                  <c:v>1.5834009269988414</c:v>
                </c:pt>
                <c:pt idx="703">
                  <c:v>1.5966038487815988</c:v>
                </c:pt>
                <c:pt idx="704">
                  <c:v>1.5857563221069806</c:v>
                </c:pt>
                <c:pt idx="705">
                  <c:v>1.5895415472779371</c:v>
                </c:pt>
                <c:pt idx="706">
                  <c:v>1.5790699377517394</c:v>
                </c:pt>
                <c:pt idx="707">
                  <c:v>1.5617137327351103</c:v>
                </c:pt>
                <c:pt idx="708">
                  <c:v>1.5474660445678465</c:v>
                </c:pt>
                <c:pt idx="709">
                  <c:v>1.5276586711950755</c:v>
                </c:pt>
                <c:pt idx="710">
                  <c:v>1.5370367737992012</c:v>
                </c:pt>
                <c:pt idx="711">
                  <c:v>1.5321546098499637</c:v>
                </c:pt>
                <c:pt idx="712">
                  <c:v>1.5402789638485623</c:v>
                </c:pt>
                <c:pt idx="713">
                  <c:v>1.5218125691653561</c:v>
                </c:pt>
                <c:pt idx="714">
                  <c:v>1.514268945785342</c:v>
                </c:pt>
                <c:pt idx="715">
                  <c:v>1.5244650781330091</c:v>
                </c:pt>
                <c:pt idx="716">
                  <c:v>1.5016336021663625</c:v>
                </c:pt>
                <c:pt idx="717">
                  <c:v>1.5003240347365239</c:v>
                </c:pt>
                <c:pt idx="718">
                  <c:v>1.491889749791607</c:v>
                </c:pt>
                <c:pt idx="719">
                  <c:v>1.4895873189396012</c:v>
                </c:pt>
                <c:pt idx="720">
                  <c:v>1.4659514673296221</c:v>
                </c:pt>
                <c:pt idx="721">
                  <c:v>1.4861883661732818</c:v>
                </c:pt>
                <c:pt idx="722">
                  <c:v>1.478054808658573</c:v>
                </c:pt>
                <c:pt idx="723">
                  <c:v>1.4209779717656685</c:v>
                </c:pt>
                <c:pt idx="724">
                  <c:v>1.4119591718666062</c:v>
                </c:pt>
                <c:pt idx="725">
                  <c:v>1.4111362009142479</c:v>
                </c:pt>
                <c:pt idx="726">
                  <c:v>1.4101191051244186</c:v>
                </c:pt>
                <c:pt idx="727">
                  <c:v>1.3995499613248013</c:v>
                </c:pt>
                <c:pt idx="728">
                  <c:v>1.3949963982933451</c:v>
                </c:pt>
                <c:pt idx="729">
                  <c:v>1.3884288545597698</c:v>
                </c:pt>
                <c:pt idx="730">
                  <c:v>1.3845053699606023</c:v>
                </c:pt>
                <c:pt idx="731">
                  <c:v>1.3667194758465133</c:v>
                </c:pt>
                <c:pt idx="732">
                  <c:v>1.3625674912310664</c:v>
                </c:pt>
                <c:pt idx="733">
                  <c:v>1.3765491971117578</c:v>
                </c:pt>
                <c:pt idx="734">
                  <c:v>1.3854566831175577</c:v>
                </c:pt>
                <c:pt idx="735">
                  <c:v>1.3642844239400804</c:v>
                </c:pt>
                <c:pt idx="736">
                  <c:v>1.3851538892762896</c:v>
                </c:pt>
                <c:pt idx="737">
                  <c:v>1.3997266826101811</c:v>
                </c:pt>
                <c:pt idx="738">
                  <c:v>1.4417029772423751</c:v>
                </c:pt>
                <c:pt idx="739">
                  <c:v>1.4377784575281616</c:v>
                </c:pt>
                <c:pt idx="740">
                  <c:v>1.440321016196968</c:v>
                </c:pt>
                <c:pt idx="741">
                  <c:v>1.4495622180949854</c:v>
                </c:pt>
                <c:pt idx="742">
                  <c:v>1.4405549598556373</c:v>
                </c:pt>
                <c:pt idx="743">
                  <c:v>1.4090805659291383</c:v>
                </c:pt>
                <c:pt idx="744">
                  <c:v>1.4020251415207166</c:v>
                </c:pt>
                <c:pt idx="745">
                  <c:v>1.4162288382953883</c:v>
                </c:pt>
                <c:pt idx="746">
                  <c:v>1.3698836738398805</c:v>
                </c:pt>
                <c:pt idx="747">
                  <c:v>1.3429168487762237</c:v>
                </c:pt>
                <c:pt idx="748">
                  <c:v>1.3402301963439405</c:v>
                </c:pt>
                <c:pt idx="749">
                  <c:v>1.3385281385281385</c:v>
                </c:pt>
                <c:pt idx="750">
                  <c:v>1.3254490436134476</c:v>
                </c:pt>
                <c:pt idx="751">
                  <c:v>1.3179967653783951</c:v>
                </c:pt>
                <c:pt idx="752">
                  <c:v>1.314070493001293</c:v>
                </c:pt>
                <c:pt idx="753">
                  <c:v>1.3152570037569122</c:v>
                </c:pt>
                <c:pt idx="754">
                  <c:v>1.3203222430871115</c:v>
                </c:pt>
                <c:pt idx="755">
                  <c:v>1.3072729098813436</c:v>
                </c:pt>
                <c:pt idx="756">
                  <c:v>1.3165111380786989</c:v>
                </c:pt>
                <c:pt idx="757">
                  <c:v>1.3056328978367959</c:v>
                </c:pt>
                <c:pt idx="758">
                  <c:v>1.2938742673255947</c:v>
                </c:pt>
                <c:pt idx="759">
                  <c:v>1.2909277135480972</c:v>
                </c:pt>
                <c:pt idx="760">
                  <c:v>1.2893248301677525</c:v>
                </c:pt>
                <c:pt idx="761">
                  <c:v>1.2852559162685124</c:v>
                </c:pt>
                <c:pt idx="762">
                  <c:v>1.2899769936524657</c:v>
                </c:pt>
                <c:pt idx="763">
                  <c:v>1.2699445513183205</c:v>
                </c:pt>
                <c:pt idx="764">
                  <c:v>1.2621697093863578</c:v>
                </c:pt>
                <c:pt idx="765">
                  <c:v>1.2693307978411028</c:v>
                </c:pt>
                <c:pt idx="766">
                  <c:v>1.2493502435698967</c:v>
                </c:pt>
                <c:pt idx="767">
                  <c:v>1.2536691480796123</c:v>
                </c:pt>
                <c:pt idx="768">
                  <c:v>1.2510727457987112</c:v>
                </c:pt>
                <c:pt idx="769">
                  <c:v>1.227709092980857</c:v>
                </c:pt>
                <c:pt idx="770">
                  <c:v>1.2411971080777808</c:v>
                </c:pt>
                <c:pt idx="771">
                  <c:v>1.2453547417094548</c:v>
                </c:pt>
                <c:pt idx="772">
                  <c:v>1.2328915800297042</c:v>
                </c:pt>
                <c:pt idx="773">
                  <c:v>1.2471034925598146</c:v>
                </c:pt>
                <c:pt idx="774">
                  <c:v>1.2677363943723414</c:v>
                </c:pt>
                <c:pt idx="775">
                  <c:v>1.2832163074243415</c:v>
                </c:pt>
                <c:pt idx="776">
                  <c:v>1.2738300618080554</c:v>
                </c:pt>
                <c:pt idx="777">
                  <c:v>1.2999999999999998</c:v>
                </c:pt>
                <c:pt idx="778">
                  <c:v>1.3142223844084933</c:v>
                </c:pt>
                <c:pt idx="779">
                  <c:v>1.2925901870044112</c:v>
                </c:pt>
                <c:pt idx="780">
                  <c:v>1.3023060517195415</c:v>
                </c:pt>
                <c:pt idx="781">
                  <c:v>1.2992315724651262</c:v>
                </c:pt>
                <c:pt idx="782">
                  <c:v>1.3010047763670176</c:v>
                </c:pt>
                <c:pt idx="783">
                  <c:v>1.2632873400308475</c:v>
                </c:pt>
                <c:pt idx="784">
                  <c:v>1.2513207975913196</c:v>
                </c:pt>
                <c:pt idx="785">
                  <c:v>1.2406337862356476</c:v>
                </c:pt>
                <c:pt idx="786">
                  <c:v>1.2435525029862091</c:v>
                </c:pt>
                <c:pt idx="787">
                  <c:v>1.2526424647783285</c:v>
                </c:pt>
                <c:pt idx="788">
                  <c:v>1.2790863572736082</c:v>
                </c:pt>
                <c:pt idx="789">
                  <c:v>1.2995422278245869</c:v>
                </c:pt>
                <c:pt idx="790">
                  <c:v>1.3061938127112118</c:v>
                </c:pt>
                <c:pt idx="791">
                  <c:v>1.331449004811611</c:v>
                </c:pt>
                <c:pt idx="792">
                  <c:v>1.3246046046046047</c:v>
                </c:pt>
                <c:pt idx="793">
                  <c:v>1.320318090377631</c:v>
                </c:pt>
                <c:pt idx="794">
                  <c:v>1.3107135267240462</c:v>
                </c:pt>
                <c:pt idx="795">
                  <c:v>1.3066344004972164</c:v>
                </c:pt>
                <c:pt idx="796">
                  <c:v>1.2983496613847065</c:v>
                </c:pt>
                <c:pt idx="797">
                  <c:v>1.2814350585548504</c:v>
                </c:pt>
                <c:pt idx="798">
                  <c:v>1.2906512716824519</c:v>
                </c:pt>
                <c:pt idx="799">
                  <c:v>1.3033825795822926</c:v>
                </c:pt>
                <c:pt idx="800">
                  <c:v>1.3039070389654677</c:v>
                </c:pt>
                <c:pt idx="801">
                  <c:v>1.2896161385380294</c:v>
                </c:pt>
                <c:pt idx="802">
                  <c:v>1.2756017846026146</c:v>
                </c:pt>
                <c:pt idx="803">
                  <c:v>1.2686142709410548</c:v>
                </c:pt>
                <c:pt idx="804">
                  <c:v>1.2804033329925366</c:v>
                </c:pt>
                <c:pt idx="805">
                  <c:v>1.2934682969026376</c:v>
                </c:pt>
                <c:pt idx="806">
                  <c:v>1.3051087798537346</c:v>
                </c:pt>
                <c:pt idx="807">
                  <c:v>1.2859712230215827</c:v>
                </c:pt>
                <c:pt idx="808">
                  <c:v>1.261236325293265</c:v>
                </c:pt>
                <c:pt idx="809">
                  <c:v>1.2640176365906133</c:v>
                </c:pt>
                <c:pt idx="810">
                  <c:v>1.2650993055829034</c:v>
                </c:pt>
                <c:pt idx="811">
                  <c:v>1.2558176922149431</c:v>
                </c:pt>
                <c:pt idx="812">
                  <c:v>1.254981037337749</c:v>
                </c:pt>
                <c:pt idx="813">
                  <c:v>1.249970199070211</c:v>
                </c:pt>
                <c:pt idx="814">
                  <c:v>1.2382293279239844</c:v>
                </c:pt>
                <c:pt idx="815">
                  <c:v>1.2433448579579065</c:v>
                </c:pt>
                <c:pt idx="816">
                  <c:v>1.2398061058273344</c:v>
                </c:pt>
                <c:pt idx="817">
                  <c:v>1.2476418526505177</c:v>
                </c:pt>
                <c:pt idx="818">
                  <c:v>1.2466063648041954</c:v>
                </c:pt>
                <c:pt idx="819">
                  <c:v>1.2437785946632112</c:v>
                </c:pt>
                <c:pt idx="820">
                  <c:v>1.2535610612300006</c:v>
                </c:pt>
                <c:pt idx="821">
                  <c:v>1.2490552335355112</c:v>
                </c:pt>
                <c:pt idx="822">
                  <c:v>1.2605273244989597</c:v>
                </c:pt>
                <c:pt idx="823">
                  <c:v>1.3103628332321935</c:v>
                </c:pt>
                <c:pt idx="824">
                  <c:v>1.3085118521265369</c:v>
                </c:pt>
                <c:pt idx="825">
                  <c:v>1.3022230519573772</c:v>
                </c:pt>
                <c:pt idx="826">
                  <c:v>1.3092814848059298</c:v>
                </c:pt>
                <c:pt idx="827">
                  <c:v>1.3072757647329916</c:v>
                </c:pt>
                <c:pt idx="828">
                  <c:v>1.32156303479749</c:v>
                </c:pt>
                <c:pt idx="829">
                  <c:v>1.3302124131621829</c:v>
                </c:pt>
                <c:pt idx="830">
                  <c:v>1.3406149545772188</c:v>
                </c:pt>
                <c:pt idx="831">
                  <c:v>1.3549368736907661</c:v>
                </c:pt>
                <c:pt idx="832">
                  <c:v>1.3408020899121549</c:v>
                </c:pt>
                <c:pt idx="833">
                  <c:v>1.3393557503748992</c:v>
                </c:pt>
                <c:pt idx="834">
                  <c:v>1.3361044613710553</c:v>
                </c:pt>
                <c:pt idx="835">
                  <c:v>1.3385074192609836</c:v>
                </c:pt>
                <c:pt idx="836">
                  <c:v>1.3428798382437896</c:v>
                </c:pt>
                <c:pt idx="837">
                  <c:v>1.3539771145590671</c:v>
                </c:pt>
                <c:pt idx="838">
                  <c:v>1.3514225735852425</c:v>
                </c:pt>
                <c:pt idx="839">
                  <c:v>1.3565837252217394</c:v>
                </c:pt>
                <c:pt idx="840">
                  <c:v>1.3595092574605119</c:v>
                </c:pt>
                <c:pt idx="841">
                  <c:v>1.339740164572615</c:v>
                </c:pt>
                <c:pt idx="842">
                  <c:v>1.3526917737944353</c:v>
                </c:pt>
                <c:pt idx="843">
                  <c:v>1.3422542152660584</c:v>
                </c:pt>
                <c:pt idx="844">
                  <c:v>1.3382307522611956</c:v>
                </c:pt>
                <c:pt idx="845">
                  <c:v>1.3229971518294019</c:v>
                </c:pt>
                <c:pt idx="846">
                  <c:v>1.3231964229413282</c:v>
                </c:pt>
                <c:pt idx="847">
                  <c:v>1.3305466800892896</c:v>
                </c:pt>
                <c:pt idx="848">
                  <c:v>1.3470245416739881</c:v>
                </c:pt>
                <c:pt idx="849">
                  <c:v>1.3560706627182679</c:v>
                </c:pt>
                <c:pt idx="850">
                  <c:v>1.3092052804110923</c:v>
                </c:pt>
                <c:pt idx="851">
                  <c:v>1.3177465121778198</c:v>
                </c:pt>
                <c:pt idx="852">
                  <c:v>1.316576006622125</c:v>
                </c:pt>
                <c:pt idx="853">
                  <c:v>1.316757992205585</c:v>
                </c:pt>
                <c:pt idx="854">
                  <c:v>1.3173729230164193</c:v>
                </c:pt>
                <c:pt idx="855">
                  <c:v>1.3175692607545595</c:v>
                </c:pt>
                <c:pt idx="856">
                  <c:v>1.3216842751671296</c:v>
                </c:pt>
                <c:pt idx="857">
                  <c:v>1.3220561347681057</c:v>
                </c:pt>
                <c:pt idx="858">
                  <c:v>1.3195975956621038</c:v>
                </c:pt>
                <c:pt idx="859">
                  <c:v>1.3045593725095423</c:v>
                </c:pt>
                <c:pt idx="860">
                  <c:v>1.291413579718824</c:v>
                </c:pt>
                <c:pt idx="861">
                  <c:v>1.2986565279689029</c:v>
                </c:pt>
                <c:pt idx="862">
                  <c:v>1.2935184923572458</c:v>
                </c:pt>
                <c:pt idx="863">
                  <c:v>1.2969381532483371</c:v>
                </c:pt>
                <c:pt idx="864">
                  <c:v>1.2845251500163912</c:v>
                </c:pt>
                <c:pt idx="865">
                  <c:v>1.3052973313120333</c:v>
                </c:pt>
                <c:pt idx="866">
                  <c:v>1.3124955752212391</c:v>
                </c:pt>
                <c:pt idx="867">
                  <c:v>1.3468309361666055</c:v>
                </c:pt>
                <c:pt idx="868">
                  <c:v>1.3434373368330441</c:v>
                </c:pt>
                <c:pt idx="869">
                  <c:v>1.3773843152101111</c:v>
                </c:pt>
                <c:pt idx="870">
                  <c:v>1.4104433987080933</c:v>
                </c:pt>
                <c:pt idx="871">
                  <c:v>1.4105448769327174</c:v>
                </c:pt>
                <c:pt idx="872">
                  <c:v>1.4208499674396218</c:v>
                </c:pt>
                <c:pt idx="873">
                  <c:v>1.4142675016461426</c:v>
                </c:pt>
                <c:pt idx="874">
                  <c:v>1.4133126075612057</c:v>
                </c:pt>
                <c:pt idx="875">
                  <c:v>1.4250031033198625</c:v>
                </c:pt>
                <c:pt idx="876">
                  <c:v>1.4356252821052922</c:v>
                </c:pt>
                <c:pt idx="877">
                  <c:v>1.4325733972027397</c:v>
                </c:pt>
                <c:pt idx="878">
                  <c:v>1.4312612809713943</c:v>
                </c:pt>
                <c:pt idx="879">
                  <c:v>1.4228937880164039</c:v>
                </c:pt>
                <c:pt idx="880">
                  <c:v>1.4497048646448198</c:v>
                </c:pt>
                <c:pt idx="881">
                  <c:v>1.4560908428073776</c:v>
                </c:pt>
                <c:pt idx="882">
                  <c:v>1.4601412170538459</c:v>
                </c:pt>
                <c:pt idx="883">
                  <c:v>1.4770142949967511</c:v>
                </c:pt>
                <c:pt idx="884">
                  <c:v>1.4690496238150854</c:v>
                </c:pt>
                <c:pt idx="885">
                  <c:v>1.465662559787301</c:v>
                </c:pt>
                <c:pt idx="886">
                  <c:v>1.4926367413663919</c:v>
                </c:pt>
                <c:pt idx="887">
                  <c:v>1.4828422230511002</c:v>
                </c:pt>
                <c:pt idx="888">
                  <c:v>1.4804953145917001</c:v>
                </c:pt>
                <c:pt idx="889">
                  <c:v>1.4760637936884968</c:v>
                </c:pt>
                <c:pt idx="890">
                  <c:v>1.485023797800755</c:v>
                </c:pt>
                <c:pt idx="891">
                  <c:v>1.4872983844026031</c:v>
                </c:pt>
                <c:pt idx="892">
                  <c:v>1.4653105037176668</c:v>
                </c:pt>
                <c:pt idx="893">
                  <c:v>1.4507999378689034</c:v>
                </c:pt>
                <c:pt idx="894">
                  <c:v>1.4390379887984996</c:v>
                </c:pt>
                <c:pt idx="895">
                  <c:v>1.4259514443915515</c:v>
                </c:pt>
                <c:pt idx="896">
                  <c:v>1.4267081758953566</c:v>
                </c:pt>
                <c:pt idx="897">
                  <c:v>1.4153642285685977</c:v>
                </c:pt>
                <c:pt idx="898">
                  <c:v>1.3491899430905445</c:v>
                </c:pt>
                <c:pt idx="899">
                  <c:v>1.336107223462067</c:v>
                </c:pt>
                <c:pt idx="900">
                  <c:v>1.358448561604868</c:v>
                </c:pt>
                <c:pt idx="901">
                  <c:v>1.3643404139500934</c:v>
                </c:pt>
                <c:pt idx="902">
                  <c:v>1.3678541736465275</c:v>
                </c:pt>
                <c:pt idx="903">
                  <c:v>1.3596367947010155</c:v>
                </c:pt>
                <c:pt idx="904">
                  <c:v>1.3804499157323953</c:v>
                </c:pt>
                <c:pt idx="905">
                  <c:v>1.3777670020608557</c:v>
                </c:pt>
                <c:pt idx="906">
                  <c:v>1.3712847584555889</c:v>
                </c:pt>
                <c:pt idx="907">
                  <c:v>1.3797603686635946</c:v>
                </c:pt>
                <c:pt idx="908">
                  <c:v>1.3542384986700819</c:v>
                </c:pt>
                <c:pt idx="909">
                  <c:v>1.3387736386844129</c:v>
                </c:pt>
                <c:pt idx="910">
                  <c:v>1.3411716377035301</c:v>
                </c:pt>
                <c:pt idx="911">
                  <c:v>1.3549678306566475</c:v>
                </c:pt>
                <c:pt idx="912">
                  <c:v>1.3720437524635396</c:v>
                </c:pt>
                <c:pt idx="913">
                  <c:v>1.3603129669902441</c:v>
                </c:pt>
                <c:pt idx="914">
                  <c:v>1.3649605675349528</c:v>
                </c:pt>
                <c:pt idx="915">
                  <c:v>1.3678303783586181</c:v>
                </c:pt>
                <c:pt idx="916">
                  <c:v>1.3688413794813923</c:v>
                </c:pt>
                <c:pt idx="917">
                  <c:v>1.38553788426874</c:v>
                </c:pt>
                <c:pt idx="918">
                  <c:v>1.3699814092067519</c:v>
                </c:pt>
                <c:pt idx="919">
                  <c:v>1.3609686960808478</c:v>
                </c:pt>
                <c:pt idx="920">
                  <c:v>1.3876914734987122</c:v>
                </c:pt>
                <c:pt idx="921">
                  <c:v>1.351190403850127</c:v>
                </c:pt>
                <c:pt idx="922">
                  <c:v>1.3333990244863771</c:v>
                </c:pt>
                <c:pt idx="923">
                  <c:v>1.3398434139206743</c:v>
                </c:pt>
                <c:pt idx="924">
                  <c:v>1.3525674114494999</c:v>
                </c:pt>
                <c:pt idx="925">
                  <c:v>1.3594938279263074</c:v>
                </c:pt>
                <c:pt idx="926">
                  <c:v>1.3611665803811355</c:v>
                </c:pt>
                <c:pt idx="927">
                  <c:v>1.3726698300489033</c:v>
                </c:pt>
                <c:pt idx="928">
                  <c:v>1.3676331679320859</c:v>
                </c:pt>
                <c:pt idx="929">
                  <c:v>1.373714435183754</c:v>
                </c:pt>
                <c:pt idx="930">
                  <c:v>1.3704857885391064</c:v>
                </c:pt>
                <c:pt idx="931">
                  <c:v>1.4058569910067003</c:v>
                </c:pt>
                <c:pt idx="932">
                  <c:v>1.4131304948655024</c:v>
                </c:pt>
                <c:pt idx="933">
                  <c:v>1.4137207025490401</c:v>
                </c:pt>
                <c:pt idx="934">
                  <c:v>1.413928419460073</c:v>
                </c:pt>
                <c:pt idx="935">
                  <c:v>1.41407305568066</c:v>
                </c:pt>
                <c:pt idx="936">
                  <c:v>1.4122533255805674</c:v>
                </c:pt>
                <c:pt idx="937">
                  <c:v>1.446927508401344</c:v>
                </c:pt>
                <c:pt idx="938">
                  <c:v>1.4388802824512736</c:v>
                </c:pt>
                <c:pt idx="939">
                  <c:v>1.456233902854863</c:v>
                </c:pt>
                <c:pt idx="940">
                  <c:v>1.4580889332392242</c:v>
                </c:pt>
                <c:pt idx="941">
                  <c:v>1.4683996730790345</c:v>
                </c:pt>
                <c:pt idx="942">
                  <c:v>1.4530569014633197</c:v>
                </c:pt>
                <c:pt idx="943">
                  <c:v>1.4541240052557207</c:v>
                </c:pt>
                <c:pt idx="944">
                  <c:v>1.4694772724424447</c:v>
                </c:pt>
                <c:pt idx="945">
                  <c:v>1.4584725089134922</c:v>
                </c:pt>
                <c:pt idx="946">
                  <c:v>1.4391764971072207</c:v>
                </c:pt>
                <c:pt idx="947">
                  <c:v>1.4436409133562715</c:v>
                </c:pt>
                <c:pt idx="948">
                  <c:v>1.444891726818434</c:v>
                </c:pt>
                <c:pt idx="949">
                  <c:v>1.4644600042435816</c:v>
                </c:pt>
                <c:pt idx="950">
                  <c:v>1.4436633541896702</c:v>
                </c:pt>
                <c:pt idx="951">
                  <c:v>1.4515083396465431</c:v>
                </c:pt>
                <c:pt idx="952">
                  <c:v>1.4501649001787467</c:v>
                </c:pt>
                <c:pt idx="953">
                  <c:v>1.4322348428236937</c:v>
                </c:pt>
                <c:pt idx="954">
                  <c:v>1.4239307384934143</c:v>
                </c:pt>
                <c:pt idx="955">
                  <c:v>1.4224415468184812</c:v>
                </c:pt>
                <c:pt idx="956">
                  <c:v>1.4109613248510553</c:v>
                </c:pt>
                <c:pt idx="957">
                  <c:v>1.4207114526524542</c:v>
                </c:pt>
                <c:pt idx="958">
                  <c:v>1.2812542469205965</c:v>
                </c:pt>
                <c:pt idx="959">
                  <c:v>1.2678106479529843</c:v>
                </c:pt>
                <c:pt idx="960">
                  <c:v>1.2687209200245808</c:v>
                </c:pt>
                <c:pt idx="961">
                  <c:v>1.2685160788446821</c:v>
                </c:pt>
                <c:pt idx="962">
                  <c:v>1.2674964653605332</c:v>
                </c:pt>
                <c:pt idx="963">
                  <c:v>1.2560744635781396</c:v>
                </c:pt>
                <c:pt idx="964">
                  <c:v>1.2739106248841092</c:v>
                </c:pt>
                <c:pt idx="965">
                  <c:v>1.263653530479</c:v>
                </c:pt>
                <c:pt idx="966">
                  <c:v>1.2548327182971235</c:v>
                </c:pt>
                <c:pt idx="967">
                  <c:v>1.2419689947259069</c:v>
                </c:pt>
                <c:pt idx="968">
                  <c:v>1.2228601833863364</c:v>
                </c:pt>
                <c:pt idx="969">
                  <c:v>1.2140553281230617</c:v>
                </c:pt>
                <c:pt idx="970">
                  <c:v>1.2234539306637602</c:v>
                </c:pt>
                <c:pt idx="971">
                  <c:v>1.223102310231023</c:v>
                </c:pt>
                <c:pt idx="972">
                  <c:v>1.2140996480170783</c:v>
                </c:pt>
                <c:pt idx="973">
                  <c:v>1.2441065505279418</c:v>
                </c:pt>
                <c:pt idx="974">
                  <c:v>1.2420562430853939</c:v>
                </c:pt>
                <c:pt idx="975">
                  <c:v>1.2457915484276891</c:v>
                </c:pt>
                <c:pt idx="976">
                  <c:v>1.2441801426721841</c:v>
                </c:pt>
                <c:pt idx="977">
                  <c:v>1.2515482902587001</c:v>
                </c:pt>
                <c:pt idx="978">
                  <c:v>1.2573209996422547</c:v>
                </c:pt>
                <c:pt idx="979">
                  <c:v>1.2451888162672478</c:v>
                </c:pt>
                <c:pt idx="980">
                  <c:v>1.2576050185994063</c:v>
                </c:pt>
                <c:pt idx="981">
                  <c:v>1.2487775061124695</c:v>
                </c:pt>
                <c:pt idx="982">
                  <c:v>1.2307523011793948</c:v>
                </c:pt>
                <c:pt idx="983">
                  <c:v>1.2267118191846893</c:v>
                </c:pt>
                <c:pt idx="984">
                  <c:v>1.2412452839743753</c:v>
                </c:pt>
                <c:pt idx="985">
                  <c:v>1.2313658888987464</c:v>
                </c:pt>
                <c:pt idx="986">
                  <c:v>1.2307360788936634</c:v>
                </c:pt>
                <c:pt idx="987">
                  <c:v>1.2103847984664668</c:v>
                </c:pt>
                <c:pt idx="988">
                  <c:v>1.2242059159741576</c:v>
                </c:pt>
                <c:pt idx="989">
                  <c:v>1.2179185872881906</c:v>
                </c:pt>
                <c:pt idx="990">
                  <c:v>1.2082217090069285</c:v>
                </c:pt>
                <c:pt idx="991">
                  <c:v>1.2152717917434721</c:v>
                </c:pt>
                <c:pt idx="992">
                  <c:v>1.2177801508376158</c:v>
                </c:pt>
                <c:pt idx="993">
                  <c:v>1.244199192462988</c:v>
                </c:pt>
                <c:pt idx="994">
                  <c:v>1.2430928165291901</c:v>
                </c:pt>
                <c:pt idx="995">
                  <c:v>1.2199203079988155</c:v>
                </c:pt>
                <c:pt idx="996">
                  <c:v>1.23771652397147</c:v>
                </c:pt>
                <c:pt idx="997">
                  <c:v>1.2312312312312312</c:v>
                </c:pt>
                <c:pt idx="998">
                  <c:v>1.2098648135077907</c:v>
                </c:pt>
                <c:pt idx="999">
                  <c:v>1.2131463888589011</c:v>
                </c:pt>
                <c:pt idx="1000">
                  <c:v>1.2101141491903373</c:v>
                </c:pt>
                <c:pt idx="1001">
                  <c:v>1.211218183026517</c:v>
                </c:pt>
                <c:pt idx="1002">
                  <c:v>1.2293342992419343</c:v>
                </c:pt>
                <c:pt idx="1003">
                  <c:v>1.2024616735764009</c:v>
                </c:pt>
                <c:pt idx="1004">
                  <c:v>1.2206402048655571</c:v>
                </c:pt>
                <c:pt idx="1005">
                  <c:v>1.2216676904176904</c:v>
                </c:pt>
                <c:pt idx="1006">
                  <c:v>1.2114190616398899</c:v>
                </c:pt>
                <c:pt idx="1007">
                  <c:v>1.225627937534745</c:v>
                </c:pt>
                <c:pt idx="1008">
                  <c:v>1.2159066486301975</c:v>
                </c:pt>
                <c:pt idx="1009">
                  <c:v>1.2261096154321141</c:v>
                </c:pt>
                <c:pt idx="1010">
                  <c:v>1.219191445223748</c:v>
                </c:pt>
                <c:pt idx="1011">
                  <c:v>1.2186839371906886</c:v>
                </c:pt>
                <c:pt idx="1012">
                  <c:v>1.1935527199462725</c:v>
                </c:pt>
                <c:pt idx="1013">
                  <c:v>1.1819512730733102</c:v>
                </c:pt>
                <c:pt idx="1014">
                  <c:v>1.1639639418954999</c:v>
                </c:pt>
                <c:pt idx="1015">
                  <c:v>1.1774012137392313</c:v>
                </c:pt>
                <c:pt idx="1016">
                  <c:v>1.1710351283440903</c:v>
                </c:pt>
                <c:pt idx="1017">
                  <c:v>1.1654344037839182</c:v>
                </c:pt>
                <c:pt idx="1018">
                  <c:v>1.1699688861232109</c:v>
                </c:pt>
                <c:pt idx="1019">
                  <c:v>1.1794347341018965</c:v>
                </c:pt>
                <c:pt idx="1020">
                  <c:v>1.1776169334278499</c:v>
                </c:pt>
                <c:pt idx="1021">
                  <c:v>1.1785411625993296</c:v>
                </c:pt>
                <c:pt idx="1022">
                  <c:v>1.1968942887116054</c:v>
                </c:pt>
                <c:pt idx="1023">
                  <c:v>1.1743831917438319</c:v>
                </c:pt>
                <c:pt idx="1024">
                  <c:v>1.2024383609070901</c:v>
                </c:pt>
                <c:pt idx="1025">
                  <c:v>1.2064413806883461</c:v>
                </c:pt>
                <c:pt idx="1026">
                  <c:v>1.218049418061866</c:v>
                </c:pt>
                <c:pt idx="1027">
                  <c:v>1.2064015207623562</c:v>
                </c:pt>
                <c:pt idx="1028">
                  <c:v>1.1983092594655478</c:v>
                </c:pt>
                <c:pt idx="1029">
                  <c:v>1.2015519299641861</c:v>
                </c:pt>
                <c:pt idx="1030">
                  <c:v>1.2162283686564264</c:v>
                </c:pt>
                <c:pt idx="1031">
                  <c:v>1.2286596109214187</c:v>
                </c:pt>
                <c:pt idx="1032">
                  <c:v>1.220428794686462</c:v>
                </c:pt>
                <c:pt idx="1033">
                  <c:v>1.2174477271624702</c:v>
                </c:pt>
                <c:pt idx="1034">
                  <c:v>1.2126474284609436</c:v>
                </c:pt>
                <c:pt idx="1035">
                  <c:v>1.2123142509135199</c:v>
                </c:pt>
                <c:pt idx="1036">
                  <c:v>1.2202199071289368</c:v>
                </c:pt>
                <c:pt idx="1037">
                  <c:v>1.2214989972258583</c:v>
                </c:pt>
                <c:pt idx="1038">
                  <c:v>1.2327115970474549</c:v>
                </c:pt>
                <c:pt idx="1039">
                  <c:v>1.2276662236430906</c:v>
                </c:pt>
                <c:pt idx="1040">
                  <c:v>1.2196422182468694</c:v>
                </c:pt>
                <c:pt idx="1041">
                  <c:v>1.2133277601958561</c:v>
                </c:pt>
                <c:pt idx="1042">
                  <c:v>1.2124893970347537</c:v>
                </c:pt>
                <c:pt idx="1043">
                  <c:v>1.2089680736577784</c:v>
                </c:pt>
                <c:pt idx="1044">
                  <c:v>1.1535498471242507</c:v>
                </c:pt>
                <c:pt idx="1045">
                  <c:v>1.1415059191154378</c:v>
                </c:pt>
                <c:pt idx="1046">
                  <c:v>1.1295275638451898</c:v>
                </c:pt>
                <c:pt idx="1047">
                  <c:v>1.1427346090654296</c:v>
                </c:pt>
                <c:pt idx="1048">
                  <c:v>1.1750141363587148</c:v>
                </c:pt>
                <c:pt idx="1049">
                  <c:v>1.1935514722584195</c:v>
                </c:pt>
                <c:pt idx="1050">
                  <c:v>1.1836406608040502</c:v>
                </c:pt>
                <c:pt idx="1051">
                  <c:v>1.1757307096262659</c:v>
                </c:pt>
                <c:pt idx="1052">
                  <c:v>1.177423030332106</c:v>
                </c:pt>
                <c:pt idx="1053">
                  <c:v>1.1806980535046505</c:v>
                </c:pt>
                <c:pt idx="1054">
                  <c:v>1.1801916308173643</c:v>
                </c:pt>
                <c:pt idx="1055">
                  <c:v>1.174215813907789</c:v>
                </c:pt>
                <c:pt idx="1056">
                  <c:v>1.178264317398954</c:v>
                </c:pt>
                <c:pt idx="1057">
                  <c:v>1.193032538711551</c:v>
                </c:pt>
                <c:pt idx="1058">
                  <c:v>1.1770441583024083</c:v>
                </c:pt>
                <c:pt idx="1059">
                  <c:v>1.1836611753134989</c:v>
                </c:pt>
                <c:pt idx="1060">
                  <c:v>1.1823330952791391</c:v>
                </c:pt>
                <c:pt idx="1061">
                  <c:v>1.1873742084335575</c:v>
                </c:pt>
                <c:pt idx="1062">
                  <c:v>1.1762626324194512</c:v>
                </c:pt>
                <c:pt idx="1063">
                  <c:v>1.1721271153089334</c:v>
                </c:pt>
                <c:pt idx="1064">
                  <c:v>1.1656726802842801</c:v>
                </c:pt>
                <c:pt idx="1065">
                  <c:v>1.1820581455870327</c:v>
                </c:pt>
                <c:pt idx="1066">
                  <c:v>1.1788817273209025</c:v>
                </c:pt>
                <c:pt idx="1067">
                  <c:v>1.1727661685372357</c:v>
                </c:pt>
                <c:pt idx="1068">
                  <c:v>1.1536872572545334</c:v>
                </c:pt>
                <c:pt idx="1069">
                  <c:v>1.1424164337821652</c:v>
                </c:pt>
                <c:pt idx="1070">
                  <c:v>1.1599268269044389</c:v>
                </c:pt>
                <c:pt idx="1071">
                  <c:v>1.1671499712464364</c:v>
                </c:pt>
                <c:pt idx="1072">
                  <c:v>1.166629923574368</c:v>
                </c:pt>
                <c:pt idx="1073">
                  <c:v>1.1727860438719868</c:v>
                </c:pt>
                <c:pt idx="1074">
                  <c:v>1.1721129402473036</c:v>
                </c:pt>
                <c:pt idx="1075">
                  <c:v>1.1699835197762685</c:v>
                </c:pt>
                <c:pt idx="1076">
                  <c:v>1.1760406066171907</c:v>
                </c:pt>
                <c:pt idx="1077">
                  <c:v>1.1807632197487112</c:v>
                </c:pt>
                <c:pt idx="1078">
                  <c:v>1.1720474850079552</c:v>
                </c:pt>
                <c:pt idx="1079">
                  <c:v>1.1846758110803055</c:v>
                </c:pt>
                <c:pt idx="1080">
                  <c:v>1.185494051954358</c:v>
                </c:pt>
                <c:pt idx="1081">
                  <c:v>1.1997474778132549</c:v>
                </c:pt>
                <c:pt idx="1082">
                  <c:v>1.1863608637306333</c:v>
                </c:pt>
                <c:pt idx="1083">
                  <c:v>1.1830644670359773</c:v>
                </c:pt>
                <c:pt idx="1084">
                  <c:v>1.1951933224599443</c:v>
                </c:pt>
                <c:pt idx="1085">
                  <c:v>1.2035197790751193</c:v>
                </c:pt>
                <c:pt idx="1086">
                  <c:v>1.2146756720446523</c:v>
                </c:pt>
                <c:pt idx="1087">
                  <c:v>1.2207962059819344</c:v>
                </c:pt>
                <c:pt idx="1088">
                  <c:v>1.2049434837569495</c:v>
                </c:pt>
                <c:pt idx="1089">
                  <c:v>1.2184145486738722</c:v>
                </c:pt>
                <c:pt idx="1090">
                  <c:v>1.2085475303742594</c:v>
                </c:pt>
                <c:pt idx="1091">
                  <c:v>1.2084360852442122</c:v>
                </c:pt>
                <c:pt idx="1092">
                  <c:v>1.2230040260142458</c:v>
                </c:pt>
                <c:pt idx="1093">
                  <c:v>1.227385664165408</c:v>
                </c:pt>
                <c:pt idx="1094">
                  <c:v>1.2319730930573141</c:v>
                </c:pt>
                <c:pt idx="1095">
                  <c:v>1.2404337761051758</c:v>
                </c:pt>
                <c:pt idx="1096">
                  <c:v>1.2447053263856935</c:v>
                </c:pt>
                <c:pt idx="1097">
                  <c:v>1.2381960803969725</c:v>
                </c:pt>
                <c:pt idx="1098">
                  <c:v>1.2291731844973659</c:v>
                </c:pt>
                <c:pt idx="1099">
                  <c:v>1.2309713574097136</c:v>
                </c:pt>
                <c:pt idx="1100">
                  <c:v>1.2432342543205923</c:v>
                </c:pt>
                <c:pt idx="1101">
                  <c:v>1.2460089697240753</c:v>
                </c:pt>
                <c:pt idx="1102">
                  <c:v>1.2392711128947302</c:v>
                </c:pt>
                <c:pt idx="1103">
                  <c:v>1.2397763678623028</c:v>
                </c:pt>
                <c:pt idx="1104">
                  <c:v>1.2306589176541625</c:v>
                </c:pt>
                <c:pt idx="1105">
                  <c:v>1.2425835710992887</c:v>
                </c:pt>
                <c:pt idx="1106">
                  <c:v>1.2460659504440166</c:v>
                </c:pt>
                <c:pt idx="1107">
                  <c:v>1.2436507246556798</c:v>
                </c:pt>
                <c:pt idx="1108">
                  <c:v>1.229034080210883</c:v>
                </c:pt>
                <c:pt idx="1109">
                  <c:v>1.2134931036634837</c:v>
                </c:pt>
                <c:pt idx="1110">
                  <c:v>1.1981251329803879</c:v>
                </c:pt>
                <c:pt idx="1111">
                  <c:v>1.1891234373830377</c:v>
                </c:pt>
                <c:pt idx="1112">
                  <c:v>1.188087263056214</c:v>
                </c:pt>
                <c:pt idx="1113">
                  <c:v>1.1654646102254935</c:v>
                </c:pt>
                <c:pt idx="1114">
                  <c:v>1.1732230043251233</c:v>
                </c:pt>
                <c:pt idx="1115">
                  <c:v>1.1684988883839191</c:v>
                </c:pt>
                <c:pt idx="1116">
                  <c:v>1.179139861953153</c:v>
                </c:pt>
                <c:pt idx="1117">
                  <c:v>1.1615327009485772</c:v>
                </c:pt>
                <c:pt idx="1118">
                  <c:v>1.1356042907026402</c:v>
                </c:pt>
                <c:pt idx="1119">
                  <c:v>1.1335632067339385</c:v>
                </c:pt>
                <c:pt idx="1120">
                  <c:v>1.1292882711881682</c:v>
                </c:pt>
                <c:pt idx="1121">
                  <c:v>1.1253027097300468</c:v>
                </c:pt>
                <c:pt idx="1122">
                  <c:v>1.1300935478562477</c:v>
                </c:pt>
                <c:pt idx="1123">
                  <c:v>1.1439817876583405</c:v>
                </c:pt>
                <c:pt idx="1124">
                  <c:v>1.1477072647936921</c:v>
                </c:pt>
                <c:pt idx="1125">
                  <c:v>1.1491720478230292</c:v>
                </c:pt>
                <c:pt idx="1126">
                  <c:v>1.1460789207592572</c:v>
                </c:pt>
                <c:pt idx="1127">
                  <c:v>1.1658074404347218</c:v>
                </c:pt>
                <c:pt idx="1128">
                  <c:v>1.1640304259123997</c:v>
                </c:pt>
                <c:pt idx="1129">
                  <c:v>1.1669768983629965</c:v>
                </c:pt>
                <c:pt idx="1130">
                  <c:v>1.1668855929501485</c:v>
                </c:pt>
                <c:pt idx="1131">
                  <c:v>1.1315468630937262</c:v>
                </c:pt>
                <c:pt idx="1132">
                  <c:v>1.148468632585677</c:v>
                </c:pt>
                <c:pt idx="1133">
                  <c:v>1.1232484842347761</c:v>
                </c:pt>
                <c:pt idx="1134">
                  <c:v>1.1270058040286788</c:v>
                </c:pt>
                <c:pt idx="1135">
                  <c:v>1.1259077155824508</c:v>
                </c:pt>
                <c:pt idx="1136">
                  <c:v>1.1224920127795528</c:v>
                </c:pt>
                <c:pt idx="1137">
                  <c:v>1.1173853216908221</c:v>
                </c:pt>
                <c:pt idx="1138">
                  <c:v>1.1259469696969697</c:v>
                </c:pt>
                <c:pt idx="1139">
                  <c:v>1.1186927703919389</c:v>
                </c:pt>
                <c:pt idx="1140">
                  <c:v>1.1307130969146078</c:v>
                </c:pt>
                <c:pt idx="1141">
                  <c:v>1.1320709002805409</c:v>
                </c:pt>
                <c:pt idx="1142">
                  <c:v>1.1345604002859186</c:v>
                </c:pt>
                <c:pt idx="1143">
                  <c:v>1.148592370481426</c:v>
                </c:pt>
                <c:pt idx="1144">
                  <c:v>1.1452635903756774</c:v>
                </c:pt>
                <c:pt idx="1145">
                  <c:v>1.1351235202958758</c:v>
                </c:pt>
                <c:pt idx="1146">
                  <c:v>1.1327381265449954</c:v>
                </c:pt>
                <c:pt idx="1147">
                  <c:v>1.1276452405484665</c:v>
                </c:pt>
                <c:pt idx="1148">
                  <c:v>1.1490419485434717</c:v>
                </c:pt>
                <c:pt idx="1149">
                  <c:v>1.1537236372323907</c:v>
                </c:pt>
                <c:pt idx="1150">
                  <c:v>1.1621364683198543</c:v>
                </c:pt>
                <c:pt idx="1151">
                  <c:v>1.1600272705397963</c:v>
                </c:pt>
                <c:pt idx="1152">
                  <c:v>1.1566069173093978</c:v>
                </c:pt>
                <c:pt idx="1153">
                  <c:v>1.1690956601384661</c:v>
                </c:pt>
                <c:pt idx="1154">
                  <c:v>1.1574855140816602</c:v>
                </c:pt>
                <c:pt idx="1155">
                  <c:v>1.1524746845724807</c:v>
                </c:pt>
                <c:pt idx="1156">
                  <c:v>1.1517787934675112</c:v>
                </c:pt>
                <c:pt idx="1157">
                  <c:v>1.1496209801439867</c:v>
                </c:pt>
                <c:pt idx="1158">
                  <c:v>1.1350000680855701</c:v>
                </c:pt>
                <c:pt idx="1159">
                  <c:v>1.1458871589541033</c:v>
                </c:pt>
                <c:pt idx="1160">
                  <c:v>1.1459278983457732</c:v>
                </c:pt>
                <c:pt idx="1161">
                  <c:v>1.1385501308121426</c:v>
                </c:pt>
                <c:pt idx="1162">
                  <c:v>1.1441285332076465</c:v>
                </c:pt>
                <c:pt idx="1163">
                  <c:v>1.1344764083819303</c:v>
                </c:pt>
                <c:pt idx="1164">
                  <c:v>1.1198341433945684</c:v>
                </c:pt>
                <c:pt idx="1165">
                  <c:v>1.1225891930284653</c:v>
                </c:pt>
                <c:pt idx="1166">
                  <c:v>1.1285185033288221</c:v>
                </c:pt>
                <c:pt idx="1167">
                  <c:v>1.1308663154025242</c:v>
                </c:pt>
                <c:pt idx="1168">
                  <c:v>1.1494673948307559</c:v>
                </c:pt>
                <c:pt idx="1169">
                  <c:v>1.1477208092955229</c:v>
                </c:pt>
                <c:pt idx="1170">
                  <c:v>1.1446453972769761</c:v>
                </c:pt>
                <c:pt idx="1171">
                  <c:v>1.1560274192684625</c:v>
                </c:pt>
                <c:pt idx="1172">
                  <c:v>1.1474876264256511</c:v>
                </c:pt>
                <c:pt idx="1173">
                  <c:v>1.1362409110350726</c:v>
                </c:pt>
                <c:pt idx="1174">
                  <c:v>1.1467886222412684</c:v>
                </c:pt>
                <c:pt idx="1175">
                  <c:v>1.1493313818109241</c:v>
                </c:pt>
                <c:pt idx="1176">
                  <c:v>1.1739839122195572</c:v>
                </c:pt>
                <c:pt idx="1177">
                  <c:v>1.1829158502356616</c:v>
                </c:pt>
                <c:pt idx="1178">
                  <c:v>1.1703285840439694</c:v>
                </c:pt>
                <c:pt idx="1179">
                  <c:v>1.1753616719615618</c:v>
                </c:pt>
                <c:pt idx="1180">
                  <c:v>1.1896156205820374</c:v>
                </c:pt>
                <c:pt idx="1181">
                  <c:v>1.1924419065746688</c:v>
                </c:pt>
                <c:pt idx="1182">
                  <c:v>1.1860027130608859</c:v>
                </c:pt>
                <c:pt idx="1183">
                  <c:v>1.1836809751484263</c:v>
                </c:pt>
                <c:pt idx="1184">
                  <c:v>1.1851583017697596</c:v>
                </c:pt>
                <c:pt idx="1185">
                  <c:v>1.1818122101501636</c:v>
                </c:pt>
                <c:pt idx="1186">
                  <c:v>1.1657270346817721</c:v>
                </c:pt>
                <c:pt idx="1187">
                  <c:v>1.1679950786348563</c:v>
                </c:pt>
                <c:pt idx="1188">
                  <c:v>1.1815112992458239</c:v>
                </c:pt>
                <c:pt idx="1189">
                  <c:v>1.1597132830178454</c:v>
                </c:pt>
                <c:pt idx="1190">
                  <c:v>1.1539516567083108</c:v>
                </c:pt>
                <c:pt idx="1191">
                  <c:v>1.1472347499080295</c:v>
                </c:pt>
                <c:pt idx="1192">
                  <c:v>1.1438050412008252</c:v>
                </c:pt>
                <c:pt idx="1193">
                  <c:v>1.1525193535243787</c:v>
                </c:pt>
                <c:pt idx="1194">
                  <c:v>1.1556462883292684</c:v>
                </c:pt>
                <c:pt idx="1195">
                  <c:v>1.1498834718648543</c:v>
                </c:pt>
                <c:pt idx="1196">
                  <c:v>1.1583812376865572</c:v>
                </c:pt>
                <c:pt idx="1197">
                  <c:v>1.1743627632065015</c:v>
                </c:pt>
                <c:pt idx="1198">
                  <c:v>1.1540141773821297</c:v>
                </c:pt>
                <c:pt idx="1199">
                  <c:v>1.1443781826103532</c:v>
                </c:pt>
                <c:pt idx="1200">
                  <c:v>1.1578869288450127</c:v>
                </c:pt>
                <c:pt idx="1201">
                  <c:v>1.1512114391632464</c:v>
                </c:pt>
                <c:pt idx="1202">
                  <c:v>1.1646219574334653</c:v>
                </c:pt>
                <c:pt idx="1203">
                  <c:v>1.1689146210065817</c:v>
                </c:pt>
                <c:pt idx="1204">
                  <c:v>1.150505972663332</c:v>
                </c:pt>
                <c:pt idx="1205">
                  <c:v>1.136656194927592</c:v>
                </c:pt>
                <c:pt idx="1206">
                  <c:v>1.1412502375071254</c:v>
                </c:pt>
                <c:pt idx="1207">
                  <c:v>1.1368131450161016</c:v>
                </c:pt>
                <c:pt idx="1208">
                  <c:v>1.149460882647944</c:v>
                </c:pt>
                <c:pt idx="1209">
                  <c:v>1.1486085851665464</c:v>
                </c:pt>
                <c:pt idx="1210">
                  <c:v>1.1281176643192488</c:v>
                </c:pt>
                <c:pt idx="1211">
                  <c:v>1.1151339791168702</c:v>
                </c:pt>
                <c:pt idx="1212">
                  <c:v>1.1447710407694336</c:v>
                </c:pt>
                <c:pt idx="1213">
                  <c:v>1.1328070611636001</c:v>
                </c:pt>
                <c:pt idx="1214">
                  <c:v>1.1298006504307241</c:v>
                </c:pt>
                <c:pt idx="1215">
                  <c:v>1.1172651728743137</c:v>
                </c:pt>
                <c:pt idx="1216">
                  <c:v>1.1014015250789371</c:v>
                </c:pt>
                <c:pt idx="1217">
                  <c:v>1.1009139946059334</c:v>
                </c:pt>
                <c:pt idx="1218">
                  <c:v>1.2650374289977555</c:v>
                </c:pt>
                <c:pt idx="1219">
                  <c:v>1.2630915621652279</c:v>
                </c:pt>
                <c:pt idx="1220">
                  <c:v>1.270591748370079</c:v>
                </c:pt>
                <c:pt idx="1221">
                  <c:v>1.2616631098317534</c:v>
                </c:pt>
                <c:pt idx="1222">
                  <c:v>1.26248285063374</c:v>
                </c:pt>
                <c:pt idx="1223">
                  <c:v>1.2284318293435419</c:v>
                </c:pt>
                <c:pt idx="1224">
                  <c:v>1.2222404626905252</c:v>
                </c:pt>
                <c:pt idx="1225">
                  <c:v>1.219220237646645</c:v>
                </c:pt>
                <c:pt idx="1226">
                  <c:v>1.2166155244914194</c:v>
                </c:pt>
                <c:pt idx="1227">
                  <c:v>1.2321870252489109</c:v>
                </c:pt>
                <c:pt idx="1228">
                  <c:v>1.2269989459418762</c:v>
                </c:pt>
                <c:pt idx="1229">
                  <c:v>1.2286305863570031</c:v>
                </c:pt>
                <c:pt idx="1230">
                  <c:v>1.2341071406078776</c:v>
                </c:pt>
                <c:pt idx="1231">
                  <c:v>1.2148476033894018</c:v>
                </c:pt>
                <c:pt idx="1232">
                  <c:v>1.1984455292908529</c:v>
                </c:pt>
                <c:pt idx="1233">
                  <c:v>1.2007600559770957</c:v>
                </c:pt>
                <c:pt idx="1234">
                  <c:v>1.1990597001685444</c:v>
                </c:pt>
                <c:pt idx="1235">
                  <c:v>1.1781938686793594</c:v>
                </c:pt>
                <c:pt idx="1236">
                  <c:v>1.1740183163969389</c:v>
                </c:pt>
                <c:pt idx="1237">
                  <c:v>1.1828494447661975</c:v>
                </c:pt>
                <c:pt idx="1238">
                  <c:v>1.1784993974757405</c:v>
                </c:pt>
                <c:pt idx="1239">
                  <c:v>1.1696570520099931</c:v>
                </c:pt>
                <c:pt idx="1240">
                  <c:v>1.1785138025491251</c:v>
                </c:pt>
                <c:pt idx="1241">
                  <c:v>1.1781350809012168</c:v>
                </c:pt>
                <c:pt idx="1242">
                  <c:v>1.1815262369576807</c:v>
                </c:pt>
                <c:pt idx="1243">
                  <c:v>1.1684265299388279</c:v>
                </c:pt>
                <c:pt idx="1244">
                  <c:v>1.1704238626521983</c:v>
                </c:pt>
                <c:pt idx="1245">
                  <c:v>1.1617764599716387</c:v>
                </c:pt>
                <c:pt idx="1246">
                  <c:v>1.1625414449841933</c:v>
                </c:pt>
                <c:pt idx="1247">
                  <c:v>1.1609936900425795</c:v>
                </c:pt>
                <c:pt idx="1248">
                  <c:v>1.1638282684070977</c:v>
                </c:pt>
                <c:pt idx="1249">
                  <c:v>1.1652755865438444</c:v>
                </c:pt>
                <c:pt idx="1250">
                  <c:v>1.1695559610705597</c:v>
                </c:pt>
                <c:pt idx="1251">
                  <c:v>1.1632152170578309</c:v>
                </c:pt>
                <c:pt idx="1252">
                  <c:v>1.1603039762550535</c:v>
                </c:pt>
                <c:pt idx="1253">
                  <c:v>1.1643782980685484</c:v>
                </c:pt>
                <c:pt idx="1254">
                  <c:v>1.1603700848111025</c:v>
                </c:pt>
                <c:pt idx="1255">
                  <c:v>1.1502467508978633</c:v>
                </c:pt>
                <c:pt idx="1256">
                  <c:v>1.1546947875557376</c:v>
                </c:pt>
                <c:pt idx="1257">
                  <c:v>1.1662419466551668</c:v>
                </c:pt>
                <c:pt idx="1258">
                  <c:v>1.1581298970407305</c:v>
                </c:pt>
                <c:pt idx="1259">
                  <c:v>1.1640984225814435</c:v>
                </c:pt>
                <c:pt idx="1260">
                  <c:v>1.1611682614607117</c:v>
                </c:pt>
                <c:pt idx="1261">
                  <c:v>1.1626226933647428</c:v>
                </c:pt>
                <c:pt idx="1262">
                  <c:v>1.1544917006947022</c:v>
                </c:pt>
                <c:pt idx="1263">
                  <c:v>1.1865187247161051</c:v>
                </c:pt>
                <c:pt idx="1264">
                  <c:v>1.1910587622828137</c:v>
                </c:pt>
                <c:pt idx="1265">
                  <c:v>1.2010558502992448</c:v>
                </c:pt>
                <c:pt idx="1266">
                  <c:v>1.1867447579259103</c:v>
                </c:pt>
                <c:pt idx="1267">
                  <c:v>1.1909022414767376</c:v>
                </c:pt>
                <c:pt idx="1268">
                  <c:v>1.2003418895454485</c:v>
                </c:pt>
                <c:pt idx="1269">
                  <c:v>1.1864798088217425</c:v>
                </c:pt>
                <c:pt idx="1270">
                  <c:v>1.184125138577184</c:v>
                </c:pt>
                <c:pt idx="1271">
                  <c:v>1.1731299318992541</c:v>
                </c:pt>
                <c:pt idx="1272">
                  <c:v>1.1670340071665202</c:v>
                </c:pt>
                <c:pt idx="1273">
                  <c:v>1.1709315757287491</c:v>
                </c:pt>
                <c:pt idx="1274">
                  <c:v>1.1786314590901696</c:v>
                </c:pt>
                <c:pt idx="1275">
                  <c:v>1.1783470603400317</c:v>
                </c:pt>
                <c:pt idx="1276">
                  <c:v>1.1707858395440596</c:v>
                </c:pt>
                <c:pt idx="1277">
                  <c:v>1.1717223442532376</c:v>
                </c:pt>
                <c:pt idx="1278">
                  <c:v>1.1823164983164984</c:v>
                </c:pt>
                <c:pt idx="1279">
                  <c:v>1.1924695162803163</c:v>
                </c:pt>
                <c:pt idx="1280">
                  <c:v>1.1715613458891507</c:v>
                </c:pt>
                <c:pt idx="1281">
                  <c:v>1.1433041826157413</c:v>
                </c:pt>
                <c:pt idx="1282">
                  <c:v>1.1417491863444358</c:v>
                </c:pt>
                <c:pt idx="1283">
                  <c:v>1.1232209169093996</c:v>
                </c:pt>
                <c:pt idx="1284">
                  <c:v>1.1269438925806672</c:v>
                </c:pt>
                <c:pt idx="1285">
                  <c:v>1.1218451183978331</c:v>
                </c:pt>
                <c:pt idx="1286">
                  <c:v>1.1170238609371625</c:v>
                </c:pt>
                <c:pt idx="1287">
                  <c:v>1.1097679645847898</c:v>
                </c:pt>
                <c:pt idx="1288">
                  <c:v>1.1017989274319462</c:v>
                </c:pt>
                <c:pt idx="1289">
                  <c:v>1.1140350877192982</c:v>
                </c:pt>
                <c:pt idx="1290">
                  <c:v>1.1298233922025991</c:v>
                </c:pt>
                <c:pt idx="1291">
                  <c:v>1.1422259423412049</c:v>
                </c:pt>
                <c:pt idx="1292">
                  <c:v>1.1458573832737591</c:v>
                </c:pt>
                <c:pt idx="1293">
                  <c:v>1.1407152065467181</c:v>
                </c:pt>
                <c:pt idx="1294">
                  <c:v>1.147777638836786</c:v>
                </c:pt>
                <c:pt idx="1295">
                  <c:v>1.1334413907854726</c:v>
                </c:pt>
                <c:pt idx="1296">
                  <c:v>1.1410733186486255</c:v>
                </c:pt>
                <c:pt idx="1297">
                  <c:v>1.1481165114888527</c:v>
                </c:pt>
                <c:pt idx="1298">
                  <c:v>1.1274985948781506</c:v>
                </c:pt>
                <c:pt idx="1299">
                  <c:v>1.1263516046250108</c:v>
                </c:pt>
                <c:pt idx="1300">
                  <c:v>1.1249927899867336</c:v>
                </c:pt>
                <c:pt idx="1301">
                  <c:v>1.1247831367106176</c:v>
                </c:pt>
                <c:pt idx="1302">
                  <c:v>1.1393906752645597</c:v>
                </c:pt>
                <c:pt idx="1303">
                  <c:v>1.1356458597611654</c:v>
                </c:pt>
                <c:pt idx="1304">
                  <c:v>1.1344515752625437</c:v>
                </c:pt>
                <c:pt idx="1305">
                  <c:v>1.1340054273292288</c:v>
                </c:pt>
                <c:pt idx="1306">
                  <c:v>1.1236831323890906</c:v>
                </c:pt>
                <c:pt idx="1307">
                  <c:v>1.125720722723702</c:v>
                </c:pt>
                <c:pt idx="1308">
                  <c:v>1.1448610421111078</c:v>
                </c:pt>
                <c:pt idx="1309">
                  <c:v>1.1428840116321126</c:v>
                </c:pt>
                <c:pt idx="1310">
                  <c:v>1.1346745596811534</c:v>
                </c:pt>
                <c:pt idx="1311">
                  <c:v>1.1370717876768386</c:v>
                </c:pt>
                <c:pt idx="1312">
                  <c:v>1.1393551042003469</c:v>
                </c:pt>
                <c:pt idx="1313">
                  <c:v>1.1319248757026306</c:v>
                </c:pt>
                <c:pt idx="1314">
                  <c:v>1.141066889976053</c:v>
                </c:pt>
                <c:pt idx="1315">
                  <c:v>1.1551104775481111</c:v>
                </c:pt>
                <c:pt idx="1316">
                  <c:v>1.1348906331159463</c:v>
                </c:pt>
                <c:pt idx="1317">
                  <c:v>1.1359853837479839</c:v>
                </c:pt>
                <c:pt idx="1318">
                  <c:v>1.1415650247774292</c:v>
                </c:pt>
                <c:pt idx="1319">
                  <c:v>1.149316717411315</c:v>
                </c:pt>
                <c:pt idx="1320">
                  <c:v>1.1669796557120502</c:v>
                </c:pt>
                <c:pt idx="1321">
                  <c:v>1.1670422454859231</c:v>
                </c:pt>
                <c:pt idx="1322">
                  <c:v>1.169185324714243</c:v>
                </c:pt>
                <c:pt idx="1323">
                  <c:v>1.1919034807465949</c:v>
                </c:pt>
                <c:pt idx="1324">
                  <c:v>1.1990116295441107</c:v>
                </c:pt>
                <c:pt idx="1325">
                  <c:v>1.1949247698181003</c:v>
                </c:pt>
                <c:pt idx="1326">
                  <c:v>1.1980003546437876</c:v>
                </c:pt>
                <c:pt idx="1327">
                  <c:v>1.194575601185901</c:v>
                </c:pt>
                <c:pt idx="1328">
                  <c:v>1.1987819530181878</c:v>
                </c:pt>
                <c:pt idx="1329">
                  <c:v>1.2055858765872132</c:v>
                </c:pt>
                <c:pt idx="1330">
                  <c:v>1.1920840445758218</c:v>
                </c:pt>
                <c:pt idx="1331">
                  <c:v>1.1992958718762943</c:v>
                </c:pt>
                <c:pt idx="1332">
                  <c:v>1.1954199753942512</c:v>
                </c:pt>
                <c:pt idx="1333">
                  <c:v>1.2004701327433629</c:v>
                </c:pt>
                <c:pt idx="1334">
                  <c:v>1.209001892536822</c:v>
                </c:pt>
                <c:pt idx="1335">
                  <c:v>1.2066993122113867</c:v>
                </c:pt>
                <c:pt idx="1336">
                  <c:v>1.2058508790216107</c:v>
                </c:pt>
                <c:pt idx="1337">
                  <c:v>1.2133243060257279</c:v>
                </c:pt>
                <c:pt idx="1338">
                  <c:v>1.2237914397307852</c:v>
                </c:pt>
                <c:pt idx="1339">
                  <c:v>1.2232094263633395</c:v>
                </c:pt>
                <c:pt idx="1340">
                  <c:v>1.2066317050006192</c:v>
                </c:pt>
                <c:pt idx="1341">
                  <c:v>1.2051496956623295</c:v>
                </c:pt>
                <c:pt idx="1342">
                  <c:v>1.2115738881116944</c:v>
                </c:pt>
                <c:pt idx="1343">
                  <c:v>1.2015014550617873</c:v>
                </c:pt>
                <c:pt idx="1344">
                  <c:v>1.2009757191723209</c:v>
                </c:pt>
                <c:pt idx="1345">
                  <c:v>1.1906700018371701</c:v>
                </c:pt>
                <c:pt idx="1346">
                  <c:v>1.1880043374783478</c:v>
                </c:pt>
                <c:pt idx="1347">
                  <c:v>1.1835566242986375</c:v>
                </c:pt>
                <c:pt idx="1348">
                  <c:v>1.1838364752866406</c:v>
                </c:pt>
                <c:pt idx="1349">
                  <c:v>1.1832512456331252</c:v>
                </c:pt>
                <c:pt idx="1350">
                  <c:v>1.1861857142857144</c:v>
                </c:pt>
                <c:pt idx="1351">
                  <c:v>1.185450659066619</c:v>
                </c:pt>
                <c:pt idx="1352">
                  <c:v>1.1946254874083249</c:v>
                </c:pt>
                <c:pt idx="1353">
                  <c:v>1.2065561213634235</c:v>
                </c:pt>
                <c:pt idx="1354">
                  <c:v>1.2063047085073515</c:v>
                </c:pt>
                <c:pt idx="1355">
                  <c:v>1.2092734512137688</c:v>
                </c:pt>
                <c:pt idx="1356">
                  <c:v>1.2046949150155606</c:v>
                </c:pt>
                <c:pt idx="1357">
                  <c:v>1.2128331525395801</c:v>
                </c:pt>
                <c:pt idx="1358">
                  <c:v>1.2105570652173914</c:v>
                </c:pt>
                <c:pt idx="1359">
                  <c:v>1.2073434709670436</c:v>
                </c:pt>
                <c:pt idx="1360">
                  <c:v>1.2110150667701447</c:v>
                </c:pt>
                <c:pt idx="1361">
                  <c:v>1.2107979516954961</c:v>
                </c:pt>
                <c:pt idx="1362">
                  <c:v>1.2151672882401867</c:v>
                </c:pt>
                <c:pt idx="1363">
                  <c:v>1.2158973942250393</c:v>
                </c:pt>
                <c:pt idx="1364">
                  <c:v>1.2201577941136872</c:v>
                </c:pt>
                <c:pt idx="1365">
                  <c:v>1.2229061066859763</c:v>
                </c:pt>
                <c:pt idx="1366">
                  <c:v>1.2221450885109337</c:v>
                </c:pt>
                <c:pt idx="1367">
                  <c:v>1.2219628690161368</c:v>
                </c:pt>
                <c:pt idx="1368">
                  <c:v>1.2223482777474031</c:v>
                </c:pt>
                <c:pt idx="1369">
                  <c:v>1.2264772465398743</c:v>
                </c:pt>
                <c:pt idx="1370">
                  <c:v>1.2357561722125165</c:v>
                </c:pt>
                <c:pt idx="1371">
                  <c:v>1.2528472259883943</c:v>
                </c:pt>
                <c:pt idx="1372">
                  <c:v>1.2433909009613235</c:v>
                </c:pt>
                <c:pt idx="1373">
                  <c:v>1.2447325769854134</c:v>
                </c:pt>
                <c:pt idx="1374">
                  <c:v>1.2442485979169051</c:v>
                </c:pt>
                <c:pt idx="1375">
                  <c:v>1.2437178280843526</c:v>
                </c:pt>
                <c:pt idx="1376">
                  <c:v>1.2330101133585241</c:v>
                </c:pt>
                <c:pt idx="1377">
                  <c:v>1.2418363558867607</c:v>
                </c:pt>
                <c:pt idx="1378">
                  <c:v>1.2446945730539978</c:v>
                </c:pt>
                <c:pt idx="1379">
                  <c:v>1.2514437482974667</c:v>
                </c:pt>
                <c:pt idx="1380">
                  <c:v>1.2615089689168835</c:v>
                </c:pt>
                <c:pt idx="1381">
                  <c:v>1.2728508509597085</c:v>
                </c:pt>
                <c:pt idx="1382">
                  <c:v>1.2725097218067605</c:v>
                </c:pt>
                <c:pt idx="1383">
                  <c:v>1.2722696164469296</c:v>
                </c:pt>
                <c:pt idx="1384">
                  <c:v>1.2791650435880559</c:v>
                </c:pt>
                <c:pt idx="1385">
                  <c:v>1.2741099341766808</c:v>
                </c:pt>
                <c:pt idx="1386">
                  <c:v>1.2873379139329442</c:v>
                </c:pt>
                <c:pt idx="1387">
                  <c:v>1.2782179870805348</c:v>
                </c:pt>
                <c:pt idx="1388">
                  <c:v>1.2790706649685464</c:v>
                </c:pt>
                <c:pt idx="1389">
                  <c:v>1.2756241870903573</c:v>
                </c:pt>
                <c:pt idx="1390">
                  <c:v>1.2816797014772787</c:v>
                </c:pt>
                <c:pt idx="1391">
                  <c:v>1.2786690357795703</c:v>
                </c:pt>
                <c:pt idx="1392">
                  <c:v>1.2647326048002425</c:v>
                </c:pt>
                <c:pt idx="1393">
                  <c:v>1.2324166495163615</c:v>
                </c:pt>
                <c:pt idx="1394">
                  <c:v>1.2357571749082468</c:v>
                </c:pt>
                <c:pt idx="1395">
                  <c:v>1.2307652352322456</c:v>
                </c:pt>
                <c:pt idx="1396">
                  <c:v>1.2418467183041173</c:v>
                </c:pt>
                <c:pt idx="1397">
                  <c:v>1.2255566434811358</c:v>
                </c:pt>
                <c:pt idx="1398">
                  <c:v>1.2115043350403083</c:v>
                </c:pt>
                <c:pt idx="1399">
                  <c:v>1.2109803921568627</c:v>
                </c:pt>
                <c:pt idx="1400">
                  <c:v>1.2183532055683877</c:v>
                </c:pt>
                <c:pt idx="1401">
                  <c:v>1.2265976291047826</c:v>
                </c:pt>
                <c:pt idx="1402">
                  <c:v>1.2390187896595148</c:v>
                </c:pt>
                <c:pt idx="1403">
                  <c:v>1.2425233587183253</c:v>
                </c:pt>
                <c:pt idx="1404">
                  <c:v>1.2379194506995459</c:v>
                </c:pt>
                <c:pt idx="1405">
                  <c:v>1.2295414175277075</c:v>
                </c:pt>
                <c:pt idx="1406">
                  <c:v>1.2379406658111269</c:v>
                </c:pt>
                <c:pt idx="1407">
                  <c:v>1.2378374313858185</c:v>
                </c:pt>
                <c:pt idx="1408">
                  <c:v>1.2478492472365328</c:v>
                </c:pt>
                <c:pt idx="1409">
                  <c:v>1.2613045465212505</c:v>
                </c:pt>
                <c:pt idx="1410">
                  <c:v>1.2804811507936507</c:v>
                </c:pt>
                <c:pt idx="1411">
                  <c:v>1.2806493586963257</c:v>
                </c:pt>
                <c:pt idx="1412">
                  <c:v>1.2864101376141046</c:v>
                </c:pt>
                <c:pt idx="1413">
                  <c:v>1.2853004977994007</c:v>
                </c:pt>
                <c:pt idx="1414">
                  <c:v>1.3097382775359054</c:v>
                </c:pt>
                <c:pt idx="1415">
                  <c:v>1.3333084382040654</c:v>
                </c:pt>
                <c:pt idx="1416">
                  <c:v>1.33313276421847</c:v>
                </c:pt>
                <c:pt idx="1417">
                  <c:v>1.3171888527799041</c:v>
                </c:pt>
                <c:pt idx="1418">
                  <c:v>1.3179383451324118</c:v>
                </c:pt>
                <c:pt idx="1419">
                  <c:v>1.3255280926717461</c:v>
                </c:pt>
                <c:pt idx="1420">
                  <c:v>1.3166734490029968</c:v>
                </c:pt>
                <c:pt idx="1421">
                  <c:v>1.3148161800845373</c:v>
                </c:pt>
                <c:pt idx="1422">
                  <c:v>1.305700185070944</c:v>
                </c:pt>
                <c:pt idx="1423">
                  <c:v>1.3182695596931047</c:v>
                </c:pt>
                <c:pt idx="1424">
                  <c:v>1.3101985945615646</c:v>
                </c:pt>
                <c:pt idx="1425">
                  <c:v>1.3053602220890557</c:v>
                </c:pt>
                <c:pt idx="1426">
                  <c:v>1.3081426747839748</c:v>
                </c:pt>
                <c:pt idx="1427">
                  <c:v>1.2983185972580966</c:v>
                </c:pt>
                <c:pt idx="1428">
                  <c:v>1.3023366297023264</c:v>
                </c:pt>
                <c:pt idx="1429">
                  <c:v>1.3060294941198431</c:v>
                </c:pt>
                <c:pt idx="1430">
                  <c:v>1.3014610736315784</c:v>
                </c:pt>
                <c:pt idx="1431">
                  <c:v>1.3023964382982427</c:v>
                </c:pt>
                <c:pt idx="1432">
                  <c:v>1.2968140644662902</c:v>
                </c:pt>
                <c:pt idx="1433">
                  <c:v>1.293959385250433</c:v>
                </c:pt>
                <c:pt idx="1434">
                  <c:v>1.2844766489894672</c:v>
                </c:pt>
                <c:pt idx="1435">
                  <c:v>1.2741495850292741</c:v>
                </c:pt>
                <c:pt idx="1436">
                  <c:v>1.2782833281035024</c:v>
                </c:pt>
                <c:pt idx="1437">
                  <c:v>1.280047208439713</c:v>
                </c:pt>
                <c:pt idx="1438">
                  <c:v>1.2820267454818548</c:v>
                </c:pt>
                <c:pt idx="1439">
                  <c:v>1.2800160036856973</c:v>
                </c:pt>
                <c:pt idx="1440">
                  <c:v>1.2782232279010279</c:v>
                </c:pt>
                <c:pt idx="1441">
                  <c:v>1.2815111961152026</c:v>
                </c:pt>
                <c:pt idx="1442">
                  <c:v>1.271252740681682</c:v>
                </c:pt>
                <c:pt idx="1443">
                  <c:v>1.2710309692315414</c:v>
                </c:pt>
                <c:pt idx="1444">
                  <c:v>1.2873727496113534</c:v>
                </c:pt>
                <c:pt idx="1445">
                  <c:v>1.2791392259531871</c:v>
                </c:pt>
                <c:pt idx="1446">
                  <c:v>1.2793065114478073</c:v>
                </c:pt>
                <c:pt idx="1447">
                  <c:v>1.267768154901538</c:v>
                </c:pt>
                <c:pt idx="1448">
                  <c:v>1.2401527455769494</c:v>
                </c:pt>
                <c:pt idx="1449">
                  <c:v>1.2372831010668579</c:v>
                </c:pt>
                <c:pt idx="1450">
                  <c:v>1.2446371911254854</c:v>
                </c:pt>
                <c:pt idx="1451">
                  <c:v>1.2332889740803594</c:v>
                </c:pt>
                <c:pt idx="1452">
                  <c:v>1.2384255012048486</c:v>
                </c:pt>
                <c:pt idx="1453">
                  <c:v>1.2301139534018626</c:v>
                </c:pt>
                <c:pt idx="1454">
                  <c:v>1.2315808959644576</c:v>
                </c:pt>
                <c:pt idx="1455">
                  <c:v>1.2547914597815293</c:v>
                </c:pt>
                <c:pt idx="1456">
                  <c:v>1.2479949796046439</c:v>
                </c:pt>
                <c:pt idx="1457">
                  <c:v>1.2518523177558336</c:v>
                </c:pt>
                <c:pt idx="1458">
                  <c:v>1.2456817669031561</c:v>
                </c:pt>
                <c:pt idx="1459">
                  <c:v>1.2468401207581206</c:v>
                </c:pt>
                <c:pt idx="1460">
                  <c:v>1.2557222566646002</c:v>
                </c:pt>
                <c:pt idx="1461">
                  <c:v>1.2458577712609971</c:v>
                </c:pt>
                <c:pt idx="1462">
                  <c:v>1.2329836186269096</c:v>
                </c:pt>
                <c:pt idx="1463">
                  <c:v>1.2164023040516578</c:v>
                </c:pt>
                <c:pt idx="1464">
                  <c:v>1.2153333976647689</c:v>
                </c:pt>
                <c:pt idx="1465">
                  <c:v>1.2109380721068175</c:v>
                </c:pt>
                <c:pt idx="1466">
                  <c:v>1.2132670673636019</c:v>
                </c:pt>
                <c:pt idx="1467">
                  <c:v>1.2230183225553597</c:v>
                </c:pt>
                <c:pt idx="1468">
                  <c:v>1.2232592052497266</c:v>
                </c:pt>
                <c:pt idx="1469">
                  <c:v>1.2194806808299168</c:v>
                </c:pt>
                <c:pt idx="1470">
                  <c:v>1.2019162352479327</c:v>
                </c:pt>
                <c:pt idx="1471">
                  <c:v>1.1958656584503586</c:v>
                </c:pt>
                <c:pt idx="1472">
                  <c:v>1.2007513472640639</c:v>
                </c:pt>
                <c:pt idx="1473">
                  <c:v>1.2027666939089467</c:v>
                </c:pt>
                <c:pt idx="1474">
                  <c:v>1.1969121741331308</c:v>
                </c:pt>
                <c:pt idx="1475">
                  <c:v>1.2056765534699336</c:v>
                </c:pt>
                <c:pt idx="1476">
                  <c:v>1.2105474091187705</c:v>
                </c:pt>
                <c:pt idx="1477">
                  <c:v>1.2108871536760901</c:v>
                </c:pt>
                <c:pt idx="1478">
                  <c:v>1.1735850841205471</c:v>
                </c:pt>
                <c:pt idx="1479">
                  <c:v>1.1717982936942948</c:v>
                </c:pt>
                <c:pt idx="1480">
                  <c:v>1.1712510138842502</c:v>
                </c:pt>
                <c:pt idx="1481">
                  <c:v>1.1779424627095008</c:v>
                </c:pt>
                <c:pt idx="1482">
                  <c:v>1.1781237998812972</c:v>
                </c:pt>
                <c:pt idx="1483">
                  <c:v>1.170492914140175</c:v>
                </c:pt>
                <c:pt idx="1484">
                  <c:v>1.1660560660150991</c:v>
                </c:pt>
                <c:pt idx="1485">
                  <c:v>1.1619224518226143</c:v>
                </c:pt>
                <c:pt idx="1486">
                  <c:v>1.1693604248441467</c:v>
                </c:pt>
                <c:pt idx="1487">
                  <c:v>1.163713060555704</c:v>
                </c:pt>
                <c:pt idx="1488">
                  <c:v>1.1755082499386946</c:v>
                </c:pt>
                <c:pt idx="1489">
                  <c:v>1.1772418201894577</c:v>
                </c:pt>
                <c:pt idx="1490">
                  <c:v>1.1936043398291076</c:v>
                </c:pt>
                <c:pt idx="1491">
                  <c:v>1.1937087441936272</c:v>
                </c:pt>
                <c:pt idx="1492">
                  <c:v>1.1875421110104318</c:v>
                </c:pt>
                <c:pt idx="1493">
                  <c:v>1.1713875396973661</c:v>
                </c:pt>
                <c:pt idx="1494">
                  <c:v>1.1650298323158417</c:v>
                </c:pt>
                <c:pt idx="1495">
                  <c:v>1.1341427302339353</c:v>
                </c:pt>
                <c:pt idx="1496">
                  <c:v>1.1227852464667356</c:v>
                </c:pt>
                <c:pt idx="1497">
                  <c:v>1.1275042815599821</c:v>
                </c:pt>
                <c:pt idx="1498">
                  <c:v>1.1222370720674411</c:v>
                </c:pt>
                <c:pt idx="1499">
                  <c:v>1.1220869007829313</c:v>
                </c:pt>
                <c:pt idx="1500">
                  <c:v>1.1298871596673454</c:v>
                </c:pt>
                <c:pt idx="1501">
                  <c:v>1.1225665312961821</c:v>
                </c:pt>
                <c:pt idx="1502">
                  <c:v>1.1243387781200953</c:v>
                </c:pt>
                <c:pt idx="1503">
                  <c:v>1.1152430689425537</c:v>
                </c:pt>
                <c:pt idx="1504">
                  <c:v>1.0981372317849563</c:v>
                </c:pt>
                <c:pt idx="1505">
                  <c:v>1.1042374881964119</c:v>
                </c:pt>
                <c:pt idx="1506">
                  <c:v>1.1028727997343075</c:v>
                </c:pt>
                <c:pt idx="1507">
                  <c:v>1.1043598980336775</c:v>
                </c:pt>
                <c:pt idx="1508">
                  <c:v>1.1004336204336205</c:v>
                </c:pt>
                <c:pt idx="1509">
                  <c:v>1.1051854146068352</c:v>
                </c:pt>
                <c:pt idx="1510">
                  <c:v>1.1252950010727314</c:v>
                </c:pt>
                <c:pt idx="1511">
                  <c:v>1.1147535110346805</c:v>
                </c:pt>
                <c:pt idx="1512">
                  <c:v>1.1108914875485276</c:v>
                </c:pt>
                <c:pt idx="1513">
                  <c:v>1.1162111903584961</c:v>
                </c:pt>
                <c:pt idx="1514">
                  <c:v>1.120974781193234</c:v>
                </c:pt>
                <c:pt idx="1515">
                  <c:v>1.1136531365313653</c:v>
                </c:pt>
                <c:pt idx="1516">
                  <c:v>1.1310695654226566</c:v>
                </c:pt>
                <c:pt idx="1517">
                  <c:v>1.1350826387907897</c:v>
                </c:pt>
                <c:pt idx="1518">
                  <c:v>1.1221199758935609</c:v>
                </c:pt>
                <c:pt idx="1519">
                  <c:v>1.1231976447679541</c:v>
                </c:pt>
                <c:pt idx="1520">
                  <c:v>1.1207762372580032</c:v>
                </c:pt>
                <c:pt idx="1521">
                  <c:v>1.1277648361279609</c:v>
                </c:pt>
                <c:pt idx="1522">
                  <c:v>1.1323169821717618</c:v>
                </c:pt>
                <c:pt idx="1523">
                  <c:v>1.1177157110655973</c:v>
                </c:pt>
                <c:pt idx="1524">
                  <c:v>1.1198301223714187</c:v>
                </c:pt>
                <c:pt idx="1525">
                  <c:v>1.0996009648984377</c:v>
                </c:pt>
                <c:pt idx="1526">
                  <c:v>1.0803576449417982</c:v>
                </c:pt>
                <c:pt idx="1527">
                  <c:v>1.0626484987125508</c:v>
                </c:pt>
                <c:pt idx="1528">
                  <c:v>1.0561701754770303</c:v>
                </c:pt>
                <c:pt idx="1529">
                  <c:v>1.0610630248024748</c:v>
                </c:pt>
                <c:pt idx="1530">
                  <c:v>1.0607740766309977</c:v>
                </c:pt>
                <c:pt idx="1531">
                  <c:v>1.0566474238394847</c:v>
                </c:pt>
                <c:pt idx="1532">
                  <c:v>1.0578200580457915</c:v>
                </c:pt>
                <c:pt idx="1533">
                  <c:v>1.0496725952499297</c:v>
                </c:pt>
                <c:pt idx="1534">
                  <c:v>1.0537209806899546</c:v>
                </c:pt>
                <c:pt idx="1535">
                  <c:v>1.0702073243728576</c:v>
                </c:pt>
                <c:pt idx="1536">
                  <c:v>1.0689606374640772</c:v>
                </c:pt>
                <c:pt idx="1537">
                  <c:v>1.0676601238539138</c:v>
                </c:pt>
                <c:pt idx="1538">
                  <c:v>1.0667853281937603</c:v>
                </c:pt>
                <c:pt idx="1539">
                  <c:v>1.0683767203146965</c:v>
                </c:pt>
                <c:pt idx="1540">
                  <c:v>1.0733673195599676</c:v>
                </c:pt>
                <c:pt idx="1541">
                  <c:v>1.0793672982214673</c:v>
                </c:pt>
                <c:pt idx="1542">
                  <c:v>1.0815967755767089</c:v>
                </c:pt>
                <c:pt idx="1543">
                  <c:v>1.0792223023208272</c:v>
                </c:pt>
                <c:pt idx="1544">
                  <c:v>1.0790326681072837</c:v>
                </c:pt>
                <c:pt idx="1545">
                  <c:v>1.0810238137907042</c:v>
                </c:pt>
                <c:pt idx="1546">
                  <c:v>1.0820668693009119</c:v>
                </c:pt>
                <c:pt idx="1547">
                  <c:v>1.0593974331085489</c:v>
                </c:pt>
                <c:pt idx="1548">
                  <c:v>1.0540593244209475</c:v>
                </c:pt>
                <c:pt idx="1549">
                  <c:v>1.0450260200618446</c:v>
                </c:pt>
                <c:pt idx="1550">
                  <c:v>1.0569178488591617</c:v>
                </c:pt>
                <c:pt idx="1551">
                  <c:v>1.0531447389731685</c:v>
                </c:pt>
                <c:pt idx="1552">
                  <c:v>1.0554850505485052</c:v>
                </c:pt>
                <c:pt idx="1553">
                  <c:v>1.0409263283480337</c:v>
                </c:pt>
                <c:pt idx="1554">
                  <c:v>1.0369886431690241</c:v>
                </c:pt>
                <c:pt idx="1555">
                  <c:v>1.0246251384821263</c:v>
                </c:pt>
                <c:pt idx="1556">
                  <c:v>1.0241724857664274</c:v>
                </c:pt>
                <c:pt idx="1557">
                  <c:v>1.0222889592661353</c:v>
                </c:pt>
                <c:pt idx="1558">
                  <c:v>1.02680259622508</c:v>
                </c:pt>
                <c:pt idx="1559">
                  <c:v>1.0356206007082585</c:v>
                </c:pt>
                <c:pt idx="1560">
                  <c:v>1.0365323250426191</c:v>
                </c:pt>
                <c:pt idx="1561">
                  <c:v>1.0356826701347526</c:v>
                </c:pt>
                <c:pt idx="1562">
                  <c:v>1.0411553606684338</c:v>
                </c:pt>
                <c:pt idx="1563">
                  <c:v>1.0307512225005744</c:v>
                </c:pt>
                <c:pt idx="1564">
                  <c:v>1.0369113929591491</c:v>
                </c:pt>
                <c:pt idx="1565">
                  <c:v>1.0356564374206541</c:v>
                </c:pt>
                <c:pt idx="1566">
                  <c:v>1.0352450400735778</c:v>
                </c:pt>
                <c:pt idx="1567">
                  <c:v>1.0216682456101698</c:v>
                </c:pt>
                <c:pt idx="1568">
                  <c:v>1.0162525141114642</c:v>
                </c:pt>
                <c:pt idx="1569">
                  <c:v>1.02071490509683</c:v>
                </c:pt>
                <c:pt idx="1570">
                  <c:v>1.016521588497683</c:v>
                </c:pt>
                <c:pt idx="1571">
                  <c:v>1.0207387435966566</c:v>
                </c:pt>
                <c:pt idx="1572">
                  <c:v>1.0205397608000601</c:v>
                </c:pt>
                <c:pt idx="1573">
                  <c:v>1.0244512484367587</c:v>
                </c:pt>
                <c:pt idx="1574">
                  <c:v>1.0209391069894871</c:v>
                </c:pt>
                <c:pt idx="1575">
                  <c:v>1.0163711212994777</c:v>
                </c:pt>
                <c:pt idx="1576">
                  <c:v>1.0079814296616638</c:v>
                </c:pt>
                <c:pt idx="1577">
                  <c:v>0.99210306244508661</c:v>
                </c:pt>
                <c:pt idx="1578">
                  <c:v>0.99788493174097892</c:v>
                </c:pt>
                <c:pt idx="1579">
                  <c:v>0.99735222783549915</c:v>
                </c:pt>
                <c:pt idx="1580">
                  <c:v>1.0028933166437526</c:v>
                </c:pt>
                <c:pt idx="1581">
                  <c:v>1.0048269910083494</c:v>
                </c:pt>
                <c:pt idx="1582">
                  <c:v>1.0056038133506666</c:v>
                </c:pt>
                <c:pt idx="1583">
                  <c:v>1.00459009920537</c:v>
                </c:pt>
                <c:pt idx="1584">
                  <c:v>1.0089241591814191</c:v>
                </c:pt>
                <c:pt idx="1585">
                  <c:v>1.0075533880707903</c:v>
                </c:pt>
                <c:pt idx="1586">
                  <c:v>1.0022587032160089</c:v>
                </c:pt>
                <c:pt idx="1587">
                  <c:v>1.0072559494900437</c:v>
                </c:pt>
                <c:pt idx="1588">
                  <c:v>1.0193598750975801</c:v>
                </c:pt>
                <c:pt idx="1589">
                  <c:v>1.0230701491237408</c:v>
                </c:pt>
                <c:pt idx="1590">
                  <c:v>1.0161116547559035</c:v>
                </c:pt>
                <c:pt idx="1591">
                  <c:v>1.0178465727477211</c:v>
                </c:pt>
                <c:pt idx="1592">
                  <c:v>1.0185657902487875</c:v>
                </c:pt>
                <c:pt idx="1593">
                  <c:v>1.014990961190815</c:v>
                </c:pt>
                <c:pt idx="1594">
                  <c:v>1.0147537197081979</c:v>
                </c:pt>
                <c:pt idx="1595">
                  <c:v>1.0090588779838092</c:v>
                </c:pt>
                <c:pt idx="1596">
                  <c:v>1.0002291410076476</c:v>
                </c:pt>
                <c:pt idx="1597">
                  <c:v>1.0076769892348987</c:v>
                </c:pt>
                <c:pt idx="1598">
                  <c:v>1.0073005371729467</c:v>
                </c:pt>
                <c:pt idx="1599">
                  <c:v>1.0077563557684877</c:v>
                </c:pt>
                <c:pt idx="1600">
                  <c:v>1.0187630905282756</c:v>
                </c:pt>
                <c:pt idx="1601">
                  <c:v>1.0157342992391574</c:v>
                </c:pt>
                <c:pt idx="1602">
                  <c:v>1.0127932780759821</c:v>
                </c:pt>
                <c:pt idx="1603">
                  <c:v>1.0105757819379044</c:v>
                </c:pt>
                <c:pt idx="1604">
                  <c:v>1.0127532237053258</c:v>
                </c:pt>
                <c:pt idx="1605">
                  <c:v>1.0074835588479856</c:v>
                </c:pt>
                <c:pt idx="1606">
                  <c:v>1.0221230149346903</c:v>
                </c:pt>
                <c:pt idx="1607">
                  <c:v>1.0155691142436356</c:v>
                </c:pt>
                <c:pt idx="1608">
                  <c:v>1.0059679544716689</c:v>
                </c:pt>
                <c:pt idx="1609">
                  <c:v>0.99335374284021338</c:v>
                </c:pt>
                <c:pt idx="1610">
                  <c:v>0.99764457519278316</c:v>
                </c:pt>
                <c:pt idx="1611">
                  <c:v>0.99486401190021512</c:v>
                </c:pt>
                <c:pt idx="1612">
                  <c:v>0.99501532963797701</c:v>
                </c:pt>
                <c:pt idx="1613">
                  <c:v>0.99073896207625189</c:v>
                </c:pt>
                <c:pt idx="1614">
                  <c:v>0.98853710699366404</c:v>
                </c:pt>
                <c:pt idx="1615">
                  <c:v>0.97804624577812405</c:v>
                </c:pt>
                <c:pt idx="1616">
                  <c:v>0.94966328751018392</c:v>
                </c:pt>
                <c:pt idx="1617">
                  <c:v>0.93219279418199996</c:v>
                </c:pt>
                <c:pt idx="1618">
                  <c:v>0.94839544513457552</c:v>
                </c:pt>
                <c:pt idx="1619">
                  <c:v>0.94634151379937215</c:v>
                </c:pt>
                <c:pt idx="1620">
                  <c:v>0.96053956110328154</c:v>
                </c:pt>
                <c:pt idx="1621">
                  <c:v>0.97742320984464326</c:v>
                </c:pt>
                <c:pt idx="1622">
                  <c:v>0.97371042727473978</c:v>
                </c:pt>
                <c:pt idx="1623">
                  <c:v>0.99475567687232003</c:v>
                </c:pt>
                <c:pt idx="1624">
                  <c:v>0.99214976492133689</c:v>
                </c:pt>
                <c:pt idx="1625">
                  <c:v>0.9906427560568617</c:v>
                </c:pt>
                <c:pt idx="1626">
                  <c:v>0.99438500644965477</c:v>
                </c:pt>
                <c:pt idx="1627">
                  <c:v>0.98559697743999652</c:v>
                </c:pt>
                <c:pt idx="1628">
                  <c:v>0.98894681960375397</c:v>
                </c:pt>
                <c:pt idx="1629">
                  <c:v>0.99734844434940673</c:v>
                </c:pt>
                <c:pt idx="1630">
                  <c:v>1.002426380204158</c:v>
                </c:pt>
                <c:pt idx="1631">
                  <c:v>0.97872206086627089</c:v>
                </c:pt>
                <c:pt idx="1632">
                  <c:v>0.97823226634948379</c:v>
                </c:pt>
                <c:pt idx="1633">
                  <c:v>0.98906172998221609</c:v>
                </c:pt>
                <c:pt idx="1634">
                  <c:v>0.9810995459607641</c:v>
                </c:pt>
                <c:pt idx="1635">
                  <c:v>0.99028514414745583</c:v>
                </c:pt>
                <c:pt idx="1636">
                  <c:v>0.9997204129604127</c:v>
                </c:pt>
                <c:pt idx="1637">
                  <c:v>0.98491891227782769</c:v>
                </c:pt>
                <c:pt idx="1638">
                  <c:v>0.98966242142215688</c:v>
                </c:pt>
                <c:pt idx="1639">
                  <c:v>0.99285917438647819</c:v>
                </c:pt>
                <c:pt idx="1640">
                  <c:v>0.9994029666381874</c:v>
                </c:pt>
                <c:pt idx="1641">
                  <c:v>0.98448399166675316</c:v>
                </c:pt>
                <c:pt idx="1642">
                  <c:v>1.0031442256296312</c:v>
                </c:pt>
                <c:pt idx="1643">
                  <c:v>0.99903712309125359</c:v>
                </c:pt>
                <c:pt idx="1644">
                  <c:v>0.99036712977876606</c:v>
                </c:pt>
                <c:pt idx="1645">
                  <c:v>0.99060605740037455</c:v>
                </c:pt>
                <c:pt idx="1646">
                  <c:v>0.98298557774364226</c:v>
                </c:pt>
                <c:pt idx="1647">
                  <c:v>0.98004284949116216</c:v>
                </c:pt>
                <c:pt idx="1648">
                  <c:v>0.96729835789109564</c:v>
                </c:pt>
                <c:pt idx="1649">
                  <c:v>0.96932589056508967</c:v>
                </c:pt>
                <c:pt idx="1650">
                  <c:v>0.97518421465206384</c:v>
                </c:pt>
                <c:pt idx="1651">
                  <c:v>0.98095143334107215</c:v>
                </c:pt>
                <c:pt idx="1652">
                  <c:v>0.97697248818325055</c:v>
                </c:pt>
                <c:pt idx="1653">
                  <c:v>1.0046311242722121</c:v>
                </c:pt>
                <c:pt idx="1654">
                  <c:v>1.0251584150751436</c:v>
                </c:pt>
                <c:pt idx="1655">
                  <c:v>1.0316170723383644</c:v>
                </c:pt>
                <c:pt idx="1656">
                  <c:v>1.0499966180416207</c:v>
                </c:pt>
                <c:pt idx="1657">
                  <c:v>1.03741160624088</c:v>
                </c:pt>
                <c:pt idx="1658">
                  <c:v>1.0246795201077588</c:v>
                </c:pt>
                <c:pt idx="1659">
                  <c:v>1.0251940670917661</c:v>
                </c:pt>
                <c:pt idx="1660">
                  <c:v>1.0141507210858707</c:v>
                </c:pt>
                <c:pt idx="1661">
                  <c:v>1.0231286795626577</c:v>
                </c:pt>
                <c:pt idx="1662">
                  <c:v>1.0153624072857008</c:v>
                </c:pt>
                <c:pt idx="1663">
                  <c:v>1.0100245619395707</c:v>
                </c:pt>
                <c:pt idx="1664">
                  <c:v>1.0059461976573414</c:v>
                </c:pt>
                <c:pt idx="1665">
                  <c:v>1.0323300283286121</c:v>
                </c:pt>
                <c:pt idx="1666">
                  <c:v>1.0288966931435171</c:v>
                </c:pt>
                <c:pt idx="1667">
                  <c:v>1.0264990374789078</c:v>
                </c:pt>
                <c:pt idx="1668">
                  <c:v>1.0443209701774252</c:v>
                </c:pt>
                <c:pt idx="1669">
                  <c:v>1.0479192340506209</c:v>
                </c:pt>
                <c:pt idx="1670">
                  <c:v>1.0474502058396591</c:v>
                </c:pt>
                <c:pt idx="1671">
                  <c:v>1.0454513106393073</c:v>
                </c:pt>
                <c:pt idx="1672">
                  <c:v>1.0455229945501483</c:v>
                </c:pt>
                <c:pt idx="1673">
                  <c:v>1.0454902244925068</c:v>
                </c:pt>
                <c:pt idx="1674">
                  <c:v>1.0546374246627763</c:v>
                </c:pt>
                <c:pt idx="1675">
                  <c:v>1.0482772950048276</c:v>
                </c:pt>
                <c:pt idx="1676">
                  <c:v>1.0523561495749594</c:v>
                </c:pt>
                <c:pt idx="1677">
                  <c:v>1.0441832787860756</c:v>
                </c:pt>
                <c:pt idx="1678">
                  <c:v>1.0396277394175923</c:v>
                </c:pt>
                <c:pt idx="1679">
                  <c:v>1.030260570304818</c:v>
                </c:pt>
                <c:pt idx="1680">
                  <c:v>1.0221919841662546</c:v>
                </c:pt>
                <c:pt idx="1681">
                  <c:v>1.0303657779022888</c:v>
                </c:pt>
                <c:pt idx="1682">
                  <c:v>1.0277720131352466</c:v>
                </c:pt>
                <c:pt idx="1683">
                  <c:v>1.0201352181929932</c:v>
                </c:pt>
                <c:pt idx="1684">
                  <c:v>1.0078360607109309</c:v>
                </c:pt>
                <c:pt idx="1685">
                  <c:v>1.0255236251737145</c:v>
                </c:pt>
                <c:pt idx="1686">
                  <c:v>1.0190990990990991</c:v>
                </c:pt>
                <c:pt idx="1687">
                  <c:v>1.0246971920312384</c:v>
                </c:pt>
                <c:pt idx="1688">
                  <c:v>1.0195859050335654</c:v>
                </c:pt>
                <c:pt idx="1689">
                  <c:v>1.0187910595661909</c:v>
                </c:pt>
                <c:pt idx="1690">
                  <c:v>1.0330929408289851</c:v>
                </c:pt>
                <c:pt idx="1691">
                  <c:v>1.0477809875550028</c:v>
                </c:pt>
                <c:pt idx="1692">
                  <c:v>1.0543193163550215</c:v>
                </c:pt>
                <c:pt idx="1693">
                  <c:v>1.0472278763206357</c:v>
                </c:pt>
                <c:pt idx="1694">
                  <c:v>1.0510806459481874</c:v>
                </c:pt>
                <c:pt idx="1695">
                  <c:v>1.0562910671975378</c:v>
                </c:pt>
                <c:pt idx="1696">
                  <c:v>1.0526769978729871</c:v>
                </c:pt>
                <c:pt idx="1697">
                  <c:v>1.0524117618656754</c:v>
                </c:pt>
                <c:pt idx="1698">
                  <c:v>1.0486381796920679</c:v>
                </c:pt>
                <c:pt idx="1699">
                  <c:v>1.0421257290991575</c:v>
                </c:pt>
                <c:pt idx="1700">
                  <c:v>1.0396417704522218</c:v>
                </c:pt>
                <c:pt idx="1701">
                  <c:v>1.0421448980580172</c:v>
                </c:pt>
                <c:pt idx="1702">
                  <c:v>1.0494486743471763</c:v>
                </c:pt>
                <c:pt idx="1703">
                  <c:v>1.0460228151355466</c:v>
                </c:pt>
                <c:pt idx="1704">
                  <c:v>1.0542778724209729</c:v>
                </c:pt>
                <c:pt idx="1705">
                  <c:v>1.0557911792036978</c:v>
                </c:pt>
                <c:pt idx="1706">
                  <c:v>1.0503671727098431</c:v>
                </c:pt>
                <c:pt idx="1707">
                  <c:v>1.0432800723545372</c:v>
                </c:pt>
                <c:pt idx="1708">
                  <c:v>1.0412467067894522</c:v>
                </c:pt>
                <c:pt idx="1709">
                  <c:v>1.0332777898524474</c:v>
                </c:pt>
                <c:pt idx="1710">
                  <c:v>1.0254169414868559</c:v>
                </c:pt>
                <c:pt idx="1711">
                  <c:v>1.0120892379758215</c:v>
                </c:pt>
                <c:pt idx="1712">
                  <c:v>1.0185156278142675</c:v>
                </c:pt>
                <c:pt idx="1713">
                  <c:v>1.0285853809597543</c:v>
                </c:pt>
                <c:pt idx="1714">
                  <c:v>1.0314846123833956</c:v>
                </c:pt>
                <c:pt idx="1715">
                  <c:v>1.0325418403721831</c:v>
                </c:pt>
                <c:pt idx="1716">
                  <c:v>1.028982253833975</c:v>
                </c:pt>
                <c:pt idx="1717">
                  <c:v>1.027244421380384</c:v>
                </c:pt>
                <c:pt idx="1718">
                  <c:v>1.0299803503982867</c:v>
                </c:pt>
                <c:pt idx="1719">
                  <c:v>1.017670342097823</c:v>
                </c:pt>
                <c:pt idx="1720">
                  <c:v>1.0211224393467384</c:v>
                </c:pt>
                <c:pt idx="1721">
                  <c:v>1.0141089049769432</c:v>
                </c:pt>
                <c:pt idx="1722">
                  <c:v>1.0220298114861901</c:v>
                </c:pt>
                <c:pt idx="1723">
                  <c:v>1.013485921089633</c:v>
                </c:pt>
                <c:pt idx="1724">
                  <c:v>1.0064961073422285</c:v>
                </c:pt>
                <c:pt idx="1725">
                  <c:v>1.0057251428140019</c:v>
                </c:pt>
                <c:pt idx="1726">
                  <c:v>1.0075870239205504</c:v>
                </c:pt>
                <c:pt idx="1727">
                  <c:v>1.0099113658745991</c:v>
                </c:pt>
                <c:pt idx="1728">
                  <c:v>1.005087484535562</c:v>
                </c:pt>
                <c:pt idx="1729">
                  <c:v>0.99968355632064609</c:v>
                </c:pt>
                <c:pt idx="1730">
                  <c:v>0.99514483935314701</c:v>
                </c:pt>
                <c:pt idx="1731">
                  <c:v>0.99280918019643216</c:v>
                </c:pt>
                <c:pt idx="1732">
                  <c:v>0.99220707627543347</c:v>
                </c:pt>
              </c:numCache>
            </c:numRef>
          </c:val>
          <c:smooth val="0"/>
          <c:extLst>
            <c:ext xmlns:c16="http://schemas.microsoft.com/office/drawing/2014/chart" uri="{C3380CC4-5D6E-409C-BE32-E72D297353CC}">
              <c16:uniqueId val="{00000000-DC69-41DB-8BBD-083C0A8196C9}"/>
            </c:ext>
          </c:extLst>
        </c:ser>
        <c:dLbls>
          <c:showLegendKey val="0"/>
          <c:showVal val="0"/>
          <c:showCatName val="0"/>
          <c:showSerName val="0"/>
          <c:showPercent val="0"/>
          <c:showBubbleSize val="0"/>
        </c:dLbls>
        <c:smooth val="0"/>
        <c:axId val="1012672976"/>
        <c:axId val="1020991216"/>
      </c:lineChart>
      <c:dateAx>
        <c:axId val="1012672976"/>
        <c:scaling>
          <c:orientation val="minMax"/>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20991216"/>
        <c:crosses val="autoZero"/>
        <c:auto val="1"/>
        <c:lblOffset val="100"/>
        <c:baseTimeUnit val="days"/>
      </c:dateAx>
      <c:valAx>
        <c:axId val="1020991216"/>
        <c:scaling>
          <c:orientation val="minMax"/>
          <c:min val="0.5"/>
        </c:scaling>
        <c:delete val="0"/>
        <c:axPos val="l"/>
        <c:majorGridlines>
          <c:spPr>
            <a:ln w="6350" cap="flat" cmpd="sng" algn="ctr">
              <a:solidFill>
                <a:schemeClr val="tx1">
                  <a:lumMod val="15000"/>
                  <a:lumOff val="85000"/>
                </a:schemeClr>
              </a:solidFill>
              <a:prstDash val="dash"/>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126729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166666666666666E-2"/>
          <c:y val="3.674014696058784E-2"/>
          <c:w val="0.86906167979002624"/>
          <c:h val="0.81429525718102869"/>
        </c:manualLayout>
      </c:layout>
      <c:scatterChart>
        <c:scatterStyle val="lineMarker"/>
        <c:varyColors val="0"/>
        <c:ser>
          <c:idx val="0"/>
          <c:order val="0"/>
          <c:spPr>
            <a:ln w="38100" cap="rnd">
              <a:noFill/>
              <a:round/>
            </a:ln>
            <a:effectLst/>
          </c:spPr>
          <c:marker>
            <c:symbol val="circle"/>
            <c:size val="6"/>
            <c:spPr>
              <a:solidFill>
                <a:srgbClr val="8EB3DF"/>
              </a:solidFill>
              <a:ln w="9525">
                <a:solidFill>
                  <a:schemeClr val="tx1"/>
                </a:solidFill>
              </a:ln>
              <a:effectLst/>
            </c:spPr>
          </c:marker>
          <c:dLbls>
            <c:dLbl>
              <c:idx val="0"/>
              <c:layout>
                <c:manualLayout>
                  <c:x val="-5.1638176638176769E-2"/>
                  <c:y val="-2.6720106880427523E-2"/>
                </c:manualLayout>
              </c:layout>
              <c:tx>
                <c:rich>
                  <a:bodyPr/>
                  <a:lstStyle/>
                  <a:p>
                    <a:fld id="{50056BD0-A426-442D-A9D0-596AAFBCDC1B}"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6D56-4327-AA8F-2D8421F68708}"/>
                </c:ext>
              </c:extLst>
            </c:dLbl>
            <c:dLbl>
              <c:idx val="1"/>
              <c:tx>
                <c:rich>
                  <a:bodyPr/>
                  <a:lstStyle/>
                  <a:p>
                    <a:fld id="{4D9F0C3B-8CE0-4294-A434-C22F48A8C9CE}" type="CELLRANGE">
                      <a:rPr lang="pt-BR"/>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6D56-4327-AA8F-2D8421F68708}"/>
                </c:ext>
              </c:extLst>
            </c:dLbl>
            <c:dLbl>
              <c:idx val="2"/>
              <c:layout>
                <c:manualLayout>
                  <c:x val="-3.2051282051282048E-2"/>
                  <c:y val="-6.0120240480961921E-2"/>
                </c:manualLayout>
              </c:layout>
              <c:tx>
                <c:rich>
                  <a:bodyPr/>
                  <a:lstStyle/>
                  <a:p>
                    <a:fld id="{9B22A0B1-C134-40D5-B304-8217C79291C0}"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6D56-4327-AA8F-2D8421F68708}"/>
                </c:ext>
              </c:extLst>
            </c:dLbl>
            <c:dLbl>
              <c:idx val="3"/>
              <c:layout>
                <c:manualLayout>
                  <c:x val="-0.13354700854700854"/>
                  <c:y val="3.3400133600534405E-2"/>
                </c:manualLayout>
              </c:layout>
              <c:tx>
                <c:rich>
                  <a:bodyPr/>
                  <a:lstStyle/>
                  <a:p>
                    <a:fld id="{8FA7AA18-07BB-4A25-9E02-5178CAD04076}"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6D56-4327-AA8F-2D8421F68708}"/>
                </c:ext>
              </c:extLst>
            </c:dLbl>
            <c:dLbl>
              <c:idx val="4"/>
              <c:tx>
                <c:rich>
                  <a:bodyPr/>
                  <a:lstStyle/>
                  <a:p>
                    <a:fld id="{A65AEF3E-02B9-439D-81CB-F129ACA8C161}" type="CELLRANGE">
                      <a:rPr lang="pt-BR"/>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6D56-4327-AA8F-2D8421F68708}"/>
                </c:ext>
              </c:extLst>
            </c:dLbl>
            <c:dLbl>
              <c:idx val="5"/>
              <c:tx>
                <c:rich>
                  <a:bodyPr/>
                  <a:lstStyle/>
                  <a:p>
                    <a:fld id="{681A274A-4B8A-47F8-B9CE-D38EDF746B9F}" type="CELLRANGE">
                      <a:rPr lang="pt-BR"/>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6D56-4327-AA8F-2D8421F68708}"/>
                </c:ext>
              </c:extLst>
            </c:dLbl>
            <c:dLbl>
              <c:idx val="6"/>
              <c:layout>
                <c:manualLayout>
                  <c:x val="-4.2735042735042798E-2"/>
                  <c:y val="-7.0140280561122273E-2"/>
                </c:manualLayout>
              </c:layout>
              <c:tx>
                <c:rich>
                  <a:bodyPr/>
                  <a:lstStyle/>
                  <a:p>
                    <a:fld id="{031203EF-751E-4507-A665-02B6521CD10F}"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6D56-4327-AA8F-2D8421F68708}"/>
                </c:ext>
              </c:extLst>
            </c:dLbl>
            <c:dLbl>
              <c:idx val="7"/>
              <c:tx>
                <c:rich>
                  <a:bodyPr/>
                  <a:lstStyle/>
                  <a:p>
                    <a:fld id="{986402C0-EAC9-4ACD-BC3F-D913900ADF7E}" type="CELLRANGE">
                      <a:rPr lang="pt-BR"/>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6D56-4327-AA8F-2D8421F68708}"/>
                </c:ext>
              </c:extLst>
            </c:dLbl>
            <c:dLbl>
              <c:idx val="8"/>
              <c:tx>
                <c:rich>
                  <a:bodyPr/>
                  <a:lstStyle/>
                  <a:p>
                    <a:fld id="{36D8CEA6-6DFC-433E-826B-EA5025BE65B0}" type="CELLRANGE">
                      <a:rPr lang="pt-BR"/>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6D56-4327-AA8F-2D8421F68708}"/>
                </c:ext>
              </c:extLst>
            </c:dLbl>
            <c:dLbl>
              <c:idx val="9"/>
              <c:tx>
                <c:rich>
                  <a:bodyPr/>
                  <a:lstStyle/>
                  <a:p>
                    <a:fld id="{7D0CB03D-79E9-4E97-BD79-D91D8C593787}" type="CELLRANGE">
                      <a:rPr lang="pt-BR"/>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6D56-4327-AA8F-2D8421F68708}"/>
                </c:ext>
              </c:extLst>
            </c:dLbl>
            <c:dLbl>
              <c:idx val="10"/>
              <c:layout>
                <c:manualLayout>
                  <c:x val="-2.1367521367521368E-2"/>
                  <c:y val="3.3400133600534405E-2"/>
                </c:manualLayout>
              </c:layout>
              <c:tx>
                <c:rich>
                  <a:bodyPr/>
                  <a:lstStyle/>
                  <a:p>
                    <a:fld id="{B42F12E6-B9BB-46EC-B66E-922D60DA86E8}"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6D56-4327-AA8F-2D8421F68708}"/>
                </c:ext>
              </c:extLst>
            </c:dLbl>
            <c:dLbl>
              <c:idx val="11"/>
              <c:layout>
                <c:manualLayout>
                  <c:x val="-0.12624338224916554"/>
                  <c:y val="4.3665109167942737E-2"/>
                </c:manualLayout>
              </c:layout>
              <c:tx>
                <c:rich>
                  <a:bodyPr/>
                  <a:lstStyle/>
                  <a:p>
                    <a:fld id="{6956585A-BB67-46B2-90B4-435D098D59A5}"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6D56-4327-AA8F-2D8421F68708}"/>
                </c:ext>
              </c:extLst>
            </c:dLbl>
            <c:dLbl>
              <c:idx val="12"/>
              <c:tx>
                <c:rich>
                  <a:bodyPr/>
                  <a:lstStyle/>
                  <a:p>
                    <a:fld id="{203A3AEF-A453-446E-AB44-E466F0F40D62}" type="CELLRANGE">
                      <a:rPr lang="pt-BR"/>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6D56-4327-AA8F-2D8421F68708}"/>
                </c:ext>
              </c:extLst>
            </c:dLbl>
            <c:dLbl>
              <c:idx val="13"/>
              <c:layout>
                <c:manualLayout>
                  <c:x val="-0.14075123164835746"/>
                  <c:y val="-2.3151551622345678E-2"/>
                </c:manualLayout>
              </c:layout>
              <c:tx>
                <c:rich>
                  <a:bodyPr/>
                  <a:lstStyle/>
                  <a:p>
                    <a:fld id="{E79AFB00-6E73-45AC-BB43-951E626630C3}"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D-6D56-4327-AA8F-2D8421F68708}"/>
                </c:ext>
              </c:extLst>
            </c:dLbl>
            <c:dLbl>
              <c:idx val="14"/>
              <c:layout>
                <c:manualLayout>
                  <c:x val="-1.0520459640335704E-2"/>
                  <c:y val="4.0080001461339727E-2"/>
                </c:manualLayout>
              </c:layout>
              <c:tx>
                <c:rich>
                  <a:bodyPr/>
                  <a:lstStyle/>
                  <a:p>
                    <a:fld id="{A2611574-4F26-4E09-9F99-9F560D3813F9}" type="CELLRANGE">
                      <a:rPr lang="en-US" dirty="0"/>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E-6D56-4327-AA8F-2D8421F68708}"/>
                </c:ext>
              </c:extLst>
            </c:dLbl>
            <c:dLbl>
              <c:idx val="15"/>
              <c:tx>
                <c:rich>
                  <a:bodyPr/>
                  <a:lstStyle/>
                  <a:p>
                    <a:fld id="{BD18A138-310F-4E29-80B6-F9A7171E09F5}" type="CELLRANGE">
                      <a:rPr lang="pt-BR"/>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6D56-4327-AA8F-2D8421F68708}"/>
                </c:ext>
              </c:extLst>
            </c:dLbl>
            <c:dLbl>
              <c:idx val="16"/>
              <c:layout>
                <c:manualLayout>
                  <c:x val="-1.4589412255106295E-2"/>
                  <c:y val="-2.1885631548672093E-2"/>
                </c:manualLayout>
              </c:layout>
              <c:tx>
                <c:rich>
                  <a:bodyPr/>
                  <a:lstStyle/>
                  <a:p>
                    <a:fld id="{4722D839-18A7-4C8E-8A90-9EB391A319F4}"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0-6D56-4327-AA8F-2D8421F68708}"/>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xVal>
            <c:numRef>
              <c:f>Setor!$D$2:$D$18</c:f>
              <c:numCache>
                <c:formatCode>0.0</c:formatCode>
                <c:ptCount val="17"/>
                <c:pt idx="0">
                  <c:v>100</c:v>
                </c:pt>
                <c:pt idx="1">
                  <c:v>82.023114620056475</c:v>
                </c:pt>
                <c:pt idx="2">
                  <c:v>78.251725495876116</c:v>
                </c:pt>
                <c:pt idx="3">
                  <c:v>72.59958757685871</c:v>
                </c:pt>
                <c:pt idx="4">
                  <c:v>70.189936490696681</c:v>
                </c:pt>
                <c:pt idx="5">
                  <c:v>61.962458486213755</c:v>
                </c:pt>
                <c:pt idx="6">
                  <c:v>39.776771906209042</c:v>
                </c:pt>
                <c:pt idx="7">
                  <c:v>37.849179962102482</c:v>
                </c:pt>
                <c:pt idx="8">
                  <c:v>37.486987236603383</c:v>
                </c:pt>
                <c:pt idx="9">
                  <c:v>34.257875835275456</c:v>
                </c:pt>
                <c:pt idx="10">
                  <c:v>29.709094038195694</c:v>
                </c:pt>
                <c:pt idx="11">
                  <c:v>26.372041772352066</c:v>
                </c:pt>
                <c:pt idx="12">
                  <c:v>26.098897835022232</c:v>
                </c:pt>
                <c:pt idx="13">
                  <c:v>24.041514115742419</c:v>
                </c:pt>
                <c:pt idx="14">
                  <c:v>22.846377149317636</c:v>
                </c:pt>
                <c:pt idx="15">
                  <c:v>10.234988369272733</c:v>
                </c:pt>
                <c:pt idx="16">
                  <c:v>0</c:v>
                </c:pt>
              </c:numCache>
            </c:numRef>
          </c:xVal>
          <c:yVal>
            <c:numRef>
              <c:f>Setor!$G$2:$G$18</c:f>
              <c:numCache>
                <c:formatCode>General</c:formatCode>
                <c:ptCount val="17"/>
                <c:pt idx="0">
                  <c:v>0</c:v>
                </c:pt>
                <c:pt idx="1">
                  <c:v>74.108469110564698</c:v>
                </c:pt>
                <c:pt idx="2">
                  <c:v>90.764938646266899</c:v>
                </c:pt>
                <c:pt idx="3">
                  <c:v>89.864689299814017</c:v>
                </c:pt>
                <c:pt idx="4">
                  <c:v>64.609725803401432</c:v>
                </c:pt>
                <c:pt idx="5">
                  <c:v>58.927738021791995</c:v>
                </c:pt>
                <c:pt idx="6">
                  <c:v>91.942781963166453</c:v>
                </c:pt>
                <c:pt idx="7">
                  <c:v>73.903596226328176</c:v>
                </c:pt>
                <c:pt idx="8">
                  <c:v>35.611636883767005</c:v>
                </c:pt>
                <c:pt idx="9">
                  <c:v>88.146186575037802</c:v>
                </c:pt>
                <c:pt idx="10">
                  <c:v>84.697513751104452</c:v>
                </c:pt>
                <c:pt idx="11">
                  <c:v>100</c:v>
                </c:pt>
                <c:pt idx="12">
                  <c:v>72.581416955997227</c:v>
                </c:pt>
                <c:pt idx="13">
                  <c:v>74.475151236612092</c:v>
                </c:pt>
                <c:pt idx="14">
                  <c:v>63.249844431316227</c:v>
                </c:pt>
                <c:pt idx="15">
                  <c:v>27.0889354669266</c:v>
                </c:pt>
                <c:pt idx="16">
                  <c:v>50.375025741584821</c:v>
                </c:pt>
              </c:numCache>
            </c:numRef>
          </c:yVal>
          <c:smooth val="0"/>
          <c:extLst>
            <c:ext xmlns:c15="http://schemas.microsoft.com/office/drawing/2012/chart" uri="{02D57815-91ED-43cb-92C2-25804820EDAC}">
              <c15:datalabelsRange>
                <c15:f>Setor!$A$2:$A$18</c15:f>
                <c15:dlblRangeCache>
                  <c:ptCount val="17"/>
                  <c:pt idx="0">
                    <c:v>Agribusiness</c:v>
                  </c:pt>
                  <c:pt idx="1">
                    <c:v>Retail</c:v>
                  </c:pt>
                  <c:pt idx="2">
                    <c:v>Homebuilders</c:v>
                  </c:pt>
                  <c:pt idx="3">
                    <c:v>Food &amp; Beverages</c:v>
                  </c:pt>
                  <c:pt idx="4">
                    <c:v>Education</c:v>
                  </c:pt>
                  <c:pt idx="5">
                    <c:v>Transportation</c:v>
                  </c:pt>
                  <c:pt idx="6">
                    <c:v>Sanitation</c:v>
                  </c:pt>
                  <c:pt idx="7">
                    <c:v>Banks</c:v>
                  </c:pt>
                  <c:pt idx="8">
                    <c:v>Utilities &amp; Energy</c:v>
                  </c:pt>
                  <c:pt idx="9">
                    <c:v>Income Properties</c:v>
                  </c:pt>
                  <c:pt idx="10">
                    <c:v>Capital Goods</c:v>
                  </c:pt>
                  <c:pt idx="11">
                    <c:v>Financials Non-Banks</c:v>
                  </c:pt>
                  <c:pt idx="12">
                    <c:v>TMT</c:v>
                  </c:pt>
                  <c:pt idx="13">
                    <c:v>Health Care</c:v>
                  </c:pt>
                  <c:pt idx="14">
                    <c:v>Oil, Gas &amp; Petrochemicals</c:v>
                  </c:pt>
                  <c:pt idx="15">
                    <c:v>Pulp &amp; Paper</c:v>
                  </c:pt>
                  <c:pt idx="16">
                    <c:v>Metals &amp; Mining</c:v>
                  </c:pt>
                </c15:dlblRangeCache>
              </c15:datalabelsRange>
            </c:ext>
            <c:ext xmlns:c16="http://schemas.microsoft.com/office/drawing/2014/chart" uri="{C3380CC4-5D6E-409C-BE32-E72D297353CC}">
              <c16:uniqueId val="{00000011-6D56-4327-AA8F-2D8421F68708}"/>
            </c:ext>
          </c:extLst>
        </c:ser>
        <c:dLbls>
          <c:showLegendKey val="0"/>
          <c:showVal val="0"/>
          <c:showCatName val="0"/>
          <c:showSerName val="0"/>
          <c:showPercent val="0"/>
          <c:showBubbleSize val="0"/>
        </c:dLbls>
        <c:axId val="1914983551"/>
        <c:axId val="1938179695"/>
      </c:scatterChart>
      <c:valAx>
        <c:axId val="1914983551"/>
        <c:scaling>
          <c:orientation val="minMax"/>
          <c:max val="100"/>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r>
                  <a:rPr lang="pt-BR" sz="1050"/>
                  <a:t>Out-of-Favor</a:t>
                </a:r>
                <a:r>
                  <a:rPr lang="pt-BR" sz="1050" baseline="0"/>
                  <a:t> Score</a:t>
                </a:r>
                <a:endParaRPr lang="pt-BR" sz="1050"/>
              </a:p>
            </c:rich>
          </c:tx>
          <c:layout>
            <c:manualLayout>
              <c:xMode val="edge"/>
              <c:yMode val="edge"/>
              <c:x val="0.39882021052078787"/>
              <c:y val="0.9273397032584086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938179695"/>
        <c:crosses val="autoZero"/>
        <c:crossBetween val="midCat"/>
      </c:valAx>
      <c:valAx>
        <c:axId val="1938179695"/>
        <c:scaling>
          <c:orientation val="minMax"/>
          <c:max val="110"/>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r>
                  <a:rPr lang="pt-BR" sz="1050"/>
                  <a:t>Quality</a:t>
                </a:r>
                <a:r>
                  <a:rPr lang="pt-BR" sz="1050" baseline="0"/>
                  <a:t> Score</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914983551"/>
        <c:crosses val="autoZero"/>
        <c:crossBetween val="midCat"/>
        <c:majorUnit val="1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2362655136126704E-2"/>
          <c:y val="4.8241221300588388E-2"/>
          <c:w val="0.93227593040729506"/>
          <c:h val="0.8275182458342133"/>
        </c:manualLayout>
      </c:layout>
      <c:lineChart>
        <c:grouping val="standard"/>
        <c:varyColors val="0"/>
        <c:ser>
          <c:idx val="0"/>
          <c:order val="0"/>
          <c:spPr>
            <a:ln w="22225" cap="rnd">
              <a:solidFill>
                <a:srgbClr val="1F2F44"/>
              </a:solidFill>
              <a:round/>
            </a:ln>
            <a:effectLst/>
          </c:spPr>
          <c:marker>
            <c:symbol val="none"/>
          </c:marker>
          <c:dPt>
            <c:idx val="3018"/>
            <c:marker>
              <c:symbol val="circle"/>
              <c:size val="6"/>
              <c:spPr>
                <a:solidFill>
                  <a:schemeClr val="accent1"/>
                </a:solidFill>
                <a:ln w="9525">
                  <a:solidFill>
                    <a:schemeClr val="accent1"/>
                  </a:solidFill>
                </a:ln>
                <a:effectLst/>
              </c:spPr>
            </c:marker>
            <c:bubble3D val="0"/>
            <c:extLst>
              <c:ext xmlns:c16="http://schemas.microsoft.com/office/drawing/2014/chart" uri="{C3380CC4-5D6E-409C-BE32-E72D297353CC}">
                <c16:uniqueId val="{00000001-B41D-435F-91AF-A094C161EDC8}"/>
              </c:ext>
            </c:extLst>
          </c:dPt>
          <c:dLbls>
            <c:dLbl>
              <c:idx val="3018"/>
              <c:layout>
                <c:manualLayout>
                  <c:x val="-1.5253767278251723E-16"/>
                  <c:y val="-0.11527506567048035"/>
                </c:manualLayout>
              </c:layout>
              <c:tx>
                <c:rich>
                  <a:bodyPr/>
                  <a:lstStyle/>
                  <a:p>
                    <a:fld id="{96ED2710-6745-4865-A82C-7BD7D82D9B17}" type="VALUE">
                      <a:rPr lang="en-US" smtClean="0"/>
                      <a:pPr/>
                      <a:t>[VALUE]</a:t>
                    </a:fld>
                    <a:r>
                      <a:rPr lang="en-US" dirty="0"/>
                      <a:t> z-score</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41D-435F-91AF-A094C161EDC8}"/>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'Score Geral'!$A$26:$A$3044</c:f>
              <c:numCache>
                <c:formatCode>yyyy\-mm\-dd</c:formatCode>
                <c:ptCount val="3019"/>
                <c:pt idx="0">
                  <c:v>41803</c:v>
                </c:pt>
                <c:pt idx="1">
                  <c:v>41806</c:v>
                </c:pt>
                <c:pt idx="2">
                  <c:v>41807</c:v>
                </c:pt>
                <c:pt idx="3">
                  <c:v>41808</c:v>
                </c:pt>
                <c:pt idx="4">
                  <c:v>41810</c:v>
                </c:pt>
                <c:pt idx="5">
                  <c:v>41813</c:v>
                </c:pt>
                <c:pt idx="6">
                  <c:v>41814</c:v>
                </c:pt>
                <c:pt idx="7">
                  <c:v>41815</c:v>
                </c:pt>
                <c:pt idx="8">
                  <c:v>41816</c:v>
                </c:pt>
                <c:pt idx="9">
                  <c:v>41817</c:v>
                </c:pt>
                <c:pt idx="10">
                  <c:v>41820</c:v>
                </c:pt>
                <c:pt idx="11">
                  <c:v>41821</c:v>
                </c:pt>
                <c:pt idx="12">
                  <c:v>41822</c:v>
                </c:pt>
                <c:pt idx="13">
                  <c:v>41823</c:v>
                </c:pt>
                <c:pt idx="14">
                  <c:v>41824</c:v>
                </c:pt>
                <c:pt idx="15">
                  <c:v>41827</c:v>
                </c:pt>
                <c:pt idx="16">
                  <c:v>41828</c:v>
                </c:pt>
                <c:pt idx="17">
                  <c:v>41830</c:v>
                </c:pt>
                <c:pt idx="18">
                  <c:v>41831</c:v>
                </c:pt>
                <c:pt idx="19">
                  <c:v>41834</c:v>
                </c:pt>
                <c:pt idx="20">
                  <c:v>41835</c:v>
                </c:pt>
                <c:pt idx="21">
                  <c:v>41836</c:v>
                </c:pt>
                <c:pt idx="22">
                  <c:v>41837</c:v>
                </c:pt>
                <c:pt idx="23">
                  <c:v>41838</c:v>
                </c:pt>
                <c:pt idx="24">
                  <c:v>41841</c:v>
                </c:pt>
                <c:pt idx="25">
                  <c:v>41842</c:v>
                </c:pt>
                <c:pt idx="26">
                  <c:v>41843</c:v>
                </c:pt>
                <c:pt idx="27">
                  <c:v>41844</c:v>
                </c:pt>
                <c:pt idx="28">
                  <c:v>41845</c:v>
                </c:pt>
                <c:pt idx="29">
                  <c:v>41848</c:v>
                </c:pt>
                <c:pt idx="30">
                  <c:v>41849</c:v>
                </c:pt>
                <c:pt idx="31">
                  <c:v>41850</c:v>
                </c:pt>
                <c:pt idx="32">
                  <c:v>41851</c:v>
                </c:pt>
                <c:pt idx="33">
                  <c:v>41852</c:v>
                </c:pt>
                <c:pt idx="34">
                  <c:v>41855</c:v>
                </c:pt>
                <c:pt idx="35">
                  <c:v>41856</c:v>
                </c:pt>
                <c:pt idx="36">
                  <c:v>41857</c:v>
                </c:pt>
                <c:pt idx="37">
                  <c:v>41858</c:v>
                </c:pt>
                <c:pt idx="38">
                  <c:v>41859</c:v>
                </c:pt>
                <c:pt idx="39">
                  <c:v>41862</c:v>
                </c:pt>
                <c:pt idx="40">
                  <c:v>41863</c:v>
                </c:pt>
                <c:pt idx="41">
                  <c:v>41864</c:v>
                </c:pt>
                <c:pt idx="42">
                  <c:v>41865</c:v>
                </c:pt>
                <c:pt idx="43">
                  <c:v>41866</c:v>
                </c:pt>
                <c:pt idx="44">
                  <c:v>41869</c:v>
                </c:pt>
                <c:pt idx="45">
                  <c:v>41870</c:v>
                </c:pt>
                <c:pt idx="46">
                  <c:v>41871</c:v>
                </c:pt>
                <c:pt idx="47">
                  <c:v>41872</c:v>
                </c:pt>
                <c:pt idx="48">
                  <c:v>41873</c:v>
                </c:pt>
                <c:pt idx="49">
                  <c:v>41876</c:v>
                </c:pt>
                <c:pt idx="50">
                  <c:v>41877</c:v>
                </c:pt>
                <c:pt idx="51">
                  <c:v>41878</c:v>
                </c:pt>
                <c:pt idx="52">
                  <c:v>41879</c:v>
                </c:pt>
                <c:pt idx="53">
                  <c:v>41880</c:v>
                </c:pt>
                <c:pt idx="54">
                  <c:v>41883</c:v>
                </c:pt>
                <c:pt idx="55">
                  <c:v>41884</c:v>
                </c:pt>
                <c:pt idx="56">
                  <c:v>41885</c:v>
                </c:pt>
                <c:pt idx="57">
                  <c:v>41886</c:v>
                </c:pt>
                <c:pt idx="58">
                  <c:v>41887</c:v>
                </c:pt>
                <c:pt idx="59">
                  <c:v>41890</c:v>
                </c:pt>
                <c:pt idx="60">
                  <c:v>41891</c:v>
                </c:pt>
                <c:pt idx="61">
                  <c:v>41892</c:v>
                </c:pt>
                <c:pt idx="62">
                  <c:v>41893</c:v>
                </c:pt>
                <c:pt idx="63">
                  <c:v>41894</c:v>
                </c:pt>
                <c:pt idx="64">
                  <c:v>41897</c:v>
                </c:pt>
                <c:pt idx="65">
                  <c:v>41898</c:v>
                </c:pt>
                <c:pt idx="66">
                  <c:v>41899</c:v>
                </c:pt>
                <c:pt idx="67">
                  <c:v>41900</c:v>
                </c:pt>
                <c:pt idx="68">
                  <c:v>41901</c:v>
                </c:pt>
                <c:pt idx="69">
                  <c:v>41904</c:v>
                </c:pt>
                <c:pt idx="70">
                  <c:v>41905</c:v>
                </c:pt>
                <c:pt idx="71">
                  <c:v>41906</c:v>
                </c:pt>
                <c:pt idx="72">
                  <c:v>41907</c:v>
                </c:pt>
                <c:pt idx="73">
                  <c:v>41908</c:v>
                </c:pt>
                <c:pt idx="74">
                  <c:v>41911</c:v>
                </c:pt>
                <c:pt idx="75">
                  <c:v>41912</c:v>
                </c:pt>
                <c:pt idx="76">
                  <c:v>41913</c:v>
                </c:pt>
                <c:pt idx="77">
                  <c:v>41914</c:v>
                </c:pt>
                <c:pt idx="78">
                  <c:v>41915</c:v>
                </c:pt>
                <c:pt idx="79">
                  <c:v>41918</c:v>
                </c:pt>
                <c:pt idx="80">
                  <c:v>41919</c:v>
                </c:pt>
                <c:pt idx="81">
                  <c:v>41920</c:v>
                </c:pt>
                <c:pt idx="82">
                  <c:v>41921</c:v>
                </c:pt>
                <c:pt idx="83">
                  <c:v>41922</c:v>
                </c:pt>
                <c:pt idx="84">
                  <c:v>41925</c:v>
                </c:pt>
                <c:pt idx="85">
                  <c:v>41926</c:v>
                </c:pt>
                <c:pt idx="86">
                  <c:v>41927</c:v>
                </c:pt>
                <c:pt idx="87">
                  <c:v>41928</c:v>
                </c:pt>
                <c:pt idx="88">
                  <c:v>41929</c:v>
                </c:pt>
                <c:pt idx="89">
                  <c:v>41932</c:v>
                </c:pt>
                <c:pt idx="90">
                  <c:v>41933</c:v>
                </c:pt>
                <c:pt idx="91">
                  <c:v>41934</c:v>
                </c:pt>
                <c:pt idx="92">
                  <c:v>41935</c:v>
                </c:pt>
                <c:pt idx="93">
                  <c:v>41936</c:v>
                </c:pt>
                <c:pt idx="94">
                  <c:v>41939</c:v>
                </c:pt>
                <c:pt idx="95">
                  <c:v>41940</c:v>
                </c:pt>
                <c:pt idx="96">
                  <c:v>41941</c:v>
                </c:pt>
                <c:pt idx="97">
                  <c:v>41942</c:v>
                </c:pt>
                <c:pt idx="98">
                  <c:v>41943</c:v>
                </c:pt>
                <c:pt idx="99">
                  <c:v>41946</c:v>
                </c:pt>
                <c:pt idx="100">
                  <c:v>41947</c:v>
                </c:pt>
                <c:pt idx="101">
                  <c:v>41948</c:v>
                </c:pt>
                <c:pt idx="102">
                  <c:v>41949</c:v>
                </c:pt>
                <c:pt idx="103">
                  <c:v>41950</c:v>
                </c:pt>
                <c:pt idx="104">
                  <c:v>41953</c:v>
                </c:pt>
                <c:pt idx="105">
                  <c:v>41954</c:v>
                </c:pt>
                <c:pt idx="106">
                  <c:v>41955</c:v>
                </c:pt>
                <c:pt idx="107">
                  <c:v>41956</c:v>
                </c:pt>
                <c:pt idx="108">
                  <c:v>41957</c:v>
                </c:pt>
                <c:pt idx="109">
                  <c:v>41960</c:v>
                </c:pt>
                <c:pt idx="110">
                  <c:v>41961</c:v>
                </c:pt>
                <c:pt idx="111">
                  <c:v>41962</c:v>
                </c:pt>
                <c:pt idx="112">
                  <c:v>41964</c:v>
                </c:pt>
                <c:pt idx="113">
                  <c:v>41967</c:v>
                </c:pt>
                <c:pt idx="114">
                  <c:v>41968</c:v>
                </c:pt>
                <c:pt idx="115">
                  <c:v>41969</c:v>
                </c:pt>
                <c:pt idx="116">
                  <c:v>41970</c:v>
                </c:pt>
                <c:pt idx="117">
                  <c:v>41971</c:v>
                </c:pt>
                <c:pt idx="118">
                  <c:v>41974</c:v>
                </c:pt>
                <c:pt idx="119">
                  <c:v>41975</c:v>
                </c:pt>
                <c:pt idx="120">
                  <c:v>41976</c:v>
                </c:pt>
                <c:pt idx="121">
                  <c:v>41977</c:v>
                </c:pt>
                <c:pt idx="122">
                  <c:v>41978</c:v>
                </c:pt>
                <c:pt idx="123">
                  <c:v>41981</c:v>
                </c:pt>
                <c:pt idx="124">
                  <c:v>41982</c:v>
                </c:pt>
                <c:pt idx="125">
                  <c:v>41983</c:v>
                </c:pt>
                <c:pt idx="126">
                  <c:v>41984</c:v>
                </c:pt>
                <c:pt idx="127">
                  <c:v>41985</c:v>
                </c:pt>
                <c:pt idx="128">
                  <c:v>41988</c:v>
                </c:pt>
                <c:pt idx="129">
                  <c:v>41989</c:v>
                </c:pt>
                <c:pt idx="130">
                  <c:v>41990</c:v>
                </c:pt>
                <c:pt idx="131">
                  <c:v>41991</c:v>
                </c:pt>
                <c:pt idx="132">
                  <c:v>41992</c:v>
                </c:pt>
                <c:pt idx="133">
                  <c:v>41995</c:v>
                </c:pt>
                <c:pt idx="134">
                  <c:v>41996</c:v>
                </c:pt>
                <c:pt idx="135">
                  <c:v>41999</c:v>
                </c:pt>
                <c:pt idx="136">
                  <c:v>42002</c:v>
                </c:pt>
                <c:pt idx="137">
                  <c:v>42003</c:v>
                </c:pt>
                <c:pt idx="138">
                  <c:v>42006</c:v>
                </c:pt>
                <c:pt idx="139">
                  <c:v>42009</c:v>
                </c:pt>
                <c:pt idx="140">
                  <c:v>42010</c:v>
                </c:pt>
                <c:pt idx="141">
                  <c:v>42011</c:v>
                </c:pt>
                <c:pt idx="142">
                  <c:v>42012</c:v>
                </c:pt>
                <c:pt idx="143">
                  <c:v>42013</c:v>
                </c:pt>
                <c:pt idx="144">
                  <c:v>42016</c:v>
                </c:pt>
                <c:pt idx="145">
                  <c:v>42017</c:v>
                </c:pt>
                <c:pt idx="146">
                  <c:v>42018</c:v>
                </c:pt>
                <c:pt idx="147">
                  <c:v>42019</c:v>
                </c:pt>
                <c:pt idx="148">
                  <c:v>42020</c:v>
                </c:pt>
                <c:pt idx="149">
                  <c:v>42023</c:v>
                </c:pt>
                <c:pt idx="150">
                  <c:v>42024</c:v>
                </c:pt>
                <c:pt idx="151">
                  <c:v>42025</c:v>
                </c:pt>
                <c:pt idx="152">
                  <c:v>42026</c:v>
                </c:pt>
                <c:pt idx="153">
                  <c:v>42027</c:v>
                </c:pt>
                <c:pt idx="154">
                  <c:v>42030</c:v>
                </c:pt>
                <c:pt idx="155">
                  <c:v>42031</c:v>
                </c:pt>
                <c:pt idx="156">
                  <c:v>42032</c:v>
                </c:pt>
                <c:pt idx="157">
                  <c:v>42033</c:v>
                </c:pt>
                <c:pt idx="158">
                  <c:v>42034</c:v>
                </c:pt>
                <c:pt idx="159">
                  <c:v>42037</c:v>
                </c:pt>
                <c:pt idx="160">
                  <c:v>42038</c:v>
                </c:pt>
                <c:pt idx="161">
                  <c:v>42039</c:v>
                </c:pt>
                <c:pt idx="162">
                  <c:v>42040</c:v>
                </c:pt>
                <c:pt idx="163">
                  <c:v>42041</c:v>
                </c:pt>
                <c:pt idx="164">
                  <c:v>42044</c:v>
                </c:pt>
                <c:pt idx="165">
                  <c:v>42045</c:v>
                </c:pt>
                <c:pt idx="166">
                  <c:v>42046</c:v>
                </c:pt>
                <c:pt idx="167">
                  <c:v>42047</c:v>
                </c:pt>
                <c:pt idx="168">
                  <c:v>42048</c:v>
                </c:pt>
                <c:pt idx="169">
                  <c:v>42053</c:v>
                </c:pt>
                <c:pt idx="170">
                  <c:v>42054</c:v>
                </c:pt>
                <c:pt idx="171">
                  <c:v>42055</c:v>
                </c:pt>
                <c:pt idx="172">
                  <c:v>42058</c:v>
                </c:pt>
                <c:pt idx="173">
                  <c:v>42059</c:v>
                </c:pt>
                <c:pt idx="174">
                  <c:v>42060</c:v>
                </c:pt>
                <c:pt idx="175">
                  <c:v>42061</c:v>
                </c:pt>
                <c:pt idx="176">
                  <c:v>42062</c:v>
                </c:pt>
                <c:pt idx="177">
                  <c:v>42065</c:v>
                </c:pt>
                <c:pt idx="178">
                  <c:v>42066</c:v>
                </c:pt>
                <c:pt idx="179">
                  <c:v>42067</c:v>
                </c:pt>
                <c:pt idx="180">
                  <c:v>42068</c:v>
                </c:pt>
                <c:pt idx="181">
                  <c:v>42069</c:v>
                </c:pt>
                <c:pt idx="182">
                  <c:v>42072</c:v>
                </c:pt>
                <c:pt idx="183">
                  <c:v>42073</c:v>
                </c:pt>
                <c:pt idx="184">
                  <c:v>42074</c:v>
                </c:pt>
                <c:pt idx="185">
                  <c:v>42075</c:v>
                </c:pt>
                <c:pt idx="186">
                  <c:v>42076</c:v>
                </c:pt>
                <c:pt idx="187">
                  <c:v>42079</c:v>
                </c:pt>
                <c:pt idx="188">
                  <c:v>42080</c:v>
                </c:pt>
                <c:pt idx="189">
                  <c:v>42081</c:v>
                </c:pt>
                <c:pt idx="190">
                  <c:v>42082</c:v>
                </c:pt>
                <c:pt idx="191">
                  <c:v>42083</c:v>
                </c:pt>
                <c:pt idx="192">
                  <c:v>42086</c:v>
                </c:pt>
                <c:pt idx="193">
                  <c:v>42087</c:v>
                </c:pt>
                <c:pt idx="194">
                  <c:v>42088</c:v>
                </c:pt>
                <c:pt idx="195">
                  <c:v>42089</c:v>
                </c:pt>
                <c:pt idx="196">
                  <c:v>42090</c:v>
                </c:pt>
                <c:pt idx="197">
                  <c:v>42093</c:v>
                </c:pt>
                <c:pt idx="198">
                  <c:v>42094</c:v>
                </c:pt>
                <c:pt idx="199">
                  <c:v>42095</c:v>
                </c:pt>
                <c:pt idx="200">
                  <c:v>42096</c:v>
                </c:pt>
                <c:pt idx="201">
                  <c:v>42100</c:v>
                </c:pt>
                <c:pt idx="202">
                  <c:v>42101</c:v>
                </c:pt>
                <c:pt idx="203">
                  <c:v>42102</c:v>
                </c:pt>
                <c:pt idx="204">
                  <c:v>42103</c:v>
                </c:pt>
                <c:pt idx="205">
                  <c:v>42104</c:v>
                </c:pt>
                <c:pt idx="206">
                  <c:v>42107</c:v>
                </c:pt>
                <c:pt idx="207">
                  <c:v>42108</c:v>
                </c:pt>
                <c:pt idx="208">
                  <c:v>42109</c:v>
                </c:pt>
                <c:pt idx="209">
                  <c:v>42110</c:v>
                </c:pt>
                <c:pt idx="210">
                  <c:v>42111</c:v>
                </c:pt>
                <c:pt idx="211">
                  <c:v>42114</c:v>
                </c:pt>
                <c:pt idx="212">
                  <c:v>42116</c:v>
                </c:pt>
                <c:pt idx="213">
                  <c:v>42117</c:v>
                </c:pt>
                <c:pt idx="214">
                  <c:v>42118</c:v>
                </c:pt>
                <c:pt idx="215">
                  <c:v>42121</c:v>
                </c:pt>
                <c:pt idx="216">
                  <c:v>42122</c:v>
                </c:pt>
                <c:pt idx="217">
                  <c:v>42123</c:v>
                </c:pt>
                <c:pt idx="218">
                  <c:v>42124</c:v>
                </c:pt>
                <c:pt idx="219">
                  <c:v>42128</c:v>
                </c:pt>
                <c:pt idx="220">
                  <c:v>42129</c:v>
                </c:pt>
                <c:pt idx="221">
                  <c:v>42130</c:v>
                </c:pt>
                <c:pt idx="222">
                  <c:v>42131</c:v>
                </c:pt>
                <c:pt idx="223">
                  <c:v>42132</c:v>
                </c:pt>
                <c:pt idx="224">
                  <c:v>42135</c:v>
                </c:pt>
                <c:pt idx="225">
                  <c:v>42136</c:v>
                </c:pt>
                <c:pt idx="226">
                  <c:v>42137</c:v>
                </c:pt>
                <c:pt idx="227">
                  <c:v>42138</c:v>
                </c:pt>
                <c:pt idx="228">
                  <c:v>42139</c:v>
                </c:pt>
                <c:pt idx="229">
                  <c:v>42142</c:v>
                </c:pt>
                <c:pt idx="230">
                  <c:v>42143</c:v>
                </c:pt>
                <c:pt idx="231">
                  <c:v>42144</c:v>
                </c:pt>
                <c:pt idx="232">
                  <c:v>42145</c:v>
                </c:pt>
                <c:pt idx="233">
                  <c:v>42146</c:v>
                </c:pt>
                <c:pt idx="234">
                  <c:v>42149</c:v>
                </c:pt>
                <c:pt idx="235">
                  <c:v>42150</c:v>
                </c:pt>
                <c:pt idx="236">
                  <c:v>42151</c:v>
                </c:pt>
                <c:pt idx="237">
                  <c:v>42152</c:v>
                </c:pt>
                <c:pt idx="238">
                  <c:v>42153</c:v>
                </c:pt>
                <c:pt idx="239">
                  <c:v>42156</c:v>
                </c:pt>
                <c:pt idx="240">
                  <c:v>42157</c:v>
                </c:pt>
                <c:pt idx="241">
                  <c:v>42158</c:v>
                </c:pt>
                <c:pt idx="242">
                  <c:v>42160</c:v>
                </c:pt>
                <c:pt idx="243">
                  <c:v>42163</c:v>
                </c:pt>
                <c:pt idx="244">
                  <c:v>42164</c:v>
                </c:pt>
                <c:pt idx="245">
                  <c:v>42165</c:v>
                </c:pt>
                <c:pt idx="246">
                  <c:v>42166</c:v>
                </c:pt>
                <c:pt idx="247">
                  <c:v>42167</c:v>
                </c:pt>
                <c:pt idx="248">
                  <c:v>42170</c:v>
                </c:pt>
                <c:pt idx="249">
                  <c:v>42171</c:v>
                </c:pt>
                <c:pt idx="250">
                  <c:v>42172</c:v>
                </c:pt>
                <c:pt idx="251">
                  <c:v>42173</c:v>
                </c:pt>
                <c:pt idx="252">
                  <c:v>42174</c:v>
                </c:pt>
                <c:pt idx="253">
                  <c:v>42177</c:v>
                </c:pt>
                <c:pt idx="254">
                  <c:v>42178</c:v>
                </c:pt>
                <c:pt idx="255">
                  <c:v>42179</c:v>
                </c:pt>
                <c:pt idx="256">
                  <c:v>42180</c:v>
                </c:pt>
                <c:pt idx="257">
                  <c:v>42181</c:v>
                </c:pt>
                <c:pt idx="258">
                  <c:v>42184</c:v>
                </c:pt>
                <c:pt idx="259">
                  <c:v>42185</c:v>
                </c:pt>
                <c:pt idx="260">
                  <c:v>42186</c:v>
                </c:pt>
                <c:pt idx="261">
                  <c:v>42187</c:v>
                </c:pt>
                <c:pt idx="262">
                  <c:v>42188</c:v>
                </c:pt>
                <c:pt idx="263">
                  <c:v>42191</c:v>
                </c:pt>
                <c:pt idx="264">
                  <c:v>42192</c:v>
                </c:pt>
                <c:pt idx="265">
                  <c:v>42193</c:v>
                </c:pt>
                <c:pt idx="266">
                  <c:v>42195</c:v>
                </c:pt>
                <c:pt idx="267">
                  <c:v>42198</c:v>
                </c:pt>
                <c:pt idx="268">
                  <c:v>42199</c:v>
                </c:pt>
                <c:pt idx="269">
                  <c:v>42200</c:v>
                </c:pt>
                <c:pt idx="270">
                  <c:v>42201</c:v>
                </c:pt>
                <c:pt idx="271">
                  <c:v>42202</c:v>
                </c:pt>
                <c:pt idx="272">
                  <c:v>42205</c:v>
                </c:pt>
                <c:pt idx="273">
                  <c:v>42206</c:v>
                </c:pt>
                <c:pt idx="274">
                  <c:v>42207</c:v>
                </c:pt>
                <c:pt idx="275">
                  <c:v>42208</c:v>
                </c:pt>
                <c:pt idx="276">
                  <c:v>42209</c:v>
                </c:pt>
                <c:pt idx="277">
                  <c:v>42212</c:v>
                </c:pt>
                <c:pt idx="278">
                  <c:v>42213</c:v>
                </c:pt>
                <c:pt idx="279">
                  <c:v>42214</c:v>
                </c:pt>
                <c:pt idx="280">
                  <c:v>42215</c:v>
                </c:pt>
                <c:pt idx="281">
                  <c:v>42216</c:v>
                </c:pt>
                <c:pt idx="282">
                  <c:v>42219</c:v>
                </c:pt>
                <c:pt idx="283">
                  <c:v>42220</c:v>
                </c:pt>
                <c:pt idx="284">
                  <c:v>42221</c:v>
                </c:pt>
                <c:pt idx="285">
                  <c:v>42222</c:v>
                </c:pt>
                <c:pt idx="286">
                  <c:v>42223</c:v>
                </c:pt>
                <c:pt idx="287">
                  <c:v>42226</c:v>
                </c:pt>
                <c:pt idx="288">
                  <c:v>42227</c:v>
                </c:pt>
                <c:pt idx="289">
                  <c:v>42228</c:v>
                </c:pt>
                <c:pt idx="290">
                  <c:v>42229</c:v>
                </c:pt>
                <c:pt idx="291">
                  <c:v>42230</c:v>
                </c:pt>
                <c:pt idx="292">
                  <c:v>42233</c:v>
                </c:pt>
                <c:pt idx="293">
                  <c:v>42234</c:v>
                </c:pt>
                <c:pt idx="294">
                  <c:v>42235</c:v>
                </c:pt>
                <c:pt idx="295">
                  <c:v>42236</c:v>
                </c:pt>
                <c:pt idx="296">
                  <c:v>42237</c:v>
                </c:pt>
                <c:pt idx="297">
                  <c:v>42240</c:v>
                </c:pt>
                <c:pt idx="298">
                  <c:v>42241</c:v>
                </c:pt>
                <c:pt idx="299">
                  <c:v>42242</c:v>
                </c:pt>
                <c:pt idx="300">
                  <c:v>42243</c:v>
                </c:pt>
                <c:pt idx="301">
                  <c:v>42244</c:v>
                </c:pt>
                <c:pt idx="302">
                  <c:v>42247</c:v>
                </c:pt>
                <c:pt idx="303">
                  <c:v>42248</c:v>
                </c:pt>
                <c:pt idx="304">
                  <c:v>42249</c:v>
                </c:pt>
                <c:pt idx="305">
                  <c:v>42250</c:v>
                </c:pt>
                <c:pt idx="306">
                  <c:v>42251</c:v>
                </c:pt>
                <c:pt idx="307">
                  <c:v>42255</c:v>
                </c:pt>
                <c:pt idx="308">
                  <c:v>42256</c:v>
                </c:pt>
                <c:pt idx="309">
                  <c:v>42257</c:v>
                </c:pt>
                <c:pt idx="310">
                  <c:v>42258</c:v>
                </c:pt>
                <c:pt idx="311">
                  <c:v>42261</c:v>
                </c:pt>
                <c:pt idx="312">
                  <c:v>42262</c:v>
                </c:pt>
                <c:pt idx="313">
                  <c:v>42263</c:v>
                </c:pt>
                <c:pt idx="314">
                  <c:v>42264</c:v>
                </c:pt>
                <c:pt idx="315">
                  <c:v>42265</c:v>
                </c:pt>
                <c:pt idx="316">
                  <c:v>42268</c:v>
                </c:pt>
                <c:pt idx="317">
                  <c:v>42269</c:v>
                </c:pt>
                <c:pt idx="318">
                  <c:v>42270</c:v>
                </c:pt>
                <c:pt idx="319">
                  <c:v>42271</c:v>
                </c:pt>
                <c:pt idx="320">
                  <c:v>42272</c:v>
                </c:pt>
                <c:pt idx="321">
                  <c:v>42275</c:v>
                </c:pt>
                <c:pt idx="322">
                  <c:v>42276</c:v>
                </c:pt>
                <c:pt idx="323">
                  <c:v>42277</c:v>
                </c:pt>
                <c:pt idx="324">
                  <c:v>42278</c:v>
                </c:pt>
                <c:pt idx="325">
                  <c:v>42279</c:v>
                </c:pt>
                <c:pt idx="326">
                  <c:v>42282</c:v>
                </c:pt>
                <c:pt idx="327">
                  <c:v>42283</c:v>
                </c:pt>
                <c:pt idx="328">
                  <c:v>42284</c:v>
                </c:pt>
                <c:pt idx="329">
                  <c:v>42285</c:v>
                </c:pt>
                <c:pt idx="330">
                  <c:v>42286</c:v>
                </c:pt>
                <c:pt idx="331">
                  <c:v>42290</c:v>
                </c:pt>
                <c:pt idx="332">
                  <c:v>42291</c:v>
                </c:pt>
                <c:pt idx="333">
                  <c:v>42292</c:v>
                </c:pt>
                <c:pt idx="334">
                  <c:v>42293</c:v>
                </c:pt>
                <c:pt idx="335">
                  <c:v>42296</c:v>
                </c:pt>
                <c:pt idx="336">
                  <c:v>42297</c:v>
                </c:pt>
                <c:pt idx="337">
                  <c:v>42298</c:v>
                </c:pt>
                <c:pt idx="338">
                  <c:v>42299</c:v>
                </c:pt>
                <c:pt idx="339">
                  <c:v>42300</c:v>
                </c:pt>
                <c:pt idx="340">
                  <c:v>42303</c:v>
                </c:pt>
                <c:pt idx="341">
                  <c:v>42304</c:v>
                </c:pt>
                <c:pt idx="342">
                  <c:v>42305</c:v>
                </c:pt>
                <c:pt idx="343">
                  <c:v>42306</c:v>
                </c:pt>
                <c:pt idx="344">
                  <c:v>42307</c:v>
                </c:pt>
                <c:pt idx="345">
                  <c:v>42311</c:v>
                </c:pt>
                <c:pt idx="346">
                  <c:v>42312</c:v>
                </c:pt>
                <c:pt idx="347">
                  <c:v>42313</c:v>
                </c:pt>
                <c:pt idx="348">
                  <c:v>42314</c:v>
                </c:pt>
                <c:pt idx="349">
                  <c:v>42317</c:v>
                </c:pt>
                <c:pt idx="350">
                  <c:v>42318</c:v>
                </c:pt>
                <c:pt idx="351">
                  <c:v>42319</c:v>
                </c:pt>
                <c:pt idx="352">
                  <c:v>42320</c:v>
                </c:pt>
                <c:pt idx="353">
                  <c:v>42321</c:v>
                </c:pt>
                <c:pt idx="354">
                  <c:v>42324</c:v>
                </c:pt>
                <c:pt idx="355">
                  <c:v>42325</c:v>
                </c:pt>
                <c:pt idx="356">
                  <c:v>42326</c:v>
                </c:pt>
                <c:pt idx="357">
                  <c:v>42327</c:v>
                </c:pt>
                <c:pt idx="358">
                  <c:v>42331</c:v>
                </c:pt>
                <c:pt idx="359">
                  <c:v>42332</c:v>
                </c:pt>
                <c:pt idx="360">
                  <c:v>42333</c:v>
                </c:pt>
                <c:pt idx="361">
                  <c:v>42334</c:v>
                </c:pt>
                <c:pt idx="362">
                  <c:v>42335</c:v>
                </c:pt>
                <c:pt idx="363">
                  <c:v>42338</c:v>
                </c:pt>
                <c:pt idx="364">
                  <c:v>42339</c:v>
                </c:pt>
                <c:pt idx="365">
                  <c:v>42340</c:v>
                </c:pt>
                <c:pt idx="366">
                  <c:v>42341</c:v>
                </c:pt>
                <c:pt idx="367">
                  <c:v>42342</c:v>
                </c:pt>
                <c:pt idx="368">
                  <c:v>42345</c:v>
                </c:pt>
                <c:pt idx="369">
                  <c:v>42346</c:v>
                </c:pt>
                <c:pt idx="370">
                  <c:v>42347</c:v>
                </c:pt>
                <c:pt idx="371">
                  <c:v>42348</c:v>
                </c:pt>
                <c:pt idx="372">
                  <c:v>42349</c:v>
                </c:pt>
                <c:pt idx="373">
                  <c:v>42352</c:v>
                </c:pt>
                <c:pt idx="374">
                  <c:v>42353</c:v>
                </c:pt>
                <c:pt idx="375">
                  <c:v>42354</c:v>
                </c:pt>
                <c:pt idx="376">
                  <c:v>42355</c:v>
                </c:pt>
                <c:pt idx="377">
                  <c:v>42356</c:v>
                </c:pt>
                <c:pt idx="378">
                  <c:v>42359</c:v>
                </c:pt>
                <c:pt idx="379">
                  <c:v>42360</c:v>
                </c:pt>
                <c:pt idx="380">
                  <c:v>42361</c:v>
                </c:pt>
                <c:pt idx="381">
                  <c:v>42366</c:v>
                </c:pt>
                <c:pt idx="382">
                  <c:v>42367</c:v>
                </c:pt>
                <c:pt idx="383">
                  <c:v>42368</c:v>
                </c:pt>
                <c:pt idx="384">
                  <c:v>42373</c:v>
                </c:pt>
                <c:pt idx="385">
                  <c:v>42374</c:v>
                </c:pt>
                <c:pt idx="386">
                  <c:v>42375</c:v>
                </c:pt>
                <c:pt idx="387">
                  <c:v>42376</c:v>
                </c:pt>
                <c:pt idx="388">
                  <c:v>42377</c:v>
                </c:pt>
                <c:pt idx="389">
                  <c:v>42380</c:v>
                </c:pt>
                <c:pt idx="390">
                  <c:v>42381</c:v>
                </c:pt>
                <c:pt idx="391">
                  <c:v>42382</c:v>
                </c:pt>
                <c:pt idx="392">
                  <c:v>42383</c:v>
                </c:pt>
                <c:pt idx="393">
                  <c:v>42384</c:v>
                </c:pt>
                <c:pt idx="394">
                  <c:v>42387</c:v>
                </c:pt>
                <c:pt idx="395">
                  <c:v>42388</c:v>
                </c:pt>
                <c:pt idx="396">
                  <c:v>42389</c:v>
                </c:pt>
                <c:pt idx="397">
                  <c:v>42390</c:v>
                </c:pt>
                <c:pt idx="398">
                  <c:v>42391</c:v>
                </c:pt>
                <c:pt idx="399">
                  <c:v>42395</c:v>
                </c:pt>
                <c:pt idx="400">
                  <c:v>42396</c:v>
                </c:pt>
                <c:pt idx="401">
                  <c:v>42397</c:v>
                </c:pt>
                <c:pt idx="402">
                  <c:v>42398</c:v>
                </c:pt>
                <c:pt idx="403">
                  <c:v>42401</c:v>
                </c:pt>
                <c:pt idx="404">
                  <c:v>42402</c:v>
                </c:pt>
                <c:pt idx="405">
                  <c:v>42403</c:v>
                </c:pt>
                <c:pt idx="406">
                  <c:v>42404</c:v>
                </c:pt>
                <c:pt idx="407">
                  <c:v>42405</c:v>
                </c:pt>
                <c:pt idx="408">
                  <c:v>42410</c:v>
                </c:pt>
                <c:pt idx="409">
                  <c:v>42411</c:v>
                </c:pt>
                <c:pt idx="410">
                  <c:v>42412</c:v>
                </c:pt>
                <c:pt idx="411">
                  <c:v>42415</c:v>
                </c:pt>
                <c:pt idx="412">
                  <c:v>42416</c:v>
                </c:pt>
                <c:pt idx="413">
                  <c:v>42417</c:v>
                </c:pt>
                <c:pt idx="414">
                  <c:v>42418</c:v>
                </c:pt>
                <c:pt idx="415">
                  <c:v>42419</c:v>
                </c:pt>
                <c:pt idx="416">
                  <c:v>42422</c:v>
                </c:pt>
                <c:pt idx="417">
                  <c:v>42423</c:v>
                </c:pt>
                <c:pt idx="418">
                  <c:v>42424</c:v>
                </c:pt>
                <c:pt idx="419">
                  <c:v>42425</c:v>
                </c:pt>
                <c:pt idx="420">
                  <c:v>42426</c:v>
                </c:pt>
                <c:pt idx="421">
                  <c:v>42429</c:v>
                </c:pt>
                <c:pt idx="422">
                  <c:v>42430</c:v>
                </c:pt>
                <c:pt idx="423">
                  <c:v>42431</c:v>
                </c:pt>
                <c:pt idx="424">
                  <c:v>42432</c:v>
                </c:pt>
                <c:pt idx="425">
                  <c:v>42433</c:v>
                </c:pt>
                <c:pt idx="426">
                  <c:v>42436</c:v>
                </c:pt>
                <c:pt idx="427">
                  <c:v>42437</c:v>
                </c:pt>
                <c:pt idx="428">
                  <c:v>42438</c:v>
                </c:pt>
                <c:pt idx="429">
                  <c:v>42439</c:v>
                </c:pt>
                <c:pt idx="430">
                  <c:v>42440</c:v>
                </c:pt>
                <c:pt idx="431">
                  <c:v>42443</c:v>
                </c:pt>
                <c:pt idx="432">
                  <c:v>42444</c:v>
                </c:pt>
                <c:pt idx="433">
                  <c:v>42445</c:v>
                </c:pt>
                <c:pt idx="434">
                  <c:v>42446</c:v>
                </c:pt>
                <c:pt idx="435">
                  <c:v>42447</c:v>
                </c:pt>
                <c:pt idx="436">
                  <c:v>42450</c:v>
                </c:pt>
                <c:pt idx="437">
                  <c:v>42451</c:v>
                </c:pt>
                <c:pt idx="438">
                  <c:v>42452</c:v>
                </c:pt>
                <c:pt idx="439">
                  <c:v>42453</c:v>
                </c:pt>
                <c:pt idx="440">
                  <c:v>42457</c:v>
                </c:pt>
                <c:pt idx="441">
                  <c:v>42458</c:v>
                </c:pt>
                <c:pt idx="442">
                  <c:v>42459</c:v>
                </c:pt>
                <c:pt idx="443">
                  <c:v>42460</c:v>
                </c:pt>
                <c:pt idx="444">
                  <c:v>42461</c:v>
                </c:pt>
                <c:pt idx="445">
                  <c:v>42464</c:v>
                </c:pt>
                <c:pt idx="446">
                  <c:v>42465</c:v>
                </c:pt>
                <c:pt idx="447">
                  <c:v>42466</c:v>
                </c:pt>
                <c:pt idx="448">
                  <c:v>42467</c:v>
                </c:pt>
                <c:pt idx="449">
                  <c:v>42468</c:v>
                </c:pt>
                <c:pt idx="450">
                  <c:v>42471</c:v>
                </c:pt>
                <c:pt idx="451">
                  <c:v>42472</c:v>
                </c:pt>
                <c:pt idx="452">
                  <c:v>42473</c:v>
                </c:pt>
                <c:pt idx="453">
                  <c:v>42474</c:v>
                </c:pt>
                <c:pt idx="454">
                  <c:v>42475</c:v>
                </c:pt>
                <c:pt idx="455">
                  <c:v>42478</c:v>
                </c:pt>
                <c:pt idx="456">
                  <c:v>42479</c:v>
                </c:pt>
                <c:pt idx="457">
                  <c:v>42480</c:v>
                </c:pt>
                <c:pt idx="458">
                  <c:v>42482</c:v>
                </c:pt>
                <c:pt idx="459">
                  <c:v>42485</c:v>
                </c:pt>
                <c:pt idx="460">
                  <c:v>42486</c:v>
                </c:pt>
                <c:pt idx="461">
                  <c:v>42487</c:v>
                </c:pt>
                <c:pt idx="462">
                  <c:v>42488</c:v>
                </c:pt>
                <c:pt idx="463">
                  <c:v>42489</c:v>
                </c:pt>
                <c:pt idx="464">
                  <c:v>42492</c:v>
                </c:pt>
                <c:pt idx="465">
                  <c:v>42493</c:v>
                </c:pt>
                <c:pt idx="466">
                  <c:v>42494</c:v>
                </c:pt>
                <c:pt idx="467">
                  <c:v>42495</c:v>
                </c:pt>
                <c:pt idx="468">
                  <c:v>42496</c:v>
                </c:pt>
                <c:pt idx="469">
                  <c:v>42499</c:v>
                </c:pt>
                <c:pt idx="470">
                  <c:v>42500</c:v>
                </c:pt>
                <c:pt idx="471">
                  <c:v>42501</c:v>
                </c:pt>
                <c:pt idx="472">
                  <c:v>42502</c:v>
                </c:pt>
                <c:pt idx="473">
                  <c:v>42503</c:v>
                </c:pt>
                <c:pt idx="474">
                  <c:v>42506</c:v>
                </c:pt>
                <c:pt idx="475">
                  <c:v>42507</c:v>
                </c:pt>
                <c:pt idx="476">
                  <c:v>42508</c:v>
                </c:pt>
                <c:pt idx="477">
                  <c:v>42509</c:v>
                </c:pt>
                <c:pt idx="478">
                  <c:v>42510</c:v>
                </c:pt>
                <c:pt idx="479">
                  <c:v>42513</c:v>
                </c:pt>
                <c:pt idx="480">
                  <c:v>42514</c:v>
                </c:pt>
                <c:pt idx="481">
                  <c:v>42515</c:v>
                </c:pt>
                <c:pt idx="482">
                  <c:v>42517</c:v>
                </c:pt>
                <c:pt idx="483">
                  <c:v>42520</c:v>
                </c:pt>
                <c:pt idx="484">
                  <c:v>42521</c:v>
                </c:pt>
                <c:pt idx="485">
                  <c:v>42522</c:v>
                </c:pt>
                <c:pt idx="486">
                  <c:v>42523</c:v>
                </c:pt>
                <c:pt idx="487">
                  <c:v>42524</c:v>
                </c:pt>
                <c:pt idx="488">
                  <c:v>42527</c:v>
                </c:pt>
                <c:pt idx="489">
                  <c:v>42528</c:v>
                </c:pt>
                <c:pt idx="490">
                  <c:v>42529</c:v>
                </c:pt>
                <c:pt idx="491">
                  <c:v>42530</c:v>
                </c:pt>
                <c:pt idx="492">
                  <c:v>42531</c:v>
                </c:pt>
                <c:pt idx="493">
                  <c:v>42534</c:v>
                </c:pt>
                <c:pt idx="494">
                  <c:v>42535</c:v>
                </c:pt>
                <c:pt idx="495">
                  <c:v>42536</c:v>
                </c:pt>
                <c:pt idx="496">
                  <c:v>42537</c:v>
                </c:pt>
                <c:pt idx="497">
                  <c:v>42538</c:v>
                </c:pt>
                <c:pt idx="498">
                  <c:v>42541</c:v>
                </c:pt>
                <c:pt idx="499">
                  <c:v>42542</c:v>
                </c:pt>
                <c:pt idx="500">
                  <c:v>42543</c:v>
                </c:pt>
                <c:pt idx="501">
                  <c:v>42544</c:v>
                </c:pt>
                <c:pt idx="502">
                  <c:v>42545</c:v>
                </c:pt>
                <c:pt idx="503">
                  <c:v>42548</c:v>
                </c:pt>
                <c:pt idx="504">
                  <c:v>42549</c:v>
                </c:pt>
                <c:pt idx="505">
                  <c:v>42550</c:v>
                </c:pt>
                <c:pt idx="506">
                  <c:v>42551</c:v>
                </c:pt>
                <c:pt idx="507">
                  <c:v>42552</c:v>
                </c:pt>
                <c:pt idx="508">
                  <c:v>42555</c:v>
                </c:pt>
                <c:pt idx="509">
                  <c:v>42556</c:v>
                </c:pt>
                <c:pt idx="510">
                  <c:v>42557</c:v>
                </c:pt>
                <c:pt idx="511">
                  <c:v>42558</c:v>
                </c:pt>
                <c:pt idx="512">
                  <c:v>42559</c:v>
                </c:pt>
                <c:pt idx="513">
                  <c:v>42562</c:v>
                </c:pt>
                <c:pt idx="514">
                  <c:v>42563</c:v>
                </c:pt>
                <c:pt idx="515">
                  <c:v>42564</c:v>
                </c:pt>
                <c:pt idx="516">
                  <c:v>42565</c:v>
                </c:pt>
                <c:pt idx="517">
                  <c:v>42566</c:v>
                </c:pt>
                <c:pt idx="518">
                  <c:v>42569</c:v>
                </c:pt>
                <c:pt idx="519">
                  <c:v>42570</c:v>
                </c:pt>
                <c:pt idx="520">
                  <c:v>42571</c:v>
                </c:pt>
                <c:pt idx="521">
                  <c:v>42572</c:v>
                </c:pt>
                <c:pt idx="522">
                  <c:v>42573</c:v>
                </c:pt>
                <c:pt idx="523">
                  <c:v>42576</c:v>
                </c:pt>
                <c:pt idx="524">
                  <c:v>42577</c:v>
                </c:pt>
                <c:pt idx="525">
                  <c:v>42578</c:v>
                </c:pt>
                <c:pt idx="526">
                  <c:v>42579</c:v>
                </c:pt>
                <c:pt idx="527">
                  <c:v>42580</c:v>
                </c:pt>
                <c:pt idx="528">
                  <c:v>42583</c:v>
                </c:pt>
                <c:pt idx="529">
                  <c:v>42584</c:v>
                </c:pt>
                <c:pt idx="530">
                  <c:v>42585</c:v>
                </c:pt>
                <c:pt idx="531">
                  <c:v>42586</c:v>
                </c:pt>
                <c:pt idx="532">
                  <c:v>42587</c:v>
                </c:pt>
                <c:pt idx="533">
                  <c:v>42590</c:v>
                </c:pt>
                <c:pt idx="534">
                  <c:v>42591</c:v>
                </c:pt>
                <c:pt idx="535">
                  <c:v>42592</c:v>
                </c:pt>
                <c:pt idx="536">
                  <c:v>42593</c:v>
                </c:pt>
                <c:pt idx="537">
                  <c:v>42594</c:v>
                </c:pt>
                <c:pt idx="538">
                  <c:v>42597</c:v>
                </c:pt>
                <c:pt idx="539">
                  <c:v>42598</c:v>
                </c:pt>
                <c:pt idx="540">
                  <c:v>42599</c:v>
                </c:pt>
                <c:pt idx="541">
                  <c:v>42600</c:v>
                </c:pt>
                <c:pt idx="542">
                  <c:v>42601</c:v>
                </c:pt>
                <c:pt idx="543">
                  <c:v>42604</c:v>
                </c:pt>
                <c:pt idx="544">
                  <c:v>42605</c:v>
                </c:pt>
                <c:pt idx="545">
                  <c:v>42606</c:v>
                </c:pt>
                <c:pt idx="546">
                  <c:v>42607</c:v>
                </c:pt>
                <c:pt idx="547">
                  <c:v>42608</c:v>
                </c:pt>
                <c:pt idx="548">
                  <c:v>42611</c:v>
                </c:pt>
                <c:pt idx="549">
                  <c:v>42612</c:v>
                </c:pt>
                <c:pt idx="550">
                  <c:v>42613</c:v>
                </c:pt>
                <c:pt idx="551">
                  <c:v>42614</c:v>
                </c:pt>
                <c:pt idx="552">
                  <c:v>42615</c:v>
                </c:pt>
                <c:pt idx="553">
                  <c:v>42618</c:v>
                </c:pt>
                <c:pt idx="554">
                  <c:v>42619</c:v>
                </c:pt>
                <c:pt idx="555">
                  <c:v>42621</c:v>
                </c:pt>
                <c:pt idx="556">
                  <c:v>42622</c:v>
                </c:pt>
                <c:pt idx="557">
                  <c:v>42625</c:v>
                </c:pt>
                <c:pt idx="558">
                  <c:v>42626</c:v>
                </c:pt>
                <c:pt idx="559">
                  <c:v>42627</c:v>
                </c:pt>
                <c:pt idx="560">
                  <c:v>42628</c:v>
                </c:pt>
                <c:pt idx="561">
                  <c:v>42629</c:v>
                </c:pt>
                <c:pt idx="562">
                  <c:v>42632</c:v>
                </c:pt>
                <c:pt idx="563">
                  <c:v>42633</c:v>
                </c:pt>
                <c:pt idx="564">
                  <c:v>42634</c:v>
                </c:pt>
                <c:pt idx="565">
                  <c:v>42635</c:v>
                </c:pt>
                <c:pt idx="566">
                  <c:v>42636</c:v>
                </c:pt>
                <c:pt idx="567">
                  <c:v>42639</c:v>
                </c:pt>
                <c:pt idx="568">
                  <c:v>42640</c:v>
                </c:pt>
                <c:pt idx="569">
                  <c:v>42641</c:v>
                </c:pt>
                <c:pt idx="570">
                  <c:v>42642</c:v>
                </c:pt>
                <c:pt idx="571">
                  <c:v>42643</c:v>
                </c:pt>
                <c:pt idx="572">
                  <c:v>42646</c:v>
                </c:pt>
                <c:pt idx="573">
                  <c:v>42647</c:v>
                </c:pt>
                <c:pt idx="574">
                  <c:v>42648</c:v>
                </c:pt>
                <c:pt idx="575">
                  <c:v>42649</c:v>
                </c:pt>
                <c:pt idx="576">
                  <c:v>42650</c:v>
                </c:pt>
                <c:pt idx="577">
                  <c:v>42653</c:v>
                </c:pt>
                <c:pt idx="578">
                  <c:v>42654</c:v>
                </c:pt>
                <c:pt idx="579">
                  <c:v>42656</c:v>
                </c:pt>
                <c:pt idx="580">
                  <c:v>42657</c:v>
                </c:pt>
                <c:pt idx="581">
                  <c:v>42660</c:v>
                </c:pt>
                <c:pt idx="582">
                  <c:v>42661</c:v>
                </c:pt>
                <c:pt idx="583">
                  <c:v>42662</c:v>
                </c:pt>
                <c:pt idx="584">
                  <c:v>42663</c:v>
                </c:pt>
                <c:pt idx="585">
                  <c:v>42664</c:v>
                </c:pt>
                <c:pt idx="586">
                  <c:v>42667</c:v>
                </c:pt>
                <c:pt idx="587">
                  <c:v>42668</c:v>
                </c:pt>
                <c:pt idx="588">
                  <c:v>42669</c:v>
                </c:pt>
                <c:pt idx="589">
                  <c:v>42670</c:v>
                </c:pt>
                <c:pt idx="590">
                  <c:v>42671</c:v>
                </c:pt>
                <c:pt idx="591">
                  <c:v>42674</c:v>
                </c:pt>
                <c:pt idx="592">
                  <c:v>42675</c:v>
                </c:pt>
                <c:pt idx="593">
                  <c:v>42677</c:v>
                </c:pt>
                <c:pt idx="594">
                  <c:v>42678</c:v>
                </c:pt>
                <c:pt idx="595">
                  <c:v>42681</c:v>
                </c:pt>
                <c:pt idx="596">
                  <c:v>42682</c:v>
                </c:pt>
                <c:pt idx="597">
                  <c:v>42683</c:v>
                </c:pt>
                <c:pt idx="598">
                  <c:v>42684</c:v>
                </c:pt>
                <c:pt idx="599">
                  <c:v>42685</c:v>
                </c:pt>
                <c:pt idx="600">
                  <c:v>42688</c:v>
                </c:pt>
                <c:pt idx="601">
                  <c:v>42690</c:v>
                </c:pt>
                <c:pt idx="602">
                  <c:v>42691</c:v>
                </c:pt>
                <c:pt idx="603">
                  <c:v>42692</c:v>
                </c:pt>
                <c:pt idx="604">
                  <c:v>42695</c:v>
                </c:pt>
                <c:pt idx="605">
                  <c:v>42696</c:v>
                </c:pt>
                <c:pt idx="606">
                  <c:v>42697</c:v>
                </c:pt>
                <c:pt idx="607">
                  <c:v>42698</c:v>
                </c:pt>
                <c:pt idx="608">
                  <c:v>42699</c:v>
                </c:pt>
                <c:pt idx="609">
                  <c:v>42702</c:v>
                </c:pt>
                <c:pt idx="610">
                  <c:v>42703</c:v>
                </c:pt>
                <c:pt idx="611">
                  <c:v>42704</c:v>
                </c:pt>
                <c:pt idx="612">
                  <c:v>42705</c:v>
                </c:pt>
                <c:pt idx="613">
                  <c:v>42706</c:v>
                </c:pt>
                <c:pt idx="614">
                  <c:v>42709</c:v>
                </c:pt>
                <c:pt idx="615">
                  <c:v>42710</c:v>
                </c:pt>
                <c:pt idx="616">
                  <c:v>42711</c:v>
                </c:pt>
                <c:pt idx="617">
                  <c:v>42712</c:v>
                </c:pt>
                <c:pt idx="618">
                  <c:v>42713</c:v>
                </c:pt>
                <c:pt idx="619">
                  <c:v>42716</c:v>
                </c:pt>
                <c:pt idx="620">
                  <c:v>42717</c:v>
                </c:pt>
                <c:pt idx="621">
                  <c:v>42718</c:v>
                </c:pt>
                <c:pt idx="622">
                  <c:v>42719</c:v>
                </c:pt>
                <c:pt idx="623">
                  <c:v>42720</c:v>
                </c:pt>
                <c:pt idx="624">
                  <c:v>42723</c:v>
                </c:pt>
                <c:pt idx="625">
                  <c:v>42724</c:v>
                </c:pt>
                <c:pt idx="626">
                  <c:v>42725</c:v>
                </c:pt>
                <c:pt idx="627">
                  <c:v>42726</c:v>
                </c:pt>
                <c:pt idx="628">
                  <c:v>42727</c:v>
                </c:pt>
                <c:pt idx="629">
                  <c:v>42730</c:v>
                </c:pt>
                <c:pt idx="630">
                  <c:v>42731</c:v>
                </c:pt>
                <c:pt idx="631">
                  <c:v>42732</c:v>
                </c:pt>
                <c:pt idx="632">
                  <c:v>42733</c:v>
                </c:pt>
                <c:pt idx="633">
                  <c:v>42737</c:v>
                </c:pt>
                <c:pt idx="634">
                  <c:v>42738</c:v>
                </c:pt>
                <c:pt idx="635">
                  <c:v>42739</c:v>
                </c:pt>
                <c:pt idx="636">
                  <c:v>42740</c:v>
                </c:pt>
                <c:pt idx="637">
                  <c:v>42741</c:v>
                </c:pt>
                <c:pt idx="638">
                  <c:v>42744</c:v>
                </c:pt>
                <c:pt idx="639">
                  <c:v>42745</c:v>
                </c:pt>
                <c:pt idx="640">
                  <c:v>42746</c:v>
                </c:pt>
                <c:pt idx="641">
                  <c:v>42747</c:v>
                </c:pt>
                <c:pt idx="642">
                  <c:v>42748</c:v>
                </c:pt>
                <c:pt idx="643">
                  <c:v>42751</c:v>
                </c:pt>
                <c:pt idx="644">
                  <c:v>42752</c:v>
                </c:pt>
                <c:pt idx="645">
                  <c:v>42753</c:v>
                </c:pt>
                <c:pt idx="646">
                  <c:v>42754</c:v>
                </c:pt>
                <c:pt idx="647">
                  <c:v>42755</c:v>
                </c:pt>
                <c:pt idx="648">
                  <c:v>42758</c:v>
                </c:pt>
                <c:pt idx="649">
                  <c:v>42759</c:v>
                </c:pt>
                <c:pt idx="650">
                  <c:v>42761</c:v>
                </c:pt>
                <c:pt idx="651">
                  <c:v>42762</c:v>
                </c:pt>
                <c:pt idx="652">
                  <c:v>42765</c:v>
                </c:pt>
                <c:pt idx="653">
                  <c:v>42766</c:v>
                </c:pt>
                <c:pt idx="654">
                  <c:v>42767</c:v>
                </c:pt>
                <c:pt idx="655">
                  <c:v>42768</c:v>
                </c:pt>
                <c:pt idx="656">
                  <c:v>42769</c:v>
                </c:pt>
                <c:pt idx="657">
                  <c:v>42772</c:v>
                </c:pt>
                <c:pt idx="658">
                  <c:v>42773</c:v>
                </c:pt>
                <c:pt idx="659">
                  <c:v>42774</c:v>
                </c:pt>
                <c:pt idx="660">
                  <c:v>42775</c:v>
                </c:pt>
                <c:pt idx="661">
                  <c:v>42776</c:v>
                </c:pt>
                <c:pt idx="662">
                  <c:v>42779</c:v>
                </c:pt>
                <c:pt idx="663">
                  <c:v>42780</c:v>
                </c:pt>
                <c:pt idx="664">
                  <c:v>42781</c:v>
                </c:pt>
                <c:pt idx="665">
                  <c:v>42782</c:v>
                </c:pt>
                <c:pt idx="666">
                  <c:v>42783</c:v>
                </c:pt>
                <c:pt idx="667">
                  <c:v>42786</c:v>
                </c:pt>
                <c:pt idx="668">
                  <c:v>42787</c:v>
                </c:pt>
                <c:pt idx="669">
                  <c:v>42788</c:v>
                </c:pt>
                <c:pt idx="670">
                  <c:v>42789</c:v>
                </c:pt>
                <c:pt idx="671">
                  <c:v>42790</c:v>
                </c:pt>
                <c:pt idx="672">
                  <c:v>42795</c:v>
                </c:pt>
                <c:pt idx="673">
                  <c:v>42796</c:v>
                </c:pt>
                <c:pt idx="674">
                  <c:v>42797</c:v>
                </c:pt>
                <c:pt idx="675">
                  <c:v>42800</c:v>
                </c:pt>
                <c:pt idx="676">
                  <c:v>42801</c:v>
                </c:pt>
                <c:pt idx="677">
                  <c:v>42802</c:v>
                </c:pt>
                <c:pt idx="678">
                  <c:v>42803</c:v>
                </c:pt>
                <c:pt idx="679">
                  <c:v>42804</c:v>
                </c:pt>
                <c:pt idx="680">
                  <c:v>42807</c:v>
                </c:pt>
                <c:pt idx="681">
                  <c:v>42808</c:v>
                </c:pt>
                <c:pt idx="682">
                  <c:v>42809</c:v>
                </c:pt>
                <c:pt idx="683">
                  <c:v>42810</c:v>
                </c:pt>
                <c:pt idx="684">
                  <c:v>42811</c:v>
                </c:pt>
                <c:pt idx="685">
                  <c:v>42814</c:v>
                </c:pt>
                <c:pt idx="686">
                  <c:v>42815</c:v>
                </c:pt>
                <c:pt idx="687">
                  <c:v>42816</c:v>
                </c:pt>
                <c:pt idx="688">
                  <c:v>42817</c:v>
                </c:pt>
                <c:pt idx="689">
                  <c:v>42818</c:v>
                </c:pt>
                <c:pt idx="690">
                  <c:v>42821</c:v>
                </c:pt>
                <c:pt idx="691">
                  <c:v>42822</c:v>
                </c:pt>
                <c:pt idx="692">
                  <c:v>42823</c:v>
                </c:pt>
                <c:pt idx="693">
                  <c:v>42824</c:v>
                </c:pt>
                <c:pt idx="694">
                  <c:v>42825</c:v>
                </c:pt>
                <c:pt idx="695">
                  <c:v>42828</c:v>
                </c:pt>
                <c:pt idx="696">
                  <c:v>42829</c:v>
                </c:pt>
                <c:pt idx="697">
                  <c:v>42830</c:v>
                </c:pt>
                <c:pt idx="698">
                  <c:v>42831</c:v>
                </c:pt>
                <c:pt idx="699">
                  <c:v>42832</c:v>
                </c:pt>
                <c:pt idx="700">
                  <c:v>42835</c:v>
                </c:pt>
                <c:pt idx="701">
                  <c:v>42836</c:v>
                </c:pt>
                <c:pt idx="702">
                  <c:v>42837</c:v>
                </c:pt>
                <c:pt idx="703">
                  <c:v>42838</c:v>
                </c:pt>
                <c:pt idx="704">
                  <c:v>42842</c:v>
                </c:pt>
                <c:pt idx="705">
                  <c:v>42843</c:v>
                </c:pt>
                <c:pt idx="706">
                  <c:v>42844</c:v>
                </c:pt>
                <c:pt idx="707">
                  <c:v>42845</c:v>
                </c:pt>
                <c:pt idx="708">
                  <c:v>42849</c:v>
                </c:pt>
                <c:pt idx="709">
                  <c:v>42850</c:v>
                </c:pt>
                <c:pt idx="710">
                  <c:v>42851</c:v>
                </c:pt>
                <c:pt idx="711">
                  <c:v>42852</c:v>
                </c:pt>
                <c:pt idx="712">
                  <c:v>42853</c:v>
                </c:pt>
                <c:pt idx="713">
                  <c:v>42857</c:v>
                </c:pt>
                <c:pt idx="714">
                  <c:v>42858</c:v>
                </c:pt>
                <c:pt idx="715">
                  <c:v>42859</c:v>
                </c:pt>
                <c:pt idx="716">
                  <c:v>42860</c:v>
                </c:pt>
                <c:pt idx="717">
                  <c:v>42863</c:v>
                </c:pt>
                <c:pt idx="718">
                  <c:v>42864</c:v>
                </c:pt>
                <c:pt idx="719">
                  <c:v>42865</c:v>
                </c:pt>
                <c:pt idx="720">
                  <c:v>42866</c:v>
                </c:pt>
                <c:pt idx="721">
                  <c:v>42867</c:v>
                </c:pt>
                <c:pt idx="722">
                  <c:v>42870</c:v>
                </c:pt>
                <c:pt idx="723">
                  <c:v>42871</c:v>
                </c:pt>
                <c:pt idx="724">
                  <c:v>42872</c:v>
                </c:pt>
                <c:pt idx="725">
                  <c:v>42873</c:v>
                </c:pt>
                <c:pt idx="726">
                  <c:v>42874</c:v>
                </c:pt>
                <c:pt idx="727">
                  <c:v>42877</c:v>
                </c:pt>
                <c:pt idx="728">
                  <c:v>42878</c:v>
                </c:pt>
                <c:pt idx="729">
                  <c:v>42879</c:v>
                </c:pt>
                <c:pt idx="730">
                  <c:v>42880</c:v>
                </c:pt>
                <c:pt idx="731">
                  <c:v>42881</c:v>
                </c:pt>
                <c:pt idx="732">
                  <c:v>42884</c:v>
                </c:pt>
                <c:pt idx="733">
                  <c:v>42885</c:v>
                </c:pt>
                <c:pt idx="734">
                  <c:v>42886</c:v>
                </c:pt>
                <c:pt idx="735">
                  <c:v>42887</c:v>
                </c:pt>
                <c:pt idx="736">
                  <c:v>42888</c:v>
                </c:pt>
                <c:pt idx="737">
                  <c:v>42891</c:v>
                </c:pt>
                <c:pt idx="738">
                  <c:v>42892</c:v>
                </c:pt>
                <c:pt idx="739">
                  <c:v>42893</c:v>
                </c:pt>
                <c:pt idx="740">
                  <c:v>42894</c:v>
                </c:pt>
                <c:pt idx="741">
                  <c:v>42895</c:v>
                </c:pt>
                <c:pt idx="742">
                  <c:v>42898</c:v>
                </c:pt>
                <c:pt idx="743">
                  <c:v>42899</c:v>
                </c:pt>
                <c:pt idx="744">
                  <c:v>42900</c:v>
                </c:pt>
                <c:pt idx="745">
                  <c:v>42902</c:v>
                </c:pt>
                <c:pt idx="746">
                  <c:v>42905</c:v>
                </c:pt>
                <c:pt idx="747">
                  <c:v>42906</c:v>
                </c:pt>
                <c:pt idx="748">
                  <c:v>42907</c:v>
                </c:pt>
                <c:pt idx="749">
                  <c:v>42908</c:v>
                </c:pt>
                <c:pt idx="750">
                  <c:v>42909</c:v>
                </c:pt>
                <c:pt idx="751">
                  <c:v>42912</c:v>
                </c:pt>
                <c:pt idx="752">
                  <c:v>42913</c:v>
                </c:pt>
                <c:pt idx="753">
                  <c:v>42914</c:v>
                </c:pt>
                <c:pt idx="754">
                  <c:v>42915</c:v>
                </c:pt>
                <c:pt idx="755">
                  <c:v>42916</c:v>
                </c:pt>
                <c:pt idx="756">
                  <c:v>42919</c:v>
                </c:pt>
                <c:pt idx="757">
                  <c:v>42920</c:v>
                </c:pt>
                <c:pt idx="758">
                  <c:v>42921</c:v>
                </c:pt>
                <c:pt idx="759">
                  <c:v>42922</c:v>
                </c:pt>
                <c:pt idx="760">
                  <c:v>42923</c:v>
                </c:pt>
                <c:pt idx="761">
                  <c:v>42926</c:v>
                </c:pt>
                <c:pt idx="762">
                  <c:v>42927</c:v>
                </c:pt>
                <c:pt idx="763">
                  <c:v>42928</c:v>
                </c:pt>
                <c:pt idx="764">
                  <c:v>42929</c:v>
                </c:pt>
                <c:pt idx="765">
                  <c:v>42930</c:v>
                </c:pt>
                <c:pt idx="766">
                  <c:v>42933</c:v>
                </c:pt>
                <c:pt idx="767">
                  <c:v>42934</c:v>
                </c:pt>
                <c:pt idx="768">
                  <c:v>42935</c:v>
                </c:pt>
                <c:pt idx="769">
                  <c:v>42936</c:v>
                </c:pt>
                <c:pt idx="770">
                  <c:v>42937</c:v>
                </c:pt>
                <c:pt idx="771">
                  <c:v>42940</c:v>
                </c:pt>
                <c:pt idx="772">
                  <c:v>42941</c:v>
                </c:pt>
                <c:pt idx="773">
                  <c:v>42942</c:v>
                </c:pt>
                <c:pt idx="774">
                  <c:v>42943</c:v>
                </c:pt>
                <c:pt idx="775">
                  <c:v>42944</c:v>
                </c:pt>
                <c:pt idx="776">
                  <c:v>42947</c:v>
                </c:pt>
                <c:pt idx="777">
                  <c:v>42948</c:v>
                </c:pt>
                <c:pt idx="778">
                  <c:v>42949</c:v>
                </c:pt>
                <c:pt idx="779">
                  <c:v>42950</c:v>
                </c:pt>
                <c:pt idx="780">
                  <c:v>42951</c:v>
                </c:pt>
                <c:pt idx="781">
                  <c:v>42954</c:v>
                </c:pt>
                <c:pt idx="782">
                  <c:v>42955</c:v>
                </c:pt>
                <c:pt idx="783">
                  <c:v>42956</c:v>
                </c:pt>
                <c:pt idx="784">
                  <c:v>42957</c:v>
                </c:pt>
                <c:pt idx="785">
                  <c:v>42958</c:v>
                </c:pt>
                <c:pt idx="786">
                  <c:v>42961</c:v>
                </c:pt>
                <c:pt idx="787">
                  <c:v>42962</c:v>
                </c:pt>
                <c:pt idx="788">
                  <c:v>42963</c:v>
                </c:pt>
                <c:pt idx="789">
                  <c:v>42964</c:v>
                </c:pt>
                <c:pt idx="790">
                  <c:v>42965</c:v>
                </c:pt>
                <c:pt idx="791">
                  <c:v>42968</c:v>
                </c:pt>
                <c:pt idx="792">
                  <c:v>42969</c:v>
                </c:pt>
                <c:pt idx="793">
                  <c:v>42970</c:v>
                </c:pt>
                <c:pt idx="794">
                  <c:v>42971</c:v>
                </c:pt>
                <c:pt idx="795">
                  <c:v>42972</c:v>
                </c:pt>
                <c:pt idx="796">
                  <c:v>42975</c:v>
                </c:pt>
                <c:pt idx="797">
                  <c:v>42976</c:v>
                </c:pt>
                <c:pt idx="798">
                  <c:v>42977</c:v>
                </c:pt>
                <c:pt idx="799">
                  <c:v>42978</c:v>
                </c:pt>
                <c:pt idx="800">
                  <c:v>42979</c:v>
                </c:pt>
                <c:pt idx="801">
                  <c:v>42982</c:v>
                </c:pt>
                <c:pt idx="802">
                  <c:v>42983</c:v>
                </c:pt>
                <c:pt idx="803">
                  <c:v>42984</c:v>
                </c:pt>
                <c:pt idx="804">
                  <c:v>42986</c:v>
                </c:pt>
                <c:pt idx="805">
                  <c:v>42989</c:v>
                </c:pt>
                <c:pt idx="806">
                  <c:v>42990</c:v>
                </c:pt>
                <c:pt idx="807">
                  <c:v>42991</c:v>
                </c:pt>
                <c:pt idx="808">
                  <c:v>42992</c:v>
                </c:pt>
                <c:pt idx="809">
                  <c:v>42993</c:v>
                </c:pt>
                <c:pt idx="810">
                  <c:v>42996</c:v>
                </c:pt>
                <c:pt idx="811">
                  <c:v>42997</c:v>
                </c:pt>
                <c:pt idx="812">
                  <c:v>42998</c:v>
                </c:pt>
                <c:pt idx="813">
                  <c:v>42999</c:v>
                </c:pt>
                <c:pt idx="814">
                  <c:v>43000</c:v>
                </c:pt>
                <c:pt idx="815">
                  <c:v>43003</c:v>
                </c:pt>
                <c:pt idx="816">
                  <c:v>43004</c:v>
                </c:pt>
                <c:pt idx="817">
                  <c:v>43005</c:v>
                </c:pt>
                <c:pt idx="818">
                  <c:v>43006</c:v>
                </c:pt>
                <c:pt idx="819">
                  <c:v>43007</c:v>
                </c:pt>
                <c:pt idx="820">
                  <c:v>43010</c:v>
                </c:pt>
                <c:pt idx="821">
                  <c:v>43011</c:v>
                </c:pt>
                <c:pt idx="822">
                  <c:v>43012</c:v>
                </c:pt>
                <c:pt idx="823">
                  <c:v>43013</c:v>
                </c:pt>
                <c:pt idx="824">
                  <c:v>43014</c:v>
                </c:pt>
                <c:pt idx="825">
                  <c:v>43017</c:v>
                </c:pt>
                <c:pt idx="826">
                  <c:v>43018</c:v>
                </c:pt>
                <c:pt idx="827">
                  <c:v>43019</c:v>
                </c:pt>
                <c:pt idx="828">
                  <c:v>43021</c:v>
                </c:pt>
                <c:pt idx="829">
                  <c:v>43024</c:v>
                </c:pt>
                <c:pt idx="830">
                  <c:v>43025</c:v>
                </c:pt>
                <c:pt idx="831">
                  <c:v>43026</c:v>
                </c:pt>
                <c:pt idx="832">
                  <c:v>43027</c:v>
                </c:pt>
                <c:pt idx="833">
                  <c:v>43028</c:v>
                </c:pt>
                <c:pt idx="834">
                  <c:v>43031</c:v>
                </c:pt>
                <c:pt idx="835">
                  <c:v>43032</c:v>
                </c:pt>
                <c:pt idx="836">
                  <c:v>43033</c:v>
                </c:pt>
                <c:pt idx="837">
                  <c:v>43034</c:v>
                </c:pt>
                <c:pt idx="838">
                  <c:v>43035</c:v>
                </c:pt>
                <c:pt idx="839">
                  <c:v>43038</c:v>
                </c:pt>
                <c:pt idx="840">
                  <c:v>43039</c:v>
                </c:pt>
                <c:pt idx="841">
                  <c:v>43040</c:v>
                </c:pt>
                <c:pt idx="842">
                  <c:v>43042</c:v>
                </c:pt>
                <c:pt idx="843">
                  <c:v>43045</c:v>
                </c:pt>
                <c:pt idx="844">
                  <c:v>43046</c:v>
                </c:pt>
                <c:pt idx="845">
                  <c:v>43047</c:v>
                </c:pt>
                <c:pt idx="846">
                  <c:v>43048</c:v>
                </c:pt>
                <c:pt idx="847">
                  <c:v>43049</c:v>
                </c:pt>
                <c:pt idx="848">
                  <c:v>43052</c:v>
                </c:pt>
                <c:pt idx="849">
                  <c:v>43053</c:v>
                </c:pt>
                <c:pt idx="850">
                  <c:v>43055</c:v>
                </c:pt>
                <c:pt idx="851">
                  <c:v>43056</c:v>
                </c:pt>
                <c:pt idx="852">
                  <c:v>43060</c:v>
                </c:pt>
                <c:pt idx="853">
                  <c:v>43061</c:v>
                </c:pt>
                <c:pt idx="854">
                  <c:v>43062</c:v>
                </c:pt>
                <c:pt idx="855">
                  <c:v>43063</c:v>
                </c:pt>
                <c:pt idx="856">
                  <c:v>43066</c:v>
                </c:pt>
                <c:pt idx="857">
                  <c:v>43067</c:v>
                </c:pt>
                <c:pt idx="858">
                  <c:v>43068</c:v>
                </c:pt>
                <c:pt idx="859">
                  <c:v>43069</c:v>
                </c:pt>
                <c:pt idx="860">
                  <c:v>43070</c:v>
                </c:pt>
                <c:pt idx="861">
                  <c:v>43073</c:v>
                </c:pt>
                <c:pt idx="862">
                  <c:v>43074</c:v>
                </c:pt>
                <c:pt idx="863">
                  <c:v>43075</c:v>
                </c:pt>
                <c:pt idx="864">
                  <c:v>43076</c:v>
                </c:pt>
                <c:pt idx="865">
                  <c:v>43077</c:v>
                </c:pt>
                <c:pt idx="866">
                  <c:v>43080</c:v>
                </c:pt>
                <c:pt idx="867">
                  <c:v>43081</c:v>
                </c:pt>
                <c:pt idx="868">
                  <c:v>43082</c:v>
                </c:pt>
                <c:pt idx="869">
                  <c:v>43083</c:v>
                </c:pt>
                <c:pt idx="870">
                  <c:v>43084</c:v>
                </c:pt>
                <c:pt idx="871">
                  <c:v>43087</c:v>
                </c:pt>
                <c:pt idx="872">
                  <c:v>43088</c:v>
                </c:pt>
                <c:pt idx="873">
                  <c:v>43089</c:v>
                </c:pt>
                <c:pt idx="874">
                  <c:v>43090</c:v>
                </c:pt>
                <c:pt idx="875">
                  <c:v>43091</c:v>
                </c:pt>
                <c:pt idx="876">
                  <c:v>43095</c:v>
                </c:pt>
                <c:pt idx="877">
                  <c:v>43096</c:v>
                </c:pt>
                <c:pt idx="878">
                  <c:v>43097</c:v>
                </c:pt>
                <c:pt idx="879">
                  <c:v>43102</c:v>
                </c:pt>
                <c:pt idx="880">
                  <c:v>43103</c:v>
                </c:pt>
                <c:pt idx="881">
                  <c:v>43104</c:v>
                </c:pt>
                <c:pt idx="882">
                  <c:v>43105</c:v>
                </c:pt>
                <c:pt idx="883">
                  <c:v>43108</c:v>
                </c:pt>
                <c:pt idx="884">
                  <c:v>43109</c:v>
                </c:pt>
                <c:pt idx="885">
                  <c:v>43110</c:v>
                </c:pt>
                <c:pt idx="886">
                  <c:v>43111</c:v>
                </c:pt>
                <c:pt idx="887">
                  <c:v>43112</c:v>
                </c:pt>
                <c:pt idx="888">
                  <c:v>43115</c:v>
                </c:pt>
                <c:pt idx="889">
                  <c:v>43116</c:v>
                </c:pt>
                <c:pt idx="890">
                  <c:v>43117</c:v>
                </c:pt>
                <c:pt idx="891">
                  <c:v>43118</c:v>
                </c:pt>
                <c:pt idx="892">
                  <c:v>43119</c:v>
                </c:pt>
                <c:pt idx="893">
                  <c:v>43122</c:v>
                </c:pt>
                <c:pt idx="894">
                  <c:v>43123</c:v>
                </c:pt>
                <c:pt idx="895">
                  <c:v>43124</c:v>
                </c:pt>
                <c:pt idx="896">
                  <c:v>43126</c:v>
                </c:pt>
                <c:pt idx="897">
                  <c:v>43129</c:v>
                </c:pt>
                <c:pt idx="898">
                  <c:v>43130</c:v>
                </c:pt>
                <c:pt idx="899">
                  <c:v>43131</c:v>
                </c:pt>
                <c:pt idx="900">
                  <c:v>43132</c:v>
                </c:pt>
                <c:pt idx="901">
                  <c:v>43133</c:v>
                </c:pt>
                <c:pt idx="902">
                  <c:v>43136</c:v>
                </c:pt>
                <c:pt idx="903">
                  <c:v>43137</c:v>
                </c:pt>
                <c:pt idx="904">
                  <c:v>43138</c:v>
                </c:pt>
                <c:pt idx="905">
                  <c:v>43139</c:v>
                </c:pt>
                <c:pt idx="906">
                  <c:v>43140</c:v>
                </c:pt>
                <c:pt idx="907">
                  <c:v>43145</c:v>
                </c:pt>
                <c:pt idx="908">
                  <c:v>43146</c:v>
                </c:pt>
                <c:pt idx="909">
                  <c:v>43147</c:v>
                </c:pt>
                <c:pt idx="910">
                  <c:v>43150</c:v>
                </c:pt>
                <c:pt idx="911">
                  <c:v>43151</c:v>
                </c:pt>
                <c:pt idx="912">
                  <c:v>43152</c:v>
                </c:pt>
                <c:pt idx="913">
                  <c:v>43153</c:v>
                </c:pt>
                <c:pt idx="914">
                  <c:v>43154</c:v>
                </c:pt>
                <c:pt idx="915">
                  <c:v>43157</c:v>
                </c:pt>
                <c:pt idx="916">
                  <c:v>43158</c:v>
                </c:pt>
                <c:pt idx="917">
                  <c:v>43159</c:v>
                </c:pt>
                <c:pt idx="918">
                  <c:v>43160</c:v>
                </c:pt>
                <c:pt idx="919">
                  <c:v>43161</c:v>
                </c:pt>
                <c:pt idx="920">
                  <c:v>43164</c:v>
                </c:pt>
                <c:pt idx="921">
                  <c:v>43165</c:v>
                </c:pt>
                <c:pt idx="922">
                  <c:v>43166</c:v>
                </c:pt>
                <c:pt idx="923">
                  <c:v>43167</c:v>
                </c:pt>
                <c:pt idx="924">
                  <c:v>43168</c:v>
                </c:pt>
                <c:pt idx="925">
                  <c:v>43171</c:v>
                </c:pt>
                <c:pt idx="926">
                  <c:v>43172</c:v>
                </c:pt>
                <c:pt idx="927">
                  <c:v>43173</c:v>
                </c:pt>
                <c:pt idx="928">
                  <c:v>43174</c:v>
                </c:pt>
                <c:pt idx="929">
                  <c:v>43175</c:v>
                </c:pt>
                <c:pt idx="930">
                  <c:v>43178</c:v>
                </c:pt>
                <c:pt idx="931">
                  <c:v>43179</c:v>
                </c:pt>
                <c:pt idx="932">
                  <c:v>43180</c:v>
                </c:pt>
                <c:pt idx="933">
                  <c:v>43181</c:v>
                </c:pt>
                <c:pt idx="934">
                  <c:v>43182</c:v>
                </c:pt>
                <c:pt idx="935">
                  <c:v>43185</c:v>
                </c:pt>
                <c:pt idx="936">
                  <c:v>43186</c:v>
                </c:pt>
                <c:pt idx="937">
                  <c:v>43187</c:v>
                </c:pt>
                <c:pt idx="938">
                  <c:v>43188</c:v>
                </c:pt>
                <c:pt idx="939">
                  <c:v>43192</c:v>
                </c:pt>
                <c:pt idx="940">
                  <c:v>43193</c:v>
                </c:pt>
                <c:pt idx="941">
                  <c:v>43194</c:v>
                </c:pt>
                <c:pt idx="942">
                  <c:v>43195</c:v>
                </c:pt>
                <c:pt idx="943">
                  <c:v>43196</c:v>
                </c:pt>
                <c:pt idx="944">
                  <c:v>43199</c:v>
                </c:pt>
                <c:pt idx="945">
                  <c:v>43200</c:v>
                </c:pt>
                <c:pt idx="946">
                  <c:v>43201</c:v>
                </c:pt>
                <c:pt idx="947">
                  <c:v>43202</c:v>
                </c:pt>
                <c:pt idx="948">
                  <c:v>43203</c:v>
                </c:pt>
                <c:pt idx="949">
                  <c:v>43206</c:v>
                </c:pt>
                <c:pt idx="950">
                  <c:v>43207</c:v>
                </c:pt>
                <c:pt idx="951">
                  <c:v>43208</c:v>
                </c:pt>
                <c:pt idx="952">
                  <c:v>43209</c:v>
                </c:pt>
                <c:pt idx="953">
                  <c:v>43210</c:v>
                </c:pt>
                <c:pt idx="954">
                  <c:v>43213</c:v>
                </c:pt>
                <c:pt idx="955">
                  <c:v>43214</c:v>
                </c:pt>
                <c:pt idx="956">
                  <c:v>43215</c:v>
                </c:pt>
                <c:pt idx="957">
                  <c:v>43216</c:v>
                </c:pt>
                <c:pt idx="958">
                  <c:v>43217</c:v>
                </c:pt>
                <c:pt idx="959">
                  <c:v>43220</c:v>
                </c:pt>
                <c:pt idx="960">
                  <c:v>43222</c:v>
                </c:pt>
                <c:pt idx="961">
                  <c:v>43223</c:v>
                </c:pt>
                <c:pt idx="962">
                  <c:v>43224</c:v>
                </c:pt>
                <c:pt idx="963">
                  <c:v>43227</c:v>
                </c:pt>
                <c:pt idx="964">
                  <c:v>43228</c:v>
                </c:pt>
                <c:pt idx="965">
                  <c:v>43229</c:v>
                </c:pt>
                <c:pt idx="966">
                  <c:v>43230</c:v>
                </c:pt>
                <c:pt idx="967">
                  <c:v>43231</c:v>
                </c:pt>
                <c:pt idx="968">
                  <c:v>43234</c:v>
                </c:pt>
                <c:pt idx="969">
                  <c:v>43235</c:v>
                </c:pt>
                <c:pt idx="970">
                  <c:v>43236</c:v>
                </c:pt>
                <c:pt idx="971">
                  <c:v>43237</c:v>
                </c:pt>
                <c:pt idx="972">
                  <c:v>43238</c:v>
                </c:pt>
                <c:pt idx="973">
                  <c:v>43241</c:v>
                </c:pt>
                <c:pt idx="974">
                  <c:v>43242</c:v>
                </c:pt>
                <c:pt idx="975">
                  <c:v>43243</c:v>
                </c:pt>
                <c:pt idx="976">
                  <c:v>43244</c:v>
                </c:pt>
                <c:pt idx="977">
                  <c:v>43245</c:v>
                </c:pt>
                <c:pt idx="978">
                  <c:v>43248</c:v>
                </c:pt>
                <c:pt idx="979">
                  <c:v>43249</c:v>
                </c:pt>
                <c:pt idx="980">
                  <c:v>43250</c:v>
                </c:pt>
                <c:pt idx="981">
                  <c:v>43252</c:v>
                </c:pt>
                <c:pt idx="982">
                  <c:v>43255</c:v>
                </c:pt>
                <c:pt idx="983">
                  <c:v>43256</c:v>
                </c:pt>
                <c:pt idx="984">
                  <c:v>43257</c:v>
                </c:pt>
                <c:pt idx="985">
                  <c:v>43258</c:v>
                </c:pt>
                <c:pt idx="986">
                  <c:v>43259</c:v>
                </c:pt>
                <c:pt idx="987">
                  <c:v>43262</c:v>
                </c:pt>
                <c:pt idx="988">
                  <c:v>43263</c:v>
                </c:pt>
                <c:pt idx="989">
                  <c:v>43264</c:v>
                </c:pt>
                <c:pt idx="990">
                  <c:v>43265</c:v>
                </c:pt>
                <c:pt idx="991">
                  <c:v>43266</c:v>
                </c:pt>
                <c:pt idx="992">
                  <c:v>43269</c:v>
                </c:pt>
                <c:pt idx="993">
                  <c:v>43270</c:v>
                </c:pt>
                <c:pt idx="994">
                  <c:v>43271</c:v>
                </c:pt>
                <c:pt idx="995">
                  <c:v>43272</c:v>
                </c:pt>
                <c:pt idx="996">
                  <c:v>43273</c:v>
                </c:pt>
                <c:pt idx="997">
                  <c:v>43276</c:v>
                </c:pt>
                <c:pt idx="998">
                  <c:v>43277</c:v>
                </c:pt>
                <c:pt idx="999">
                  <c:v>43278</c:v>
                </c:pt>
                <c:pt idx="1000">
                  <c:v>43279</c:v>
                </c:pt>
                <c:pt idx="1001">
                  <c:v>43280</c:v>
                </c:pt>
                <c:pt idx="1002">
                  <c:v>43283</c:v>
                </c:pt>
                <c:pt idx="1003">
                  <c:v>43284</c:v>
                </c:pt>
                <c:pt idx="1004">
                  <c:v>43285</c:v>
                </c:pt>
                <c:pt idx="1005">
                  <c:v>43286</c:v>
                </c:pt>
                <c:pt idx="1006">
                  <c:v>43287</c:v>
                </c:pt>
                <c:pt idx="1007">
                  <c:v>43291</c:v>
                </c:pt>
                <c:pt idx="1008">
                  <c:v>43292</c:v>
                </c:pt>
                <c:pt idx="1009">
                  <c:v>43293</c:v>
                </c:pt>
                <c:pt idx="1010">
                  <c:v>43294</c:v>
                </c:pt>
                <c:pt idx="1011">
                  <c:v>43297</c:v>
                </c:pt>
                <c:pt idx="1012">
                  <c:v>43298</c:v>
                </c:pt>
                <c:pt idx="1013">
                  <c:v>43299</c:v>
                </c:pt>
                <c:pt idx="1014">
                  <c:v>43300</c:v>
                </c:pt>
                <c:pt idx="1015">
                  <c:v>43301</c:v>
                </c:pt>
                <c:pt idx="1016">
                  <c:v>43304</c:v>
                </c:pt>
                <c:pt idx="1017">
                  <c:v>43305</c:v>
                </c:pt>
                <c:pt idx="1018">
                  <c:v>43306</c:v>
                </c:pt>
                <c:pt idx="1019">
                  <c:v>43307</c:v>
                </c:pt>
                <c:pt idx="1020">
                  <c:v>43308</c:v>
                </c:pt>
                <c:pt idx="1021">
                  <c:v>43311</c:v>
                </c:pt>
                <c:pt idx="1022">
                  <c:v>43312</c:v>
                </c:pt>
                <c:pt idx="1023">
                  <c:v>43313</c:v>
                </c:pt>
                <c:pt idx="1024">
                  <c:v>43314</c:v>
                </c:pt>
                <c:pt idx="1025">
                  <c:v>43315</c:v>
                </c:pt>
                <c:pt idx="1026">
                  <c:v>43318</c:v>
                </c:pt>
                <c:pt idx="1027">
                  <c:v>43319</c:v>
                </c:pt>
                <c:pt idx="1028">
                  <c:v>43320</c:v>
                </c:pt>
                <c:pt idx="1029">
                  <c:v>43321</c:v>
                </c:pt>
                <c:pt idx="1030">
                  <c:v>43322</c:v>
                </c:pt>
                <c:pt idx="1031">
                  <c:v>43325</c:v>
                </c:pt>
                <c:pt idx="1032">
                  <c:v>43326</c:v>
                </c:pt>
                <c:pt idx="1033">
                  <c:v>43327</c:v>
                </c:pt>
                <c:pt idx="1034">
                  <c:v>43328</c:v>
                </c:pt>
                <c:pt idx="1035">
                  <c:v>43329</c:v>
                </c:pt>
                <c:pt idx="1036">
                  <c:v>43332</c:v>
                </c:pt>
                <c:pt idx="1037">
                  <c:v>43333</c:v>
                </c:pt>
                <c:pt idx="1038">
                  <c:v>43334</c:v>
                </c:pt>
                <c:pt idx="1039">
                  <c:v>43335</c:v>
                </c:pt>
                <c:pt idx="1040">
                  <c:v>43336</c:v>
                </c:pt>
                <c:pt idx="1041">
                  <c:v>43339</c:v>
                </c:pt>
                <c:pt idx="1042">
                  <c:v>43340</c:v>
                </c:pt>
                <c:pt idx="1043">
                  <c:v>43341</c:v>
                </c:pt>
                <c:pt idx="1044">
                  <c:v>43342</c:v>
                </c:pt>
                <c:pt idx="1045">
                  <c:v>43343</c:v>
                </c:pt>
                <c:pt idx="1046">
                  <c:v>43346</c:v>
                </c:pt>
                <c:pt idx="1047">
                  <c:v>43347</c:v>
                </c:pt>
                <c:pt idx="1048">
                  <c:v>43348</c:v>
                </c:pt>
                <c:pt idx="1049">
                  <c:v>43349</c:v>
                </c:pt>
                <c:pt idx="1050">
                  <c:v>43353</c:v>
                </c:pt>
                <c:pt idx="1051">
                  <c:v>43354</c:v>
                </c:pt>
                <c:pt idx="1052">
                  <c:v>43355</c:v>
                </c:pt>
                <c:pt idx="1053">
                  <c:v>43356</c:v>
                </c:pt>
                <c:pt idx="1054">
                  <c:v>43357</c:v>
                </c:pt>
                <c:pt idx="1055">
                  <c:v>43360</c:v>
                </c:pt>
                <c:pt idx="1056">
                  <c:v>43361</c:v>
                </c:pt>
                <c:pt idx="1057">
                  <c:v>43362</c:v>
                </c:pt>
                <c:pt idx="1058">
                  <c:v>43363</c:v>
                </c:pt>
                <c:pt idx="1059">
                  <c:v>43364</c:v>
                </c:pt>
                <c:pt idx="1060">
                  <c:v>43367</c:v>
                </c:pt>
                <c:pt idx="1061">
                  <c:v>43368</c:v>
                </c:pt>
                <c:pt idx="1062">
                  <c:v>43369</c:v>
                </c:pt>
                <c:pt idx="1063">
                  <c:v>43370</c:v>
                </c:pt>
                <c:pt idx="1064">
                  <c:v>43371</c:v>
                </c:pt>
                <c:pt idx="1065">
                  <c:v>43374</c:v>
                </c:pt>
                <c:pt idx="1066">
                  <c:v>43375</c:v>
                </c:pt>
                <c:pt idx="1067">
                  <c:v>43376</c:v>
                </c:pt>
                <c:pt idx="1068">
                  <c:v>43377</c:v>
                </c:pt>
                <c:pt idx="1069">
                  <c:v>43378</c:v>
                </c:pt>
                <c:pt idx="1070">
                  <c:v>43381</c:v>
                </c:pt>
                <c:pt idx="1071">
                  <c:v>43382</c:v>
                </c:pt>
                <c:pt idx="1072">
                  <c:v>43383</c:v>
                </c:pt>
                <c:pt idx="1073">
                  <c:v>43384</c:v>
                </c:pt>
                <c:pt idx="1074">
                  <c:v>43388</c:v>
                </c:pt>
                <c:pt idx="1075">
                  <c:v>43389</c:v>
                </c:pt>
                <c:pt idx="1076">
                  <c:v>43390</c:v>
                </c:pt>
                <c:pt idx="1077">
                  <c:v>43391</c:v>
                </c:pt>
                <c:pt idx="1078">
                  <c:v>43392</c:v>
                </c:pt>
                <c:pt idx="1079">
                  <c:v>43395</c:v>
                </c:pt>
                <c:pt idx="1080">
                  <c:v>43396</c:v>
                </c:pt>
                <c:pt idx="1081">
                  <c:v>43397</c:v>
                </c:pt>
                <c:pt idx="1082">
                  <c:v>43398</c:v>
                </c:pt>
                <c:pt idx="1083">
                  <c:v>43399</c:v>
                </c:pt>
                <c:pt idx="1084">
                  <c:v>43402</c:v>
                </c:pt>
                <c:pt idx="1085">
                  <c:v>43403</c:v>
                </c:pt>
                <c:pt idx="1086">
                  <c:v>43404</c:v>
                </c:pt>
                <c:pt idx="1087">
                  <c:v>43405</c:v>
                </c:pt>
                <c:pt idx="1088">
                  <c:v>43409</c:v>
                </c:pt>
                <c:pt idx="1089">
                  <c:v>43410</c:v>
                </c:pt>
                <c:pt idx="1090">
                  <c:v>43411</c:v>
                </c:pt>
                <c:pt idx="1091">
                  <c:v>43412</c:v>
                </c:pt>
                <c:pt idx="1092">
                  <c:v>43413</c:v>
                </c:pt>
                <c:pt idx="1093">
                  <c:v>43416</c:v>
                </c:pt>
                <c:pt idx="1094">
                  <c:v>43417</c:v>
                </c:pt>
                <c:pt idx="1095">
                  <c:v>43418</c:v>
                </c:pt>
                <c:pt idx="1096">
                  <c:v>43420</c:v>
                </c:pt>
                <c:pt idx="1097">
                  <c:v>43423</c:v>
                </c:pt>
                <c:pt idx="1098">
                  <c:v>43425</c:v>
                </c:pt>
                <c:pt idx="1099">
                  <c:v>43426</c:v>
                </c:pt>
                <c:pt idx="1100">
                  <c:v>43427</c:v>
                </c:pt>
                <c:pt idx="1101">
                  <c:v>43430</c:v>
                </c:pt>
                <c:pt idx="1102">
                  <c:v>43431</c:v>
                </c:pt>
                <c:pt idx="1103">
                  <c:v>43432</c:v>
                </c:pt>
                <c:pt idx="1104">
                  <c:v>43433</c:v>
                </c:pt>
                <c:pt idx="1105">
                  <c:v>43434</c:v>
                </c:pt>
                <c:pt idx="1106">
                  <c:v>43437</c:v>
                </c:pt>
                <c:pt idx="1107">
                  <c:v>43438</c:v>
                </c:pt>
                <c:pt idx="1108">
                  <c:v>43439</c:v>
                </c:pt>
                <c:pt idx="1109">
                  <c:v>43440</c:v>
                </c:pt>
                <c:pt idx="1110">
                  <c:v>43441</c:v>
                </c:pt>
                <c:pt idx="1111">
                  <c:v>43444</c:v>
                </c:pt>
                <c:pt idx="1112">
                  <c:v>43445</c:v>
                </c:pt>
                <c:pt idx="1113">
                  <c:v>43446</c:v>
                </c:pt>
                <c:pt idx="1114">
                  <c:v>43447</c:v>
                </c:pt>
                <c:pt idx="1115">
                  <c:v>43448</c:v>
                </c:pt>
                <c:pt idx="1116">
                  <c:v>43451</c:v>
                </c:pt>
                <c:pt idx="1117">
                  <c:v>43452</c:v>
                </c:pt>
                <c:pt idx="1118">
                  <c:v>43453</c:v>
                </c:pt>
                <c:pt idx="1119">
                  <c:v>43454</c:v>
                </c:pt>
                <c:pt idx="1120">
                  <c:v>43455</c:v>
                </c:pt>
                <c:pt idx="1121">
                  <c:v>43460</c:v>
                </c:pt>
                <c:pt idx="1122">
                  <c:v>43461</c:v>
                </c:pt>
                <c:pt idx="1123">
                  <c:v>43462</c:v>
                </c:pt>
                <c:pt idx="1124">
                  <c:v>43467</c:v>
                </c:pt>
                <c:pt idx="1125">
                  <c:v>43468</c:v>
                </c:pt>
                <c:pt idx="1126">
                  <c:v>43469</c:v>
                </c:pt>
                <c:pt idx="1127">
                  <c:v>43472</c:v>
                </c:pt>
                <c:pt idx="1128">
                  <c:v>43473</c:v>
                </c:pt>
                <c:pt idx="1129">
                  <c:v>43474</c:v>
                </c:pt>
                <c:pt idx="1130">
                  <c:v>43475</c:v>
                </c:pt>
                <c:pt idx="1131">
                  <c:v>43476</c:v>
                </c:pt>
                <c:pt idx="1132">
                  <c:v>43479</c:v>
                </c:pt>
                <c:pt idx="1133">
                  <c:v>43480</c:v>
                </c:pt>
                <c:pt idx="1134">
                  <c:v>43481</c:v>
                </c:pt>
                <c:pt idx="1135">
                  <c:v>43482</c:v>
                </c:pt>
                <c:pt idx="1136">
                  <c:v>43483</c:v>
                </c:pt>
                <c:pt idx="1137">
                  <c:v>43486</c:v>
                </c:pt>
                <c:pt idx="1138">
                  <c:v>43487</c:v>
                </c:pt>
                <c:pt idx="1139">
                  <c:v>43488</c:v>
                </c:pt>
                <c:pt idx="1140">
                  <c:v>43489</c:v>
                </c:pt>
                <c:pt idx="1141">
                  <c:v>43493</c:v>
                </c:pt>
                <c:pt idx="1142">
                  <c:v>43494</c:v>
                </c:pt>
                <c:pt idx="1143">
                  <c:v>43495</c:v>
                </c:pt>
                <c:pt idx="1144">
                  <c:v>43496</c:v>
                </c:pt>
                <c:pt idx="1145">
                  <c:v>43497</c:v>
                </c:pt>
                <c:pt idx="1146">
                  <c:v>43500</c:v>
                </c:pt>
                <c:pt idx="1147">
                  <c:v>43501</c:v>
                </c:pt>
                <c:pt idx="1148">
                  <c:v>43502</c:v>
                </c:pt>
                <c:pt idx="1149">
                  <c:v>43503</c:v>
                </c:pt>
                <c:pt idx="1150">
                  <c:v>43504</c:v>
                </c:pt>
                <c:pt idx="1151">
                  <c:v>43507</c:v>
                </c:pt>
                <c:pt idx="1152">
                  <c:v>43508</c:v>
                </c:pt>
                <c:pt idx="1153">
                  <c:v>43509</c:v>
                </c:pt>
                <c:pt idx="1154">
                  <c:v>43510</c:v>
                </c:pt>
                <c:pt idx="1155">
                  <c:v>43511</c:v>
                </c:pt>
                <c:pt idx="1156">
                  <c:v>43514</c:v>
                </c:pt>
                <c:pt idx="1157">
                  <c:v>43515</c:v>
                </c:pt>
                <c:pt idx="1158">
                  <c:v>43516</c:v>
                </c:pt>
                <c:pt idx="1159">
                  <c:v>43517</c:v>
                </c:pt>
                <c:pt idx="1160">
                  <c:v>43518</c:v>
                </c:pt>
                <c:pt idx="1161">
                  <c:v>43521</c:v>
                </c:pt>
                <c:pt idx="1162">
                  <c:v>43522</c:v>
                </c:pt>
                <c:pt idx="1163">
                  <c:v>43523</c:v>
                </c:pt>
                <c:pt idx="1164">
                  <c:v>43524</c:v>
                </c:pt>
                <c:pt idx="1165">
                  <c:v>43525</c:v>
                </c:pt>
                <c:pt idx="1166">
                  <c:v>43530</c:v>
                </c:pt>
                <c:pt idx="1167">
                  <c:v>43531</c:v>
                </c:pt>
                <c:pt idx="1168">
                  <c:v>43532</c:v>
                </c:pt>
                <c:pt idx="1169">
                  <c:v>43535</c:v>
                </c:pt>
                <c:pt idx="1170">
                  <c:v>43536</c:v>
                </c:pt>
                <c:pt idx="1171">
                  <c:v>43537</c:v>
                </c:pt>
                <c:pt idx="1172">
                  <c:v>43538</c:v>
                </c:pt>
                <c:pt idx="1173">
                  <c:v>43539</c:v>
                </c:pt>
                <c:pt idx="1174">
                  <c:v>43542</c:v>
                </c:pt>
                <c:pt idx="1175">
                  <c:v>43543</c:v>
                </c:pt>
                <c:pt idx="1176">
                  <c:v>43544</c:v>
                </c:pt>
                <c:pt idx="1177">
                  <c:v>43545</c:v>
                </c:pt>
                <c:pt idx="1178">
                  <c:v>43546</c:v>
                </c:pt>
                <c:pt idx="1179">
                  <c:v>43549</c:v>
                </c:pt>
                <c:pt idx="1180">
                  <c:v>43550</c:v>
                </c:pt>
                <c:pt idx="1181">
                  <c:v>43551</c:v>
                </c:pt>
                <c:pt idx="1182">
                  <c:v>43552</c:v>
                </c:pt>
                <c:pt idx="1183">
                  <c:v>43553</c:v>
                </c:pt>
                <c:pt idx="1184">
                  <c:v>43556</c:v>
                </c:pt>
                <c:pt idx="1185">
                  <c:v>43557</c:v>
                </c:pt>
                <c:pt idx="1186">
                  <c:v>43558</c:v>
                </c:pt>
                <c:pt idx="1187">
                  <c:v>43559</c:v>
                </c:pt>
                <c:pt idx="1188">
                  <c:v>43560</c:v>
                </c:pt>
                <c:pt idx="1189">
                  <c:v>43563</c:v>
                </c:pt>
                <c:pt idx="1190">
                  <c:v>43564</c:v>
                </c:pt>
                <c:pt idx="1191">
                  <c:v>43565</c:v>
                </c:pt>
                <c:pt idx="1192">
                  <c:v>43566</c:v>
                </c:pt>
                <c:pt idx="1193">
                  <c:v>43567</c:v>
                </c:pt>
                <c:pt idx="1194">
                  <c:v>43570</c:v>
                </c:pt>
                <c:pt idx="1195">
                  <c:v>43571</c:v>
                </c:pt>
                <c:pt idx="1196">
                  <c:v>43572</c:v>
                </c:pt>
                <c:pt idx="1197">
                  <c:v>43573</c:v>
                </c:pt>
                <c:pt idx="1198">
                  <c:v>43577</c:v>
                </c:pt>
                <c:pt idx="1199">
                  <c:v>43578</c:v>
                </c:pt>
                <c:pt idx="1200">
                  <c:v>43579</c:v>
                </c:pt>
                <c:pt idx="1201">
                  <c:v>43580</c:v>
                </c:pt>
                <c:pt idx="1202">
                  <c:v>43581</c:v>
                </c:pt>
                <c:pt idx="1203">
                  <c:v>43584</c:v>
                </c:pt>
                <c:pt idx="1204">
                  <c:v>43585</c:v>
                </c:pt>
                <c:pt idx="1205">
                  <c:v>43587</c:v>
                </c:pt>
                <c:pt idx="1206">
                  <c:v>43588</c:v>
                </c:pt>
                <c:pt idx="1207">
                  <c:v>43591</c:v>
                </c:pt>
                <c:pt idx="1208">
                  <c:v>43592</c:v>
                </c:pt>
                <c:pt idx="1209">
                  <c:v>43593</c:v>
                </c:pt>
                <c:pt idx="1210">
                  <c:v>43594</c:v>
                </c:pt>
                <c:pt idx="1211">
                  <c:v>43595</c:v>
                </c:pt>
                <c:pt idx="1212">
                  <c:v>43598</c:v>
                </c:pt>
                <c:pt idx="1213">
                  <c:v>43599</c:v>
                </c:pt>
                <c:pt idx="1214">
                  <c:v>43600</c:v>
                </c:pt>
                <c:pt idx="1215">
                  <c:v>43601</c:v>
                </c:pt>
                <c:pt idx="1216">
                  <c:v>43602</c:v>
                </c:pt>
                <c:pt idx="1217">
                  <c:v>43605</c:v>
                </c:pt>
                <c:pt idx="1218">
                  <c:v>43606</c:v>
                </c:pt>
                <c:pt idx="1219">
                  <c:v>43607</c:v>
                </c:pt>
                <c:pt idx="1220">
                  <c:v>43608</c:v>
                </c:pt>
                <c:pt idx="1221">
                  <c:v>43609</c:v>
                </c:pt>
                <c:pt idx="1222">
                  <c:v>43612</c:v>
                </c:pt>
                <c:pt idx="1223">
                  <c:v>43613</c:v>
                </c:pt>
                <c:pt idx="1224">
                  <c:v>43614</c:v>
                </c:pt>
                <c:pt idx="1225">
                  <c:v>43615</c:v>
                </c:pt>
                <c:pt idx="1226">
                  <c:v>43616</c:v>
                </c:pt>
                <c:pt idx="1227">
                  <c:v>43619</c:v>
                </c:pt>
                <c:pt idx="1228">
                  <c:v>43620</c:v>
                </c:pt>
                <c:pt idx="1229">
                  <c:v>43621</c:v>
                </c:pt>
                <c:pt idx="1230">
                  <c:v>43622</c:v>
                </c:pt>
                <c:pt idx="1231">
                  <c:v>43623</c:v>
                </c:pt>
                <c:pt idx="1232">
                  <c:v>43626</c:v>
                </c:pt>
                <c:pt idx="1233">
                  <c:v>43627</c:v>
                </c:pt>
                <c:pt idx="1234">
                  <c:v>43628</c:v>
                </c:pt>
                <c:pt idx="1235">
                  <c:v>43629</c:v>
                </c:pt>
                <c:pt idx="1236">
                  <c:v>43630</c:v>
                </c:pt>
                <c:pt idx="1237">
                  <c:v>43633</c:v>
                </c:pt>
                <c:pt idx="1238">
                  <c:v>43634</c:v>
                </c:pt>
                <c:pt idx="1239">
                  <c:v>43635</c:v>
                </c:pt>
                <c:pt idx="1240">
                  <c:v>43637</c:v>
                </c:pt>
                <c:pt idx="1241">
                  <c:v>43640</c:v>
                </c:pt>
                <c:pt idx="1242">
                  <c:v>43641</c:v>
                </c:pt>
                <c:pt idx="1243">
                  <c:v>43642</c:v>
                </c:pt>
                <c:pt idx="1244">
                  <c:v>43643</c:v>
                </c:pt>
                <c:pt idx="1245">
                  <c:v>43644</c:v>
                </c:pt>
                <c:pt idx="1246">
                  <c:v>43647</c:v>
                </c:pt>
                <c:pt idx="1247">
                  <c:v>43648</c:v>
                </c:pt>
                <c:pt idx="1248">
                  <c:v>43649</c:v>
                </c:pt>
                <c:pt idx="1249">
                  <c:v>43650</c:v>
                </c:pt>
                <c:pt idx="1250">
                  <c:v>43651</c:v>
                </c:pt>
                <c:pt idx="1251">
                  <c:v>43654</c:v>
                </c:pt>
                <c:pt idx="1252">
                  <c:v>43656</c:v>
                </c:pt>
                <c:pt idx="1253">
                  <c:v>43657</c:v>
                </c:pt>
                <c:pt idx="1254">
                  <c:v>43658</c:v>
                </c:pt>
                <c:pt idx="1255">
                  <c:v>43661</c:v>
                </c:pt>
                <c:pt idx="1256">
                  <c:v>43662</c:v>
                </c:pt>
                <c:pt idx="1257">
                  <c:v>43663</c:v>
                </c:pt>
                <c:pt idx="1258">
                  <c:v>43664</c:v>
                </c:pt>
                <c:pt idx="1259">
                  <c:v>43665</c:v>
                </c:pt>
                <c:pt idx="1260">
                  <c:v>43668</c:v>
                </c:pt>
                <c:pt idx="1261">
                  <c:v>43669</c:v>
                </c:pt>
                <c:pt idx="1262">
                  <c:v>43670</c:v>
                </c:pt>
                <c:pt idx="1263">
                  <c:v>43671</c:v>
                </c:pt>
                <c:pt idx="1264">
                  <c:v>43672</c:v>
                </c:pt>
                <c:pt idx="1265">
                  <c:v>43675</c:v>
                </c:pt>
                <c:pt idx="1266">
                  <c:v>43676</c:v>
                </c:pt>
                <c:pt idx="1267">
                  <c:v>43677</c:v>
                </c:pt>
                <c:pt idx="1268">
                  <c:v>43678</c:v>
                </c:pt>
                <c:pt idx="1269">
                  <c:v>43679</c:v>
                </c:pt>
                <c:pt idx="1270">
                  <c:v>43682</c:v>
                </c:pt>
                <c:pt idx="1271">
                  <c:v>43683</c:v>
                </c:pt>
                <c:pt idx="1272">
                  <c:v>43684</c:v>
                </c:pt>
                <c:pt idx="1273">
                  <c:v>43685</c:v>
                </c:pt>
                <c:pt idx="1274">
                  <c:v>43686</c:v>
                </c:pt>
                <c:pt idx="1275">
                  <c:v>43689</c:v>
                </c:pt>
                <c:pt idx="1276">
                  <c:v>43690</c:v>
                </c:pt>
                <c:pt idx="1277">
                  <c:v>43691</c:v>
                </c:pt>
                <c:pt idx="1278">
                  <c:v>43692</c:v>
                </c:pt>
                <c:pt idx="1279">
                  <c:v>43693</c:v>
                </c:pt>
                <c:pt idx="1280">
                  <c:v>43696</c:v>
                </c:pt>
                <c:pt idx="1281">
                  <c:v>43697</c:v>
                </c:pt>
                <c:pt idx="1282">
                  <c:v>43698</c:v>
                </c:pt>
                <c:pt idx="1283">
                  <c:v>43699</c:v>
                </c:pt>
                <c:pt idx="1284">
                  <c:v>43700</c:v>
                </c:pt>
                <c:pt idx="1285">
                  <c:v>43703</c:v>
                </c:pt>
                <c:pt idx="1286">
                  <c:v>43704</c:v>
                </c:pt>
                <c:pt idx="1287">
                  <c:v>43705</c:v>
                </c:pt>
                <c:pt idx="1288">
                  <c:v>43706</c:v>
                </c:pt>
                <c:pt idx="1289">
                  <c:v>43707</c:v>
                </c:pt>
                <c:pt idx="1290">
                  <c:v>43710</c:v>
                </c:pt>
                <c:pt idx="1291">
                  <c:v>43711</c:v>
                </c:pt>
                <c:pt idx="1292">
                  <c:v>43712</c:v>
                </c:pt>
                <c:pt idx="1293">
                  <c:v>43713</c:v>
                </c:pt>
                <c:pt idx="1294">
                  <c:v>43714</c:v>
                </c:pt>
                <c:pt idx="1295">
                  <c:v>43717</c:v>
                </c:pt>
                <c:pt idx="1296">
                  <c:v>43718</c:v>
                </c:pt>
                <c:pt idx="1297">
                  <c:v>43719</c:v>
                </c:pt>
                <c:pt idx="1298">
                  <c:v>43720</c:v>
                </c:pt>
                <c:pt idx="1299">
                  <c:v>43721</c:v>
                </c:pt>
                <c:pt idx="1300">
                  <c:v>43724</c:v>
                </c:pt>
                <c:pt idx="1301">
                  <c:v>43725</c:v>
                </c:pt>
                <c:pt idx="1302">
                  <c:v>43726</c:v>
                </c:pt>
                <c:pt idx="1303">
                  <c:v>43727</c:v>
                </c:pt>
                <c:pt idx="1304">
                  <c:v>43728</c:v>
                </c:pt>
                <c:pt idx="1305">
                  <c:v>43731</c:v>
                </c:pt>
                <c:pt idx="1306">
                  <c:v>43732</c:v>
                </c:pt>
                <c:pt idx="1307">
                  <c:v>43733</c:v>
                </c:pt>
                <c:pt idx="1308">
                  <c:v>43734</c:v>
                </c:pt>
                <c:pt idx="1309">
                  <c:v>43735</c:v>
                </c:pt>
                <c:pt idx="1310">
                  <c:v>43738</c:v>
                </c:pt>
                <c:pt idx="1311">
                  <c:v>43739</c:v>
                </c:pt>
                <c:pt idx="1312">
                  <c:v>43740</c:v>
                </c:pt>
                <c:pt idx="1313">
                  <c:v>43741</c:v>
                </c:pt>
                <c:pt idx="1314">
                  <c:v>43742</c:v>
                </c:pt>
                <c:pt idx="1315">
                  <c:v>43745</c:v>
                </c:pt>
                <c:pt idx="1316">
                  <c:v>43746</c:v>
                </c:pt>
                <c:pt idx="1317">
                  <c:v>43747</c:v>
                </c:pt>
                <c:pt idx="1318">
                  <c:v>43748</c:v>
                </c:pt>
                <c:pt idx="1319">
                  <c:v>43749</c:v>
                </c:pt>
                <c:pt idx="1320">
                  <c:v>43752</c:v>
                </c:pt>
                <c:pt idx="1321">
                  <c:v>43753</c:v>
                </c:pt>
                <c:pt idx="1322">
                  <c:v>43754</c:v>
                </c:pt>
                <c:pt idx="1323">
                  <c:v>43755</c:v>
                </c:pt>
                <c:pt idx="1324">
                  <c:v>43756</c:v>
                </c:pt>
                <c:pt idx="1325">
                  <c:v>43759</c:v>
                </c:pt>
                <c:pt idx="1326">
                  <c:v>43760</c:v>
                </c:pt>
                <c:pt idx="1327">
                  <c:v>43761</c:v>
                </c:pt>
                <c:pt idx="1328">
                  <c:v>43762</c:v>
                </c:pt>
                <c:pt idx="1329">
                  <c:v>43763</c:v>
                </c:pt>
                <c:pt idx="1330">
                  <c:v>43766</c:v>
                </c:pt>
                <c:pt idx="1331">
                  <c:v>43767</c:v>
                </c:pt>
                <c:pt idx="1332">
                  <c:v>43768</c:v>
                </c:pt>
                <c:pt idx="1333">
                  <c:v>43769</c:v>
                </c:pt>
                <c:pt idx="1334">
                  <c:v>43770</c:v>
                </c:pt>
                <c:pt idx="1335">
                  <c:v>43773</c:v>
                </c:pt>
                <c:pt idx="1336">
                  <c:v>43774</c:v>
                </c:pt>
                <c:pt idx="1337">
                  <c:v>43775</c:v>
                </c:pt>
                <c:pt idx="1338">
                  <c:v>43776</c:v>
                </c:pt>
                <c:pt idx="1339">
                  <c:v>43777</c:v>
                </c:pt>
                <c:pt idx="1340">
                  <c:v>43780</c:v>
                </c:pt>
                <c:pt idx="1341">
                  <c:v>43781</c:v>
                </c:pt>
                <c:pt idx="1342">
                  <c:v>43782</c:v>
                </c:pt>
                <c:pt idx="1343">
                  <c:v>43783</c:v>
                </c:pt>
                <c:pt idx="1344">
                  <c:v>43787</c:v>
                </c:pt>
                <c:pt idx="1345">
                  <c:v>43788</c:v>
                </c:pt>
                <c:pt idx="1346">
                  <c:v>43790</c:v>
                </c:pt>
                <c:pt idx="1347">
                  <c:v>43791</c:v>
                </c:pt>
                <c:pt idx="1348">
                  <c:v>43794</c:v>
                </c:pt>
                <c:pt idx="1349">
                  <c:v>43795</c:v>
                </c:pt>
                <c:pt idx="1350">
                  <c:v>43796</c:v>
                </c:pt>
                <c:pt idx="1351">
                  <c:v>43797</c:v>
                </c:pt>
                <c:pt idx="1352">
                  <c:v>43798</c:v>
                </c:pt>
                <c:pt idx="1353">
                  <c:v>43801</c:v>
                </c:pt>
                <c:pt idx="1354">
                  <c:v>43802</c:v>
                </c:pt>
                <c:pt idx="1355">
                  <c:v>43803</c:v>
                </c:pt>
                <c:pt idx="1356">
                  <c:v>43804</c:v>
                </c:pt>
                <c:pt idx="1357">
                  <c:v>43805</c:v>
                </c:pt>
                <c:pt idx="1358">
                  <c:v>43808</c:v>
                </c:pt>
                <c:pt idx="1359">
                  <c:v>43809</c:v>
                </c:pt>
                <c:pt idx="1360">
                  <c:v>43810</c:v>
                </c:pt>
                <c:pt idx="1361">
                  <c:v>43811</c:v>
                </c:pt>
                <c:pt idx="1362">
                  <c:v>43812</c:v>
                </c:pt>
                <c:pt idx="1363">
                  <c:v>43815</c:v>
                </c:pt>
                <c:pt idx="1364">
                  <c:v>43816</c:v>
                </c:pt>
                <c:pt idx="1365">
                  <c:v>43817</c:v>
                </c:pt>
                <c:pt idx="1366">
                  <c:v>43818</c:v>
                </c:pt>
                <c:pt idx="1367">
                  <c:v>43819</c:v>
                </c:pt>
                <c:pt idx="1368">
                  <c:v>43822</c:v>
                </c:pt>
                <c:pt idx="1369">
                  <c:v>43825</c:v>
                </c:pt>
                <c:pt idx="1370">
                  <c:v>43826</c:v>
                </c:pt>
                <c:pt idx="1371">
                  <c:v>43829</c:v>
                </c:pt>
                <c:pt idx="1372">
                  <c:v>43832</c:v>
                </c:pt>
                <c:pt idx="1373">
                  <c:v>43833</c:v>
                </c:pt>
                <c:pt idx="1374">
                  <c:v>43836</c:v>
                </c:pt>
                <c:pt idx="1375">
                  <c:v>43837</c:v>
                </c:pt>
                <c:pt idx="1376">
                  <c:v>43838</c:v>
                </c:pt>
                <c:pt idx="1377">
                  <c:v>43839</c:v>
                </c:pt>
                <c:pt idx="1378">
                  <c:v>43840</c:v>
                </c:pt>
                <c:pt idx="1379">
                  <c:v>43843</c:v>
                </c:pt>
                <c:pt idx="1380">
                  <c:v>43844</c:v>
                </c:pt>
                <c:pt idx="1381">
                  <c:v>43845</c:v>
                </c:pt>
                <c:pt idx="1382">
                  <c:v>43846</c:v>
                </c:pt>
                <c:pt idx="1383">
                  <c:v>43847</c:v>
                </c:pt>
                <c:pt idx="1384">
                  <c:v>43850</c:v>
                </c:pt>
                <c:pt idx="1385">
                  <c:v>43851</c:v>
                </c:pt>
                <c:pt idx="1386">
                  <c:v>43852</c:v>
                </c:pt>
                <c:pt idx="1387">
                  <c:v>43853</c:v>
                </c:pt>
                <c:pt idx="1388">
                  <c:v>43854</c:v>
                </c:pt>
                <c:pt idx="1389">
                  <c:v>43857</c:v>
                </c:pt>
                <c:pt idx="1390">
                  <c:v>43858</c:v>
                </c:pt>
                <c:pt idx="1391">
                  <c:v>43859</c:v>
                </c:pt>
                <c:pt idx="1392">
                  <c:v>43860</c:v>
                </c:pt>
                <c:pt idx="1393">
                  <c:v>43861</c:v>
                </c:pt>
                <c:pt idx="1394">
                  <c:v>43864</c:v>
                </c:pt>
                <c:pt idx="1395">
                  <c:v>43865</c:v>
                </c:pt>
                <c:pt idx="1396">
                  <c:v>43866</c:v>
                </c:pt>
                <c:pt idx="1397">
                  <c:v>43867</c:v>
                </c:pt>
                <c:pt idx="1398">
                  <c:v>43868</c:v>
                </c:pt>
                <c:pt idx="1399">
                  <c:v>43871</c:v>
                </c:pt>
                <c:pt idx="1400">
                  <c:v>43872</c:v>
                </c:pt>
                <c:pt idx="1401">
                  <c:v>43873</c:v>
                </c:pt>
                <c:pt idx="1402">
                  <c:v>43874</c:v>
                </c:pt>
                <c:pt idx="1403">
                  <c:v>43875</c:v>
                </c:pt>
                <c:pt idx="1404">
                  <c:v>43878</c:v>
                </c:pt>
                <c:pt idx="1405">
                  <c:v>43879</c:v>
                </c:pt>
                <c:pt idx="1406">
                  <c:v>43880</c:v>
                </c:pt>
                <c:pt idx="1407">
                  <c:v>43881</c:v>
                </c:pt>
                <c:pt idx="1408">
                  <c:v>43882</c:v>
                </c:pt>
                <c:pt idx="1409">
                  <c:v>43887</c:v>
                </c:pt>
                <c:pt idx="1410">
                  <c:v>43888</c:v>
                </c:pt>
                <c:pt idx="1411">
                  <c:v>43889</c:v>
                </c:pt>
                <c:pt idx="1412">
                  <c:v>43892</c:v>
                </c:pt>
                <c:pt idx="1413">
                  <c:v>43893</c:v>
                </c:pt>
                <c:pt idx="1414">
                  <c:v>43894</c:v>
                </c:pt>
                <c:pt idx="1415">
                  <c:v>43895</c:v>
                </c:pt>
                <c:pt idx="1416">
                  <c:v>43896</c:v>
                </c:pt>
                <c:pt idx="1417">
                  <c:v>43899</c:v>
                </c:pt>
                <c:pt idx="1418">
                  <c:v>43900</c:v>
                </c:pt>
                <c:pt idx="1419">
                  <c:v>43901</c:v>
                </c:pt>
                <c:pt idx="1420">
                  <c:v>43902</c:v>
                </c:pt>
                <c:pt idx="1421">
                  <c:v>43903</c:v>
                </c:pt>
                <c:pt idx="1422">
                  <c:v>43906</c:v>
                </c:pt>
                <c:pt idx="1423">
                  <c:v>43907</c:v>
                </c:pt>
                <c:pt idx="1424">
                  <c:v>43908</c:v>
                </c:pt>
                <c:pt idx="1425">
                  <c:v>43909</c:v>
                </c:pt>
                <c:pt idx="1426">
                  <c:v>43910</c:v>
                </c:pt>
                <c:pt idx="1427">
                  <c:v>43913</c:v>
                </c:pt>
                <c:pt idx="1428">
                  <c:v>43914</c:v>
                </c:pt>
                <c:pt idx="1429">
                  <c:v>43915</c:v>
                </c:pt>
                <c:pt idx="1430">
                  <c:v>43916</c:v>
                </c:pt>
                <c:pt idx="1431">
                  <c:v>43917</c:v>
                </c:pt>
                <c:pt idx="1432">
                  <c:v>43920</c:v>
                </c:pt>
                <c:pt idx="1433">
                  <c:v>43921</c:v>
                </c:pt>
                <c:pt idx="1434">
                  <c:v>43922</c:v>
                </c:pt>
                <c:pt idx="1435">
                  <c:v>43923</c:v>
                </c:pt>
                <c:pt idx="1436">
                  <c:v>43924</c:v>
                </c:pt>
                <c:pt idx="1437">
                  <c:v>43927</c:v>
                </c:pt>
                <c:pt idx="1438">
                  <c:v>43928</c:v>
                </c:pt>
                <c:pt idx="1439">
                  <c:v>43929</c:v>
                </c:pt>
                <c:pt idx="1440">
                  <c:v>43930</c:v>
                </c:pt>
                <c:pt idx="1441">
                  <c:v>43934</c:v>
                </c:pt>
                <c:pt idx="1442">
                  <c:v>43935</c:v>
                </c:pt>
                <c:pt idx="1443">
                  <c:v>43936</c:v>
                </c:pt>
                <c:pt idx="1444">
                  <c:v>43937</c:v>
                </c:pt>
                <c:pt idx="1445">
                  <c:v>43938</c:v>
                </c:pt>
                <c:pt idx="1446">
                  <c:v>43941</c:v>
                </c:pt>
                <c:pt idx="1447">
                  <c:v>43943</c:v>
                </c:pt>
                <c:pt idx="1448">
                  <c:v>43944</c:v>
                </c:pt>
                <c:pt idx="1449">
                  <c:v>43945</c:v>
                </c:pt>
                <c:pt idx="1450">
                  <c:v>43948</c:v>
                </c:pt>
                <c:pt idx="1451">
                  <c:v>43949</c:v>
                </c:pt>
                <c:pt idx="1452">
                  <c:v>43950</c:v>
                </c:pt>
                <c:pt idx="1453">
                  <c:v>43951</c:v>
                </c:pt>
                <c:pt idx="1454">
                  <c:v>43955</c:v>
                </c:pt>
                <c:pt idx="1455">
                  <c:v>43956</c:v>
                </c:pt>
                <c:pt idx="1456">
                  <c:v>43957</c:v>
                </c:pt>
                <c:pt idx="1457">
                  <c:v>43958</c:v>
                </c:pt>
                <c:pt idx="1458">
                  <c:v>43959</c:v>
                </c:pt>
                <c:pt idx="1459">
                  <c:v>43962</c:v>
                </c:pt>
                <c:pt idx="1460">
                  <c:v>43963</c:v>
                </c:pt>
                <c:pt idx="1461">
                  <c:v>43964</c:v>
                </c:pt>
                <c:pt idx="1462">
                  <c:v>43965</c:v>
                </c:pt>
                <c:pt idx="1463">
                  <c:v>43966</c:v>
                </c:pt>
                <c:pt idx="1464">
                  <c:v>43969</c:v>
                </c:pt>
                <c:pt idx="1465">
                  <c:v>43970</c:v>
                </c:pt>
                <c:pt idx="1466">
                  <c:v>43971</c:v>
                </c:pt>
                <c:pt idx="1467">
                  <c:v>43972</c:v>
                </c:pt>
                <c:pt idx="1468">
                  <c:v>43973</c:v>
                </c:pt>
                <c:pt idx="1469">
                  <c:v>43976</c:v>
                </c:pt>
                <c:pt idx="1470">
                  <c:v>43977</c:v>
                </c:pt>
                <c:pt idx="1471">
                  <c:v>43978</c:v>
                </c:pt>
                <c:pt idx="1472">
                  <c:v>43979</c:v>
                </c:pt>
                <c:pt idx="1473">
                  <c:v>43980</c:v>
                </c:pt>
                <c:pt idx="1474">
                  <c:v>43983</c:v>
                </c:pt>
                <c:pt idx="1475">
                  <c:v>43984</c:v>
                </c:pt>
                <c:pt idx="1476">
                  <c:v>43985</c:v>
                </c:pt>
                <c:pt idx="1477">
                  <c:v>43986</c:v>
                </c:pt>
                <c:pt idx="1478">
                  <c:v>43987</c:v>
                </c:pt>
                <c:pt idx="1479">
                  <c:v>43990</c:v>
                </c:pt>
                <c:pt idx="1480">
                  <c:v>43991</c:v>
                </c:pt>
                <c:pt idx="1481">
                  <c:v>43992</c:v>
                </c:pt>
                <c:pt idx="1482">
                  <c:v>43994</c:v>
                </c:pt>
                <c:pt idx="1483">
                  <c:v>43997</c:v>
                </c:pt>
                <c:pt idx="1484">
                  <c:v>43998</c:v>
                </c:pt>
                <c:pt idx="1485">
                  <c:v>43999</c:v>
                </c:pt>
                <c:pt idx="1486">
                  <c:v>44000</c:v>
                </c:pt>
                <c:pt idx="1487">
                  <c:v>44001</c:v>
                </c:pt>
                <c:pt idx="1488">
                  <c:v>44004</c:v>
                </c:pt>
                <c:pt idx="1489">
                  <c:v>44005</c:v>
                </c:pt>
                <c:pt idx="1490">
                  <c:v>44006</c:v>
                </c:pt>
                <c:pt idx="1491">
                  <c:v>44007</c:v>
                </c:pt>
                <c:pt idx="1492">
                  <c:v>44008</c:v>
                </c:pt>
                <c:pt idx="1493">
                  <c:v>44011</c:v>
                </c:pt>
                <c:pt idx="1494">
                  <c:v>44012</c:v>
                </c:pt>
                <c:pt idx="1495">
                  <c:v>44013</c:v>
                </c:pt>
                <c:pt idx="1496">
                  <c:v>44014</c:v>
                </c:pt>
                <c:pt idx="1497">
                  <c:v>44015</c:v>
                </c:pt>
                <c:pt idx="1498">
                  <c:v>44018</c:v>
                </c:pt>
                <c:pt idx="1499">
                  <c:v>44019</c:v>
                </c:pt>
                <c:pt idx="1500">
                  <c:v>44020</c:v>
                </c:pt>
                <c:pt idx="1501">
                  <c:v>44021</c:v>
                </c:pt>
                <c:pt idx="1502">
                  <c:v>44022</c:v>
                </c:pt>
                <c:pt idx="1503">
                  <c:v>44025</c:v>
                </c:pt>
                <c:pt idx="1504">
                  <c:v>44026</c:v>
                </c:pt>
                <c:pt idx="1505">
                  <c:v>44027</c:v>
                </c:pt>
                <c:pt idx="1506">
                  <c:v>44028</c:v>
                </c:pt>
                <c:pt idx="1507">
                  <c:v>44029</c:v>
                </c:pt>
                <c:pt idx="1508">
                  <c:v>44032</c:v>
                </c:pt>
                <c:pt idx="1509">
                  <c:v>44033</c:v>
                </c:pt>
                <c:pt idx="1510">
                  <c:v>44034</c:v>
                </c:pt>
                <c:pt idx="1511">
                  <c:v>44035</c:v>
                </c:pt>
                <c:pt idx="1512">
                  <c:v>44036</c:v>
                </c:pt>
                <c:pt idx="1513">
                  <c:v>44039</c:v>
                </c:pt>
                <c:pt idx="1514">
                  <c:v>44040</c:v>
                </c:pt>
                <c:pt idx="1515">
                  <c:v>44041</c:v>
                </c:pt>
                <c:pt idx="1516">
                  <c:v>44042</c:v>
                </c:pt>
                <c:pt idx="1517">
                  <c:v>44043</c:v>
                </c:pt>
                <c:pt idx="1518">
                  <c:v>44046</c:v>
                </c:pt>
                <c:pt idx="1519">
                  <c:v>44047</c:v>
                </c:pt>
                <c:pt idx="1520">
                  <c:v>44048</c:v>
                </c:pt>
                <c:pt idx="1521">
                  <c:v>44049</c:v>
                </c:pt>
                <c:pt idx="1522">
                  <c:v>44050</c:v>
                </c:pt>
                <c:pt idx="1523">
                  <c:v>44053</c:v>
                </c:pt>
                <c:pt idx="1524">
                  <c:v>44054</c:v>
                </c:pt>
                <c:pt idx="1525">
                  <c:v>44055</c:v>
                </c:pt>
                <c:pt idx="1526">
                  <c:v>44056</c:v>
                </c:pt>
                <c:pt idx="1527">
                  <c:v>44057</c:v>
                </c:pt>
                <c:pt idx="1528">
                  <c:v>44060</c:v>
                </c:pt>
                <c:pt idx="1529">
                  <c:v>44061</c:v>
                </c:pt>
                <c:pt idx="1530">
                  <c:v>44062</c:v>
                </c:pt>
                <c:pt idx="1531">
                  <c:v>44063</c:v>
                </c:pt>
                <c:pt idx="1532">
                  <c:v>44064</c:v>
                </c:pt>
                <c:pt idx="1533">
                  <c:v>44067</c:v>
                </c:pt>
                <c:pt idx="1534">
                  <c:v>44068</c:v>
                </c:pt>
                <c:pt idx="1535">
                  <c:v>44069</c:v>
                </c:pt>
                <c:pt idx="1536">
                  <c:v>44070</c:v>
                </c:pt>
                <c:pt idx="1537">
                  <c:v>44071</c:v>
                </c:pt>
                <c:pt idx="1538">
                  <c:v>44074</c:v>
                </c:pt>
                <c:pt idx="1539">
                  <c:v>44075</c:v>
                </c:pt>
                <c:pt idx="1540">
                  <c:v>44076</c:v>
                </c:pt>
                <c:pt idx="1541">
                  <c:v>44077</c:v>
                </c:pt>
                <c:pt idx="1542">
                  <c:v>44078</c:v>
                </c:pt>
                <c:pt idx="1543">
                  <c:v>44082</c:v>
                </c:pt>
                <c:pt idx="1544">
                  <c:v>44083</c:v>
                </c:pt>
                <c:pt idx="1545">
                  <c:v>44084</c:v>
                </c:pt>
                <c:pt idx="1546">
                  <c:v>44085</c:v>
                </c:pt>
                <c:pt idx="1547">
                  <c:v>44088</c:v>
                </c:pt>
                <c:pt idx="1548">
                  <c:v>44089</c:v>
                </c:pt>
                <c:pt idx="1549">
                  <c:v>44090</c:v>
                </c:pt>
                <c:pt idx="1550">
                  <c:v>44091</c:v>
                </c:pt>
                <c:pt idx="1551">
                  <c:v>44092</c:v>
                </c:pt>
                <c:pt idx="1552">
                  <c:v>44095</c:v>
                </c:pt>
                <c:pt idx="1553">
                  <c:v>44096</c:v>
                </c:pt>
                <c:pt idx="1554">
                  <c:v>44097</c:v>
                </c:pt>
                <c:pt idx="1555">
                  <c:v>44098</c:v>
                </c:pt>
                <c:pt idx="1556">
                  <c:v>44099</c:v>
                </c:pt>
                <c:pt idx="1557">
                  <c:v>44102</c:v>
                </c:pt>
                <c:pt idx="1558">
                  <c:v>44103</c:v>
                </c:pt>
                <c:pt idx="1559">
                  <c:v>44104</c:v>
                </c:pt>
                <c:pt idx="1560">
                  <c:v>44105</c:v>
                </c:pt>
                <c:pt idx="1561">
                  <c:v>44106</c:v>
                </c:pt>
                <c:pt idx="1562">
                  <c:v>44109</c:v>
                </c:pt>
                <c:pt idx="1563">
                  <c:v>44110</c:v>
                </c:pt>
                <c:pt idx="1564">
                  <c:v>44111</c:v>
                </c:pt>
                <c:pt idx="1565">
                  <c:v>44112</c:v>
                </c:pt>
                <c:pt idx="1566">
                  <c:v>44113</c:v>
                </c:pt>
                <c:pt idx="1567">
                  <c:v>44117</c:v>
                </c:pt>
                <c:pt idx="1568">
                  <c:v>44118</c:v>
                </c:pt>
                <c:pt idx="1569">
                  <c:v>44119</c:v>
                </c:pt>
                <c:pt idx="1570">
                  <c:v>44120</c:v>
                </c:pt>
                <c:pt idx="1571">
                  <c:v>44123</c:v>
                </c:pt>
                <c:pt idx="1572">
                  <c:v>44124</c:v>
                </c:pt>
                <c:pt idx="1573">
                  <c:v>44125</c:v>
                </c:pt>
                <c:pt idx="1574">
                  <c:v>44126</c:v>
                </c:pt>
                <c:pt idx="1575">
                  <c:v>44127</c:v>
                </c:pt>
                <c:pt idx="1576">
                  <c:v>44130</c:v>
                </c:pt>
                <c:pt idx="1577">
                  <c:v>44131</c:v>
                </c:pt>
                <c:pt idx="1578">
                  <c:v>44132</c:v>
                </c:pt>
                <c:pt idx="1579">
                  <c:v>44133</c:v>
                </c:pt>
                <c:pt idx="1580">
                  <c:v>44134</c:v>
                </c:pt>
                <c:pt idx="1581">
                  <c:v>44138</c:v>
                </c:pt>
                <c:pt idx="1582">
                  <c:v>44139</c:v>
                </c:pt>
                <c:pt idx="1583">
                  <c:v>44140</c:v>
                </c:pt>
                <c:pt idx="1584">
                  <c:v>44141</c:v>
                </c:pt>
                <c:pt idx="1585">
                  <c:v>44144</c:v>
                </c:pt>
                <c:pt idx="1586">
                  <c:v>44145</c:v>
                </c:pt>
                <c:pt idx="1587">
                  <c:v>44146</c:v>
                </c:pt>
                <c:pt idx="1588">
                  <c:v>44147</c:v>
                </c:pt>
                <c:pt idx="1589">
                  <c:v>44148</c:v>
                </c:pt>
                <c:pt idx="1590">
                  <c:v>44151</c:v>
                </c:pt>
                <c:pt idx="1591">
                  <c:v>44152</c:v>
                </c:pt>
                <c:pt idx="1592">
                  <c:v>44153</c:v>
                </c:pt>
                <c:pt idx="1593">
                  <c:v>44154</c:v>
                </c:pt>
                <c:pt idx="1594">
                  <c:v>44155</c:v>
                </c:pt>
                <c:pt idx="1595">
                  <c:v>44158</c:v>
                </c:pt>
                <c:pt idx="1596">
                  <c:v>44159</c:v>
                </c:pt>
                <c:pt idx="1597">
                  <c:v>44160</c:v>
                </c:pt>
                <c:pt idx="1598">
                  <c:v>44161</c:v>
                </c:pt>
                <c:pt idx="1599">
                  <c:v>44162</c:v>
                </c:pt>
                <c:pt idx="1600">
                  <c:v>44165</c:v>
                </c:pt>
                <c:pt idx="1601">
                  <c:v>44166</c:v>
                </c:pt>
                <c:pt idx="1602">
                  <c:v>44167</c:v>
                </c:pt>
                <c:pt idx="1603">
                  <c:v>44168</c:v>
                </c:pt>
                <c:pt idx="1604">
                  <c:v>44169</c:v>
                </c:pt>
                <c:pt idx="1605">
                  <c:v>44172</c:v>
                </c:pt>
                <c:pt idx="1606">
                  <c:v>44173</c:v>
                </c:pt>
                <c:pt idx="1607">
                  <c:v>44174</c:v>
                </c:pt>
                <c:pt idx="1608">
                  <c:v>44175</c:v>
                </c:pt>
                <c:pt idx="1609">
                  <c:v>44176</c:v>
                </c:pt>
                <c:pt idx="1610">
                  <c:v>44179</c:v>
                </c:pt>
                <c:pt idx="1611">
                  <c:v>44180</c:v>
                </c:pt>
                <c:pt idx="1612">
                  <c:v>44181</c:v>
                </c:pt>
                <c:pt idx="1613">
                  <c:v>44182</c:v>
                </c:pt>
                <c:pt idx="1614">
                  <c:v>44183</c:v>
                </c:pt>
                <c:pt idx="1615">
                  <c:v>44186</c:v>
                </c:pt>
                <c:pt idx="1616">
                  <c:v>44187</c:v>
                </c:pt>
                <c:pt idx="1617">
                  <c:v>44188</c:v>
                </c:pt>
                <c:pt idx="1618">
                  <c:v>44193</c:v>
                </c:pt>
                <c:pt idx="1619">
                  <c:v>44194</c:v>
                </c:pt>
                <c:pt idx="1620">
                  <c:v>44200</c:v>
                </c:pt>
                <c:pt idx="1621">
                  <c:v>44201</c:v>
                </c:pt>
                <c:pt idx="1622">
                  <c:v>44202</c:v>
                </c:pt>
                <c:pt idx="1623">
                  <c:v>44203</c:v>
                </c:pt>
                <c:pt idx="1624">
                  <c:v>44204</c:v>
                </c:pt>
                <c:pt idx="1625">
                  <c:v>44207</c:v>
                </c:pt>
                <c:pt idx="1626">
                  <c:v>44208</c:v>
                </c:pt>
                <c:pt idx="1627">
                  <c:v>44209</c:v>
                </c:pt>
                <c:pt idx="1628">
                  <c:v>44210</c:v>
                </c:pt>
                <c:pt idx="1629">
                  <c:v>44211</c:v>
                </c:pt>
                <c:pt idx="1630">
                  <c:v>44214</c:v>
                </c:pt>
                <c:pt idx="1631">
                  <c:v>44215</c:v>
                </c:pt>
                <c:pt idx="1632">
                  <c:v>44216</c:v>
                </c:pt>
                <c:pt idx="1633">
                  <c:v>44217</c:v>
                </c:pt>
                <c:pt idx="1634">
                  <c:v>44218</c:v>
                </c:pt>
                <c:pt idx="1635">
                  <c:v>44222</c:v>
                </c:pt>
                <c:pt idx="1636">
                  <c:v>44223</c:v>
                </c:pt>
                <c:pt idx="1637">
                  <c:v>44224</c:v>
                </c:pt>
                <c:pt idx="1638">
                  <c:v>44225</c:v>
                </c:pt>
                <c:pt idx="1639">
                  <c:v>44228</c:v>
                </c:pt>
                <c:pt idx="1640">
                  <c:v>44229</c:v>
                </c:pt>
                <c:pt idx="1641">
                  <c:v>44230</c:v>
                </c:pt>
                <c:pt idx="1642">
                  <c:v>44231</c:v>
                </c:pt>
                <c:pt idx="1643">
                  <c:v>44232</c:v>
                </c:pt>
                <c:pt idx="1644">
                  <c:v>44235</c:v>
                </c:pt>
                <c:pt idx="1645">
                  <c:v>44236</c:v>
                </c:pt>
                <c:pt idx="1646">
                  <c:v>44237</c:v>
                </c:pt>
                <c:pt idx="1647">
                  <c:v>44238</c:v>
                </c:pt>
                <c:pt idx="1648">
                  <c:v>44239</c:v>
                </c:pt>
                <c:pt idx="1649">
                  <c:v>44244</c:v>
                </c:pt>
                <c:pt idx="1650">
                  <c:v>44245</c:v>
                </c:pt>
                <c:pt idx="1651">
                  <c:v>44246</c:v>
                </c:pt>
                <c:pt idx="1652">
                  <c:v>44249</c:v>
                </c:pt>
                <c:pt idx="1653">
                  <c:v>44250</c:v>
                </c:pt>
                <c:pt idx="1654">
                  <c:v>44251</c:v>
                </c:pt>
                <c:pt idx="1655">
                  <c:v>44252</c:v>
                </c:pt>
                <c:pt idx="1656">
                  <c:v>44253</c:v>
                </c:pt>
                <c:pt idx="1657">
                  <c:v>44256</c:v>
                </c:pt>
                <c:pt idx="1658">
                  <c:v>44257</c:v>
                </c:pt>
                <c:pt idx="1659">
                  <c:v>44258</c:v>
                </c:pt>
                <c:pt idx="1660">
                  <c:v>44259</c:v>
                </c:pt>
                <c:pt idx="1661">
                  <c:v>44260</c:v>
                </c:pt>
                <c:pt idx="1662">
                  <c:v>44263</c:v>
                </c:pt>
                <c:pt idx="1663">
                  <c:v>44264</c:v>
                </c:pt>
                <c:pt idx="1664">
                  <c:v>44265</c:v>
                </c:pt>
                <c:pt idx="1665">
                  <c:v>44266</c:v>
                </c:pt>
                <c:pt idx="1666">
                  <c:v>44267</c:v>
                </c:pt>
                <c:pt idx="1667">
                  <c:v>44270</c:v>
                </c:pt>
                <c:pt idx="1668">
                  <c:v>44271</c:v>
                </c:pt>
                <c:pt idx="1669">
                  <c:v>44272</c:v>
                </c:pt>
                <c:pt idx="1670">
                  <c:v>44273</c:v>
                </c:pt>
                <c:pt idx="1671">
                  <c:v>44274</c:v>
                </c:pt>
                <c:pt idx="1672">
                  <c:v>44277</c:v>
                </c:pt>
                <c:pt idx="1673">
                  <c:v>44278</c:v>
                </c:pt>
                <c:pt idx="1674">
                  <c:v>44279</c:v>
                </c:pt>
                <c:pt idx="1675">
                  <c:v>44280</c:v>
                </c:pt>
                <c:pt idx="1676">
                  <c:v>44281</c:v>
                </c:pt>
                <c:pt idx="1677">
                  <c:v>44284</c:v>
                </c:pt>
                <c:pt idx="1678">
                  <c:v>44285</c:v>
                </c:pt>
                <c:pt idx="1679">
                  <c:v>44286</c:v>
                </c:pt>
                <c:pt idx="1680">
                  <c:v>44287</c:v>
                </c:pt>
                <c:pt idx="1681">
                  <c:v>44291</c:v>
                </c:pt>
                <c:pt idx="1682">
                  <c:v>44292</c:v>
                </c:pt>
                <c:pt idx="1683">
                  <c:v>44293</c:v>
                </c:pt>
                <c:pt idx="1684">
                  <c:v>44294</c:v>
                </c:pt>
                <c:pt idx="1685">
                  <c:v>44295</c:v>
                </c:pt>
                <c:pt idx="1686">
                  <c:v>44298</c:v>
                </c:pt>
                <c:pt idx="1687">
                  <c:v>44299</c:v>
                </c:pt>
                <c:pt idx="1688">
                  <c:v>44300</c:v>
                </c:pt>
                <c:pt idx="1689">
                  <c:v>44301</c:v>
                </c:pt>
                <c:pt idx="1690">
                  <c:v>44302</c:v>
                </c:pt>
                <c:pt idx="1691">
                  <c:v>44305</c:v>
                </c:pt>
                <c:pt idx="1692">
                  <c:v>44306</c:v>
                </c:pt>
                <c:pt idx="1693">
                  <c:v>44308</c:v>
                </c:pt>
                <c:pt idx="1694">
                  <c:v>44309</c:v>
                </c:pt>
                <c:pt idx="1695">
                  <c:v>44312</c:v>
                </c:pt>
                <c:pt idx="1696">
                  <c:v>44313</c:v>
                </c:pt>
                <c:pt idx="1697">
                  <c:v>44314</c:v>
                </c:pt>
                <c:pt idx="1698">
                  <c:v>44315</c:v>
                </c:pt>
                <c:pt idx="1699">
                  <c:v>44316</c:v>
                </c:pt>
                <c:pt idx="1700">
                  <c:v>44319</c:v>
                </c:pt>
                <c:pt idx="1701">
                  <c:v>44320</c:v>
                </c:pt>
                <c:pt idx="1702">
                  <c:v>44321</c:v>
                </c:pt>
                <c:pt idx="1703">
                  <c:v>44322</c:v>
                </c:pt>
                <c:pt idx="1704">
                  <c:v>44323</c:v>
                </c:pt>
                <c:pt idx="1705">
                  <c:v>44326</c:v>
                </c:pt>
                <c:pt idx="1706">
                  <c:v>44327</c:v>
                </c:pt>
                <c:pt idx="1707">
                  <c:v>44328</c:v>
                </c:pt>
                <c:pt idx="1708">
                  <c:v>44329</c:v>
                </c:pt>
                <c:pt idx="1709">
                  <c:v>44330</c:v>
                </c:pt>
                <c:pt idx="1710">
                  <c:v>44333</c:v>
                </c:pt>
                <c:pt idx="1711">
                  <c:v>44334</c:v>
                </c:pt>
                <c:pt idx="1712">
                  <c:v>44335</c:v>
                </c:pt>
                <c:pt idx="1713">
                  <c:v>44336</c:v>
                </c:pt>
                <c:pt idx="1714">
                  <c:v>44337</c:v>
                </c:pt>
                <c:pt idx="1715">
                  <c:v>44340</c:v>
                </c:pt>
                <c:pt idx="1716">
                  <c:v>44341</c:v>
                </c:pt>
                <c:pt idx="1717">
                  <c:v>44342</c:v>
                </c:pt>
                <c:pt idx="1718">
                  <c:v>44343</c:v>
                </c:pt>
                <c:pt idx="1719">
                  <c:v>44344</c:v>
                </c:pt>
                <c:pt idx="1720">
                  <c:v>44347</c:v>
                </c:pt>
                <c:pt idx="1721">
                  <c:v>44348</c:v>
                </c:pt>
                <c:pt idx="1722">
                  <c:v>44349</c:v>
                </c:pt>
                <c:pt idx="1723">
                  <c:v>44351</c:v>
                </c:pt>
                <c:pt idx="1724">
                  <c:v>44354</c:v>
                </c:pt>
                <c:pt idx="1725">
                  <c:v>44355</c:v>
                </c:pt>
                <c:pt idx="1726">
                  <c:v>44356</c:v>
                </c:pt>
                <c:pt idx="1727">
                  <c:v>44357</c:v>
                </c:pt>
                <c:pt idx="1728">
                  <c:v>44358</c:v>
                </c:pt>
                <c:pt idx="1729">
                  <c:v>44361</c:v>
                </c:pt>
                <c:pt idx="1730">
                  <c:v>44362</c:v>
                </c:pt>
                <c:pt idx="1731">
                  <c:v>44363</c:v>
                </c:pt>
                <c:pt idx="1732">
                  <c:v>44364</c:v>
                </c:pt>
                <c:pt idx="1733">
                  <c:v>44365</c:v>
                </c:pt>
                <c:pt idx="1734">
                  <c:v>44368</c:v>
                </c:pt>
                <c:pt idx="1735">
                  <c:v>44369</c:v>
                </c:pt>
                <c:pt idx="1736">
                  <c:v>44370</c:v>
                </c:pt>
                <c:pt idx="1737">
                  <c:v>44371</c:v>
                </c:pt>
                <c:pt idx="1738">
                  <c:v>44372</c:v>
                </c:pt>
                <c:pt idx="1739">
                  <c:v>44375</c:v>
                </c:pt>
                <c:pt idx="1740">
                  <c:v>44376</c:v>
                </c:pt>
                <c:pt idx="1741">
                  <c:v>44377</c:v>
                </c:pt>
                <c:pt idx="1742">
                  <c:v>44378</c:v>
                </c:pt>
                <c:pt idx="1743">
                  <c:v>44379</c:v>
                </c:pt>
                <c:pt idx="1744">
                  <c:v>44382</c:v>
                </c:pt>
                <c:pt idx="1745">
                  <c:v>44383</c:v>
                </c:pt>
                <c:pt idx="1746">
                  <c:v>44384</c:v>
                </c:pt>
                <c:pt idx="1747">
                  <c:v>44385</c:v>
                </c:pt>
                <c:pt idx="1748">
                  <c:v>44389</c:v>
                </c:pt>
                <c:pt idx="1749">
                  <c:v>44390</c:v>
                </c:pt>
                <c:pt idx="1750">
                  <c:v>44391</c:v>
                </c:pt>
                <c:pt idx="1751">
                  <c:v>44392</c:v>
                </c:pt>
                <c:pt idx="1752">
                  <c:v>44393</c:v>
                </c:pt>
                <c:pt idx="1753">
                  <c:v>44396</c:v>
                </c:pt>
                <c:pt idx="1754">
                  <c:v>44397</c:v>
                </c:pt>
                <c:pt idx="1755">
                  <c:v>44398</c:v>
                </c:pt>
                <c:pt idx="1756">
                  <c:v>44399</c:v>
                </c:pt>
                <c:pt idx="1757">
                  <c:v>44400</c:v>
                </c:pt>
                <c:pt idx="1758">
                  <c:v>44403</c:v>
                </c:pt>
                <c:pt idx="1759">
                  <c:v>44404</c:v>
                </c:pt>
                <c:pt idx="1760">
                  <c:v>44405</c:v>
                </c:pt>
                <c:pt idx="1761">
                  <c:v>44406</c:v>
                </c:pt>
                <c:pt idx="1762">
                  <c:v>44407</c:v>
                </c:pt>
                <c:pt idx="1763">
                  <c:v>44410</c:v>
                </c:pt>
                <c:pt idx="1764">
                  <c:v>44411</c:v>
                </c:pt>
                <c:pt idx="1765">
                  <c:v>44412</c:v>
                </c:pt>
                <c:pt idx="1766">
                  <c:v>44413</c:v>
                </c:pt>
                <c:pt idx="1767">
                  <c:v>44414</c:v>
                </c:pt>
                <c:pt idx="1768">
                  <c:v>44417</c:v>
                </c:pt>
                <c:pt idx="1769">
                  <c:v>44418</c:v>
                </c:pt>
                <c:pt idx="1770">
                  <c:v>44419</c:v>
                </c:pt>
                <c:pt idx="1771">
                  <c:v>44420</c:v>
                </c:pt>
                <c:pt idx="1772">
                  <c:v>44421</c:v>
                </c:pt>
                <c:pt idx="1773">
                  <c:v>44424</c:v>
                </c:pt>
                <c:pt idx="1774">
                  <c:v>44425</c:v>
                </c:pt>
                <c:pt idx="1775">
                  <c:v>44426</c:v>
                </c:pt>
                <c:pt idx="1776">
                  <c:v>44427</c:v>
                </c:pt>
                <c:pt idx="1777">
                  <c:v>44428</c:v>
                </c:pt>
                <c:pt idx="1778">
                  <c:v>44431</c:v>
                </c:pt>
                <c:pt idx="1779">
                  <c:v>44432</c:v>
                </c:pt>
                <c:pt idx="1780">
                  <c:v>44433</c:v>
                </c:pt>
                <c:pt idx="1781">
                  <c:v>44434</c:v>
                </c:pt>
                <c:pt idx="1782">
                  <c:v>44435</c:v>
                </c:pt>
                <c:pt idx="1783">
                  <c:v>44438</c:v>
                </c:pt>
                <c:pt idx="1784">
                  <c:v>44439</c:v>
                </c:pt>
                <c:pt idx="1785">
                  <c:v>44440</c:v>
                </c:pt>
                <c:pt idx="1786">
                  <c:v>44441</c:v>
                </c:pt>
                <c:pt idx="1787">
                  <c:v>44442</c:v>
                </c:pt>
                <c:pt idx="1788">
                  <c:v>44445</c:v>
                </c:pt>
                <c:pt idx="1789">
                  <c:v>44447</c:v>
                </c:pt>
                <c:pt idx="1790">
                  <c:v>44448</c:v>
                </c:pt>
                <c:pt idx="1791">
                  <c:v>44449</c:v>
                </c:pt>
                <c:pt idx="1792">
                  <c:v>44452</c:v>
                </c:pt>
                <c:pt idx="1793">
                  <c:v>44453</c:v>
                </c:pt>
                <c:pt idx="1794">
                  <c:v>44454</c:v>
                </c:pt>
                <c:pt idx="1795">
                  <c:v>44455</c:v>
                </c:pt>
                <c:pt idx="1796">
                  <c:v>44456</c:v>
                </c:pt>
                <c:pt idx="1797">
                  <c:v>44459</c:v>
                </c:pt>
                <c:pt idx="1798">
                  <c:v>44460</c:v>
                </c:pt>
                <c:pt idx="1799">
                  <c:v>44461</c:v>
                </c:pt>
                <c:pt idx="1800">
                  <c:v>44462</c:v>
                </c:pt>
                <c:pt idx="1801">
                  <c:v>44463</c:v>
                </c:pt>
                <c:pt idx="1802">
                  <c:v>44466</c:v>
                </c:pt>
                <c:pt idx="1803">
                  <c:v>44467</c:v>
                </c:pt>
                <c:pt idx="1804">
                  <c:v>44468</c:v>
                </c:pt>
                <c:pt idx="1805">
                  <c:v>44469</c:v>
                </c:pt>
                <c:pt idx="1806">
                  <c:v>44470</c:v>
                </c:pt>
                <c:pt idx="1807">
                  <c:v>44473</c:v>
                </c:pt>
                <c:pt idx="1808">
                  <c:v>44474</c:v>
                </c:pt>
                <c:pt idx="1809">
                  <c:v>44475</c:v>
                </c:pt>
                <c:pt idx="1810">
                  <c:v>44476</c:v>
                </c:pt>
                <c:pt idx="1811">
                  <c:v>44477</c:v>
                </c:pt>
                <c:pt idx="1812">
                  <c:v>44480</c:v>
                </c:pt>
                <c:pt idx="1813">
                  <c:v>44482</c:v>
                </c:pt>
                <c:pt idx="1814">
                  <c:v>44483</c:v>
                </c:pt>
                <c:pt idx="1815">
                  <c:v>44484</c:v>
                </c:pt>
                <c:pt idx="1816">
                  <c:v>44487</c:v>
                </c:pt>
                <c:pt idx="1817">
                  <c:v>44488</c:v>
                </c:pt>
                <c:pt idx="1818">
                  <c:v>44489</c:v>
                </c:pt>
                <c:pt idx="1819">
                  <c:v>44490</c:v>
                </c:pt>
                <c:pt idx="1820">
                  <c:v>44491</c:v>
                </c:pt>
                <c:pt idx="1821">
                  <c:v>44494</c:v>
                </c:pt>
                <c:pt idx="1822">
                  <c:v>44495</c:v>
                </c:pt>
                <c:pt idx="1823">
                  <c:v>44496</c:v>
                </c:pt>
                <c:pt idx="1824">
                  <c:v>44497</c:v>
                </c:pt>
                <c:pt idx="1825">
                  <c:v>44498</c:v>
                </c:pt>
                <c:pt idx="1826">
                  <c:v>44501</c:v>
                </c:pt>
                <c:pt idx="1827">
                  <c:v>44503</c:v>
                </c:pt>
                <c:pt idx="1828">
                  <c:v>44504</c:v>
                </c:pt>
                <c:pt idx="1829">
                  <c:v>44505</c:v>
                </c:pt>
                <c:pt idx="1830">
                  <c:v>44508</c:v>
                </c:pt>
                <c:pt idx="1831">
                  <c:v>44509</c:v>
                </c:pt>
                <c:pt idx="1832">
                  <c:v>44510</c:v>
                </c:pt>
                <c:pt idx="1833">
                  <c:v>44511</c:v>
                </c:pt>
                <c:pt idx="1834">
                  <c:v>44512</c:v>
                </c:pt>
                <c:pt idx="1835">
                  <c:v>44516</c:v>
                </c:pt>
                <c:pt idx="1836">
                  <c:v>44517</c:v>
                </c:pt>
                <c:pt idx="1837">
                  <c:v>44518</c:v>
                </c:pt>
                <c:pt idx="1838">
                  <c:v>44519</c:v>
                </c:pt>
                <c:pt idx="1839">
                  <c:v>44522</c:v>
                </c:pt>
                <c:pt idx="1840">
                  <c:v>44523</c:v>
                </c:pt>
                <c:pt idx="1841">
                  <c:v>44524</c:v>
                </c:pt>
                <c:pt idx="1842">
                  <c:v>44525</c:v>
                </c:pt>
                <c:pt idx="1843">
                  <c:v>44526</c:v>
                </c:pt>
                <c:pt idx="1844">
                  <c:v>44529</c:v>
                </c:pt>
                <c:pt idx="1845">
                  <c:v>44530</c:v>
                </c:pt>
                <c:pt idx="1846">
                  <c:v>44531</c:v>
                </c:pt>
                <c:pt idx="1847">
                  <c:v>44532</c:v>
                </c:pt>
                <c:pt idx="1848">
                  <c:v>44533</c:v>
                </c:pt>
                <c:pt idx="1849">
                  <c:v>44536</c:v>
                </c:pt>
                <c:pt idx="1850">
                  <c:v>44537</c:v>
                </c:pt>
                <c:pt idx="1851">
                  <c:v>44538</c:v>
                </c:pt>
                <c:pt idx="1852">
                  <c:v>44539</c:v>
                </c:pt>
                <c:pt idx="1853">
                  <c:v>44540</c:v>
                </c:pt>
                <c:pt idx="1854">
                  <c:v>44543</c:v>
                </c:pt>
                <c:pt idx="1855">
                  <c:v>44544</c:v>
                </c:pt>
                <c:pt idx="1856">
                  <c:v>44545</c:v>
                </c:pt>
                <c:pt idx="1857">
                  <c:v>44546</c:v>
                </c:pt>
                <c:pt idx="1858">
                  <c:v>44547</c:v>
                </c:pt>
                <c:pt idx="1859">
                  <c:v>44550</c:v>
                </c:pt>
                <c:pt idx="1860">
                  <c:v>44551</c:v>
                </c:pt>
                <c:pt idx="1861">
                  <c:v>44552</c:v>
                </c:pt>
                <c:pt idx="1862">
                  <c:v>44553</c:v>
                </c:pt>
                <c:pt idx="1863">
                  <c:v>44557</c:v>
                </c:pt>
                <c:pt idx="1864">
                  <c:v>44558</c:v>
                </c:pt>
                <c:pt idx="1865">
                  <c:v>44559</c:v>
                </c:pt>
                <c:pt idx="1866">
                  <c:v>44560</c:v>
                </c:pt>
                <c:pt idx="1867">
                  <c:v>44564</c:v>
                </c:pt>
                <c:pt idx="1868">
                  <c:v>44565</c:v>
                </c:pt>
                <c:pt idx="1869">
                  <c:v>44566</c:v>
                </c:pt>
                <c:pt idx="1870">
                  <c:v>44567</c:v>
                </c:pt>
                <c:pt idx="1871">
                  <c:v>44568</c:v>
                </c:pt>
                <c:pt idx="1872">
                  <c:v>44571</c:v>
                </c:pt>
                <c:pt idx="1873">
                  <c:v>44572</c:v>
                </c:pt>
                <c:pt idx="1874">
                  <c:v>44573</c:v>
                </c:pt>
                <c:pt idx="1875">
                  <c:v>44574</c:v>
                </c:pt>
                <c:pt idx="1876">
                  <c:v>44575</c:v>
                </c:pt>
                <c:pt idx="1877">
                  <c:v>44578</c:v>
                </c:pt>
                <c:pt idx="1878">
                  <c:v>44579</c:v>
                </c:pt>
                <c:pt idx="1879">
                  <c:v>44580</c:v>
                </c:pt>
                <c:pt idx="1880">
                  <c:v>44581</c:v>
                </c:pt>
                <c:pt idx="1881">
                  <c:v>44582</c:v>
                </c:pt>
                <c:pt idx="1882">
                  <c:v>44585</c:v>
                </c:pt>
                <c:pt idx="1883">
                  <c:v>44586</c:v>
                </c:pt>
                <c:pt idx="1884">
                  <c:v>44587</c:v>
                </c:pt>
                <c:pt idx="1885">
                  <c:v>44588</c:v>
                </c:pt>
                <c:pt idx="1886">
                  <c:v>44589</c:v>
                </c:pt>
                <c:pt idx="1887">
                  <c:v>44592</c:v>
                </c:pt>
                <c:pt idx="1888">
                  <c:v>44593</c:v>
                </c:pt>
                <c:pt idx="1889">
                  <c:v>44594</c:v>
                </c:pt>
                <c:pt idx="1890">
                  <c:v>44595</c:v>
                </c:pt>
                <c:pt idx="1891">
                  <c:v>44596</c:v>
                </c:pt>
                <c:pt idx="1892">
                  <c:v>44599</c:v>
                </c:pt>
                <c:pt idx="1893">
                  <c:v>44600</c:v>
                </c:pt>
                <c:pt idx="1894">
                  <c:v>44601</c:v>
                </c:pt>
                <c:pt idx="1895">
                  <c:v>44602</c:v>
                </c:pt>
                <c:pt idx="1896">
                  <c:v>44603</c:v>
                </c:pt>
                <c:pt idx="1897">
                  <c:v>44606</c:v>
                </c:pt>
                <c:pt idx="1898">
                  <c:v>44607</c:v>
                </c:pt>
                <c:pt idx="1899">
                  <c:v>44608</c:v>
                </c:pt>
                <c:pt idx="1900">
                  <c:v>44609</c:v>
                </c:pt>
                <c:pt idx="1901">
                  <c:v>44610</c:v>
                </c:pt>
                <c:pt idx="1902">
                  <c:v>44613</c:v>
                </c:pt>
                <c:pt idx="1903">
                  <c:v>44614</c:v>
                </c:pt>
                <c:pt idx="1904">
                  <c:v>44615</c:v>
                </c:pt>
                <c:pt idx="1905">
                  <c:v>44616</c:v>
                </c:pt>
                <c:pt idx="1906">
                  <c:v>44617</c:v>
                </c:pt>
                <c:pt idx="1907">
                  <c:v>44622</c:v>
                </c:pt>
                <c:pt idx="1908">
                  <c:v>44623</c:v>
                </c:pt>
                <c:pt idx="1909">
                  <c:v>44624</c:v>
                </c:pt>
                <c:pt idx="1910">
                  <c:v>44627</c:v>
                </c:pt>
                <c:pt idx="1911">
                  <c:v>44628</c:v>
                </c:pt>
                <c:pt idx="1912">
                  <c:v>44629</c:v>
                </c:pt>
                <c:pt idx="1913">
                  <c:v>44630</c:v>
                </c:pt>
                <c:pt idx="1914">
                  <c:v>44631</c:v>
                </c:pt>
                <c:pt idx="1915">
                  <c:v>44634</c:v>
                </c:pt>
                <c:pt idx="1916">
                  <c:v>44635</c:v>
                </c:pt>
                <c:pt idx="1917">
                  <c:v>44636</c:v>
                </c:pt>
                <c:pt idx="1918">
                  <c:v>44637</c:v>
                </c:pt>
                <c:pt idx="1919">
                  <c:v>44638</c:v>
                </c:pt>
                <c:pt idx="1920">
                  <c:v>44641</c:v>
                </c:pt>
                <c:pt idx="1921">
                  <c:v>44642</c:v>
                </c:pt>
                <c:pt idx="1922">
                  <c:v>44643</c:v>
                </c:pt>
                <c:pt idx="1923">
                  <c:v>44644</c:v>
                </c:pt>
                <c:pt idx="1924">
                  <c:v>44645</c:v>
                </c:pt>
                <c:pt idx="1925">
                  <c:v>44648</c:v>
                </c:pt>
                <c:pt idx="1926">
                  <c:v>44649</c:v>
                </c:pt>
                <c:pt idx="1927">
                  <c:v>44650</c:v>
                </c:pt>
                <c:pt idx="1928">
                  <c:v>44651</c:v>
                </c:pt>
                <c:pt idx="1929">
                  <c:v>44652</c:v>
                </c:pt>
                <c:pt idx="1930">
                  <c:v>44655</c:v>
                </c:pt>
                <c:pt idx="1931">
                  <c:v>44656</c:v>
                </c:pt>
                <c:pt idx="1932">
                  <c:v>44657</c:v>
                </c:pt>
                <c:pt idx="1933">
                  <c:v>44658</c:v>
                </c:pt>
                <c:pt idx="1934">
                  <c:v>44659</c:v>
                </c:pt>
                <c:pt idx="1935">
                  <c:v>44662</c:v>
                </c:pt>
                <c:pt idx="1936">
                  <c:v>44663</c:v>
                </c:pt>
                <c:pt idx="1937">
                  <c:v>44664</c:v>
                </c:pt>
                <c:pt idx="1938">
                  <c:v>44665</c:v>
                </c:pt>
                <c:pt idx="1939">
                  <c:v>44669</c:v>
                </c:pt>
                <c:pt idx="1940">
                  <c:v>44670</c:v>
                </c:pt>
                <c:pt idx="1941">
                  <c:v>44671</c:v>
                </c:pt>
                <c:pt idx="1942">
                  <c:v>44673</c:v>
                </c:pt>
                <c:pt idx="1943">
                  <c:v>44676</c:v>
                </c:pt>
                <c:pt idx="1944">
                  <c:v>44677</c:v>
                </c:pt>
                <c:pt idx="1945">
                  <c:v>44678</c:v>
                </c:pt>
                <c:pt idx="1946">
                  <c:v>44679</c:v>
                </c:pt>
                <c:pt idx="1947">
                  <c:v>44680</c:v>
                </c:pt>
                <c:pt idx="1948">
                  <c:v>44683</c:v>
                </c:pt>
                <c:pt idx="1949">
                  <c:v>44684</c:v>
                </c:pt>
                <c:pt idx="1950">
                  <c:v>44685</c:v>
                </c:pt>
                <c:pt idx="1951">
                  <c:v>44686</c:v>
                </c:pt>
                <c:pt idx="1952">
                  <c:v>44687</c:v>
                </c:pt>
                <c:pt idx="1953">
                  <c:v>44690</c:v>
                </c:pt>
                <c:pt idx="1954">
                  <c:v>44691</c:v>
                </c:pt>
                <c:pt idx="1955">
                  <c:v>44692</c:v>
                </c:pt>
                <c:pt idx="1956">
                  <c:v>44693</c:v>
                </c:pt>
                <c:pt idx="1957">
                  <c:v>44694</c:v>
                </c:pt>
                <c:pt idx="1958">
                  <c:v>44697</c:v>
                </c:pt>
                <c:pt idx="1959">
                  <c:v>44698</c:v>
                </c:pt>
                <c:pt idx="1960">
                  <c:v>44699</c:v>
                </c:pt>
                <c:pt idx="1961">
                  <c:v>44700</c:v>
                </c:pt>
                <c:pt idx="1962">
                  <c:v>44701</c:v>
                </c:pt>
                <c:pt idx="1963">
                  <c:v>44704</c:v>
                </c:pt>
                <c:pt idx="1964">
                  <c:v>44705</c:v>
                </c:pt>
                <c:pt idx="1965">
                  <c:v>44706</c:v>
                </c:pt>
                <c:pt idx="1966">
                  <c:v>44707</c:v>
                </c:pt>
                <c:pt idx="1967">
                  <c:v>44708</c:v>
                </c:pt>
                <c:pt idx="1968">
                  <c:v>44711</c:v>
                </c:pt>
                <c:pt idx="1969">
                  <c:v>44712</c:v>
                </c:pt>
                <c:pt idx="1970">
                  <c:v>44713</c:v>
                </c:pt>
                <c:pt idx="1971">
                  <c:v>44714</c:v>
                </c:pt>
                <c:pt idx="1972">
                  <c:v>44715</c:v>
                </c:pt>
                <c:pt idx="1973">
                  <c:v>44718</c:v>
                </c:pt>
                <c:pt idx="1974">
                  <c:v>44719</c:v>
                </c:pt>
                <c:pt idx="1975">
                  <c:v>44720</c:v>
                </c:pt>
                <c:pt idx="1976">
                  <c:v>44721</c:v>
                </c:pt>
                <c:pt idx="1977">
                  <c:v>44722</c:v>
                </c:pt>
                <c:pt idx="1978">
                  <c:v>44725</c:v>
                </c:pt>
                <c:pt idx="1979">
                  <c:v>44726</c:v>
                </c:pt>
                <c:pt idx="1980">
                  <c:v>44727</c:v>
                </c:pt>
                <c:pt idx="1981">
                  <c:v>44729</c:v>
                </c:pt>
                <c:pt idx="1982">
                  <c:v>44732</c:v>
                </c:pt>
                <c:pt idx="1983">
                  <c:v>44733</c:v>
                </c:pt>
                <c:pt idx="1984">
                  <c:v>44734</c:v>
                </c:pt>
                <c:pt idx="1985">
                  <c:v>44735</c:v>
                </c:pt>
                <c:pt idx="1986">
                  <c:v>44736</c:v>
                </c:pt>
                <c:pt idx="1987">
                  <c:v>44739</c:v>
                </c:pt>
                <c:pt idx="1988">
                  <c:v>44740</c:v>
                </c:pt>
                <c:pt idx="1989">
                  <c:v>44741</c:v>
                </c:pt>
                <c:pt idx="1990">
                  <c:v>44742</c:v>
                </c:pt>
                <c:pt idx="1991">
                  <c:v>44743</c:v>
                </c:pt>
                <c:pt idx="1992">
                  <c:v>44746</c:v>
                </c:pt>
                <c:pt idx="1993">
                  <c:v>44747</c:v>
                </c:pt>
                <c:pt idx="1994">
                  <c:v>44748</c:v>
                </c:pt>
                <c:pt idx="1995">
                  <c:v>44749</c:v>
                </c:pt>
                <c:pt idx="1996">
                  <c:v>44750</c:v>
                </c:pt>
                <c:pt idx="1997">
                  <c:v>44753</c:v>
                </c:pt>
                <c:pt idx="1998">
                  <c:v>44754</c:v>
                </c:pt>
                <c:pt idx="1999">
                  <c:v>44755</c:v>
                </c:pt>
                <c:pt idx="2000">
                  <c:v>44756</c:v>
                </c:pt>
                <c:pt idx="2001">
                  <c:v>44757</c:v>
                </c:pt>
                <c:pt idx="2002">
                  <c:v>44760</c:v>
                </c:pt>
                <c:pt idx="2003">
                  <c:v>44761</c:v>
                </c:pt>
                <c:pt idx="2004">
                  <c:v>44762</c:v>
                </c:pt>
                <c:pt idx="2005">
                  <c:v>44763</c:v>
                </c:pt>
                <c:pt idx="2006">
                  <c:v>44764</c:v>
                </c:pt>
                <c:pt idx="2007">
                  <c:v>44767</c:v>
                </c:pt>
                <c:pt idx="2008">
                  <c:v>44768</c:v>
                </c:pt>
                <c:pt idx="2009">
                  <c:v>44769</c:v>
                </c:pt>
                <c:pt idx="2010">
                  <c:v>44770</c:v>
                </c:pt>
                <c:pt idx="2011">
                  <c:v>44771</c:v>
                </c:pt>
                <c:pt idx="2012">
                  <c:v>44774</c:v>
                </c:pt>
                <c:pt idx="2013">
                  <c:v>44775</c:v>
                </c:pt>
                <c:pt idx="2014">
                  <c:v>44776</c:v>
                </c:pt>
                <c:pt idx="2015">
                  <c:v>44777</c:v>
                </c:pt>
                <c:pt idx="2016">
                  <c:v>44778</c:v>
                </c:pt>
                <c:pt idx="2017">
                  <c:v>44781</c:v>
                </c:pt>
                <c:pt idx="2018">
                  <c:v>44782</c:v>
                </c:pt>
                <c:pt idx="2019">
                  <c:v>44783</c:v>
                </c:pt>
                <c:pt idx="2020">
                  <c:v>44784</c:v>
                </c:pt>
                <c:pt idx="2021">
                  <c:v>44785</c:v>
                </c:pt>
                <c:pt idx="2022">
                  <c:v>44788</c:v>
                </c:pt>
                <c:pt idx="2023">
                  <c:v>44789</c:v>
                </c:pt>
                <c:pt idx="2024">
                  <c:v>44790</c:v>
                </c:pt>
                <c:pt idx="2025">
                  <c:v>44791</c:v>
                </c:pt>
                <c:pt idx="2026">
                  <c:v>44792</c:v>
                </c:pt>
                <c:pt idx="2027">
                  <c:v>44795</c:v>
                </c:pt>
                <c:pt idx="2028">
                  <c:v>44796</c:v>
                </c:pt>
                <c:pt idx="2029">
                  <c:v>44797</c:v>
                </c:pt>
                <c:pt idx="2030">
                  <c:v>44798</c:v>
                </c:pt>
                <c:pt idx="2031">
                  <c:v>44799</c:v>
                </c:pt>
                <c:pt idx="2032">
                  <c:v>44802</c:v>
                </c:pt>
                <c:pt idx="2033">
                  <c:v>44803</c:v>
                </c:pt>
                <c:pt idx="2034">
                  <c:v>44804</c:v>
                </c:pt>
                <c:pt idx="2035">
                  <c:v>44805</c:v>
                </c:pt>
                <c:pt idx="2036">
                  <c:v>44806</c:v>
                </c:pt>
                <c:pt idx="2037">
                  <c:v>44809</c:v>
                </c:pt>
                <c:pt idx="2038">
                  <c:v>44810</c:v>
                </c:pt>
                <c:pt idx="2039">
                  <c:v>44812</c:v>
                </c:pt>
                <c:pt idx="2040">
                  <c:v>44813</c:v>
                </c:pt>
                <c:pt idx="2041">
                  <c:v>44816</c:v>
                </c:pt>
                <c:pt idx="2042">
                  <c:v>44817</c:v>
                </c:pt>
                <c:pt idx="2043">
                  <c:v>44818</c:v>
                </c:pt>
                <c:pt idx="2044">
                  <c:v>44819</c:v>
                </c:pt>
                <c:pt idx="2045">
                  <c:v>44820</c:v>
                </c:pt>
                <c:pt idx="2046">
                  <c:v>44823</c:v>
                </c:pt>
                <c:pt idx="2047">
                  <c:v>44824</c:v>
                </c:pt>
                <c:pt idx="2048">
                  <c:v>44825</c:v>
                </c:pt>
                <c:pt idx="2049">
                  <c:v>44826</c:v>
                </c:pt>
                <c:pt idx="2050">
                  <c:v>44827</c:v>
                </c:pt>
                <c:pt idx="2051">
                  <c:v>44830</c:v>
                </c:pt>
                <c:pt idx="2052">
                  <c:v>44831</c:v>
                </c:pt>
                <c:pt idx="2053">
                  <c:v>44832</c:v>
                </c:pt>
                <c:pt idx="2054">
                  <c:v>44833</c:v>
                </c:pt>
                <c:pt idx="2055">
                  <c:v>44834</c:v>
                </c:pt>
                <c:pt idx="2056">
                  <c:v>44837</c:v>
                </c:pt>
                <c:pt idx="2057">
                  <c:v>44838</c:v>
                </c:pt>
                <c:pt idx="2058">
                  <c:v>44839</c:v>
                </c:pt>
                <c:pt idx="2059">
                  <c:v>44840</c:v>
                </c:pt>
                <c:pt idx="2060">
                  <c:v>44841</c:v>
                </c:pt>
                <c:pt idx="2061">
                  <c:v>44844</c:v>
                </c:pt>
                <c:pt idx="2062">
                  <c:v>44845</c:v>
                </c:pt>
                <c:pt idx="2063">
                  <c:v>44847</c:v>
                </c:pt>
                <c:pt idx="2064">
                  <c:v>44848</c:v>
                </c:pt>
                <c:pt idx="2065">
                  <c:v>44851</c:v>
                </c:pt>
                <c:pt idx="2066">
                  <c:v>44852</c:v>
                </c:pt>
                <c:pt idx="2067">
                  <c:v>44853</c:v>
                </c:pt>
                <c:pt idx="2068">
                  <c:v>44854</c:v>
                </c:pt>
                <c:pt idx="2069">
                  <c:v>44855</c:v>
                </c:pt>
                <c:pt idx="2070">
                  <c:v>44858</c:v>
                </c:pt>
                <c:pt idx="2071">
                  <c:v>44859</c:v>
                </c:pt>
                <c:pt idx="2072">
                  <c:v>44860</c:v>
                </c:pt>
                <c:pt idx="2073">
                  <c:v>44861</c:v>
                </c:pt>
                <c:pt idx="2074">
                  <c:v>44862</c:v>
                </c:pt>
                <c:pt idx="2075">
                  <c:v>44865</c:v>
                </c:pt>
                <c:pt idx="2076">
                  <c:v>44866</c:v>
                </c:pt>
                <c:pt idx="2077">
                  <c:v>44868</c:v>
                </c:pt>
                <c:pt idx="2078">
                  <c:v>44869</c:v>
                </c:pt>
                <c:pt idx="2079">
                  <c:v>44872</c:v>
                </c:pt>
                <c:pt idx="2080">
                  <c:v>44873</c:v>
                </c:pt>
                <c:pt idx="2081">
                  <c:v>44874</c:v>
                </c:pt>
                <c:pt idx="2082">
                  <c:v>44875</c:v>
                </c:pt>
                <c:pt idx="2083">
                  <c:v>44876</c:v>
                </c:pt>
                <c:pt idx="2084">
                  <c:v>44879</c:v>
                </c:pt>
                <c:pt idx="2085">
                  <c:v>44881</c:v>
                </c:pt>
                <c:pt idx="2086">
                  <c:v>44882</c:v>
                </c:pt>
                <c:pt idx="2087">
                  <c:v>44883</c:v>
                </c:pt>
                <c:pt idx="2088">
                  <c:v>44886</c:v>
                </c:pt>
                <c:pt idx="2089">
                  <c:v>44887</c:v>
                </c:pt>
                <c:pt idx="2090">
                  <c:v>44888</c:v>
                </c:pt>
                <c:pt idx="2091">
                  <c:v>44889</c:v>
                </c:pt>
                <c:pt idx="2092">
                  <c:v>44890</c:v>
                </c:pt>
                <c:pt idx="2093">
                  <c:v>44893</c:v>
                </c:pt>
                <c:pt idx="2094">
                  <c:v>44894</c:v>
                </c:pt>
                <c:pt idx="2095">
                  <c:v>44895</c:v>
                </c:pt>
                <c:pt idx="2096">
                  <c:v>44896</c:v>
                </c:pt>
                <c:pt idx="2097">
                  <c:v>44897</c:v>
                </c:pt>
                <c:pt idx="2098">
                  <c:v>44900</c:v>
                </c:pt>
                <c:pt idx="2099">
                  <c:v>44901</c:v>
                </c:pt>
                <c:pt idx="2100">
                  <c:v>44902</c:v>
                </c:pt>
                <c:pt idx="2101">
                  <c:v>44903</c:v>
                </c:pt>
                <c:pt idx="2102">
                  <c:v>44904</c:v>
                </c:pt>
                <c:pt idx="2103">
                  <c:v>44907</c:v>
                </c:pt>
                <c:pt idx="2104">
                  <c:v>44908</c:v>
                </c:pt>
                <c:pt idx="2105">
                  <c:v>44909</c:v>
                </c:pt>
                <c:pt idx="2106">
                  <c:v>44910</c:v>
                </c:pt>
                <c:pt idx="2107">
                  <c:v>44911</c:v>
                </c:pt>
                <c:pt idx="2108">
                  <c:v>44914</c:v>
                </c:pt>
                <c:pt idx="2109">
                  <c:v>44915</c:v>
                </c:pt>
                <c:pt idx="2110">
                  <c:v>44916</c:v>
                </c:pt>
                <c:pt idx="2111">
                  <c:v>44917</c:v>
                </c:pt>
                <c:pt idx="2112">
                  <c:v>44918</c:v>
                </c:pt>
                <c:pt idx="2113">
                  <c:v>44921</c:v>
                </c:pt>
                <c:pt idx="2114">
                  <c:v>44922</c:v>
                </c:pt>
                <c:pt idx="2115">
                  <c:v>44923</c:v>
                </c:pt>
                <c:pt idx="2116">
                  <c:v>44924</c:v>
                </c:pt>
                <c:pt idx="2117">
                  <c:v>44928</c:v>
                </c:pt>
                <c:pt idx="2118">
                  <c:v>44929</c:v>
                </c:pt>
                <c:pt idx="2119">
                  <c:v>44930</c:v>
                </c:pt>
                <c:pt idx="2120">
                  <c:v>44931</c:v>
                </c:pt>
                <c:pt idx="2121">
                  <c:v>44932</c:v>
                </c:pt>
                <c:pt idx="2122">
                  <c:v>44935</c:v>
                </c:pt>
                <c:pt idx="2123">
                  <c:v>44936</c:v>
                </c:pt>
                <c:pt idx="2124">
                  <c:v>44937</c:v>
                </c:pt>
                <c:pt idx="2125">
                  <c:v>44938</c:v>
                </c:pt>
                <c:pt idx="2126">
                  <c:v>44939</c:v>
                </c:pt>
                <c:pt idx="2127">
                  <c:v>44942</c:v>
                </c:pt>
                <c:pt idx="2128">
                  <c:v>44943</c:v>
                </c:pt>
                <c:pt idx="2129">
                  <c:v>44944</c:v>
                </c:pt>
                <c:pt idx="2130">
                  <c:v>44945</c:v>
                </c:pt>
                <c:pt idx="2131">
                  <c:v>44946</c:v>
                </c:pt>
                <c:pt idx="2132">
                  <c:v>44949</c:v>
                </c:pt>
                <c:pt idx="2133">
                  <c:v>44950</c:v>
                </c:pt>
                <c:pt idx="2134">
                  <c:v>44951</c:v>
                </c:pt>
                <c:pt idx="2135">
                  <c:v>44952</c:v>
                </c:pt>
                <c:pt idx="2136">
                  <c:v>44953</c:v>
                </c:pt>
                <c:pt idx="2137">
                  <c:v>44956</c:v>
                </c:pt>
                <c:pt idx="2138">
                  <c:v>44957</c:v>
                </c:pt>
                <c:pt idx="2139">
                  <c:v>44958</c:v>
                </c:pt>
                <c:pt idx="2140">
                  <c:v>44959</c:v>
                </c:pt>
                <c:pt idx="2141">
                  <c:v>44960</c:v>
                </c:pt>
                <c:pt idx="2142">
                  <c:v>44963</c:v>
                </c:pt>
                <c:pt idx="2143">
                  <c:v>44964</c:v>
                </c:pt>
                <c:pt idx="2144">
                  <c:v>44965</c:v>
                </c:pt>
                <c:pt idx="2145">
                  <c:v>44966</c:v>
                </c:pt>
                <c:pt idx="2146">
                  <c:v>44967</c:v>
                </c:pt>
                <c:pt idx="2147">
                  <c:v>44970</c:v>
                </c:pt>
                <c:pt idx="2148">
                  <c:v>44971</c:v>
                </c:pt>
                <c:pt idx="2149">
                  <c:v>44972</c:v>
                </c:pt>
                <c:pt idx="2150">
                  <c:v>44973</c:v>
                </c:pt>
                <c:pt idx="2151">
                  <c:v>44974</c:v>
                </c:pt>
                <c:pt idx="2152">
                  <c:v>44979</c:v>
                </c:pt>
                <c:pt idx="2153">
                  <c:v>44980</c:v>
                </c:pt>
                <c:pt idx="2154">
                  <c:v>44981</c:v>
                </c:pt>
                <c:pt idx="2155">
                  <c:v>44984</c:v>
                </c:pt>
                <c:pt idx="2156">
                  <c:v>44985</c:v>
                </c:pt>
                <c:pt idx="2157">
                  <c:v>44986</c:v>
                </c:pt>
                <c:pt idx="2158">
                  <c:v>44987</c:v>
                </c:pt>
                <c:pt idx="2159">
                  <c:v>44988</c:v>
                </c:pt>
                <c:pt idx="2160">
                  <c:v>44991</c:v>
                </c:pt>
                <c:pt idx="2161">
                  <c:v>44992</c:v>
                </c:pt>
                <c:pt idx="2162">
                  <c:v>44993</c:v>
                </c:pt>
                <c:pt idx="2163">
                  <c:v>44994</c:v>
                </c:pt>
                <c:pt idx="2164">
                  <c:v>44995</c:v>
                </c:pt>
                <c:pt idx="2165">
                  <c:v>44998</c:v>
                </c:pt>
                <c:pt idx="2166">
                  <c:v>44999</c:v>
                </c:pt>
                <c:pt idx="2167">
                  <c:v>45000</c:v>
                </c:pt>
                <c:pt idx="2168">
                  <c:v>45001</c:v>
                </c:pt>
                <c:pt idx="2169">
                  <c:v>45002</c:v>
                </c:pt>
                <c:pt idx="2170">
                  <c:v>45005</c:v>
                </c:pt>
                <c:pt idx="2171">
                  <c:v>45006</c:v>
                </c:pt>
                <c:pt idx="2172">
                  <c:v>45007</c:v>
                </c:pt>
                <c:pt idx="2173">
                  <c:v>45008</c:v>
                </c:pt>
                <c:pt idx="2174">
                  <c:v>45009</c:v>
                </c:pt>
                <c:pt idx="2175">
                  <c:v>45012</c:v>
                </c:pt>
                <c:pt idx="2176">
                  <c:v>45013</c:v>
                </c:pt>
                <c:pt idx="2177">
                  <c:v>45014</c:v>
                </c:pt>
                <c:pt idx="2178">
                  <c:v>45015</c:v>
                </c:pt>
                <c:pt idx="2179">
                  <c:v>45016</c:v>
                </c:pt>
                <c:pt idx="2180">
                  <c:v>45019</c:v>
                </c:pt>
                <c:pt idx="2181">
                  <c:v>45020</c:v>
                </c:pt>
                <c:pt idx="2182">
                  <c:v>45021</c:v>
                </c:pt>
                <c:pt idx="2183">
                  <c:v>45022</c:v>
                </c:pt>
                <c:pt idx="2184">
                  <c:v>45026</c:v>
                </c:pt>
                <c:pt idx="2185">
                  <c:v>45027</c:v>
                </c:pt>
                <c:pt idx="2186">
                  <c:v>45028</c:v>
                </c:pt>
                <c:pt idx="2187">
                  <c:v>45029</c:v>
                </c:pt>
                <c:pt idx="2188">
                  <c:v>45030</c:v>
                </c:pt>
                <c:pt idx="2189">
                  <c:v>45033</c:v>
                </c:pt>
                <c:pt idx="2190">
                  <c:v>45034</c:v>
                </c:pt>
                <c:pt idx="2191">
                  <c:v>45035</c:v>
                </c:pt>
                <c:pt idx="2192">
                  <c:v>45036</c:v>
                </c:pt>
                <c:pt idx="2193">
                  <c:v>45040</c:v>
                </c:pt>
                <c:pt idx="2194">
                  <c:v>45041</c:v>
                </c:pt>
                <c:pt idx="2195">
                  <c:v>45042</c:v>
                </c:pt>
                <c:pt idx="2196">
                  <c:v>45043</c:v>
                </c:pt>
                <c:pt idx="2197">
                  <c:v>45044</c:v>
                </c:pt>
                <c:pt idx="2198">
                  <c:v>45048</c:v>
                </c:pt>
                <c:pt idx="2199">
                  <c:v>45049</c:v>
                </c:pt>
                <c:pt idx="2200">
                  <c:v>45050</c:v>
                </c:pt>
                <c:pt idx="2201">
                  <c:v>45051</c:v>
                </c:pt>
                <c:pt idx="2202">
                  <c:v>45054</c:v>
                </c:pt>
                <c:pt idx="2203">
                  <c:v>45055</c:v>
                </c:pt>
                <c:pt idx="2204">
                  <c:v>45056</c:v>
                </c:pt>
                <c:pt idx="2205">
                  <c:v>45057</c:v>
                </c:pt>
                <c:pt idx="2206">
                  <c:v>45058</c:v>
                </c:pt>
                <c:pt idx="2207">
                  <c:v>45061</c:v>
                </c:pt>
                <c:pt idx="2208">
                  <c:v>45062</c:v>
                </c:pt>
                <c:pt idx="2209">
                  <c:v>45063</c:v>
                </c:pt>
                <c:pt idx="2210">
                  <c:v>45064</c:v>
                </c:pt>
                <c:pt idx="2211">
                  <c:v>45065</c:v>
                </c:pt>
                <c:pt idx="2212">
                  <c:v>45068</c:v>
                </c:pt>
                <c:pt idx="2213">
                  <c:v>45069</c:v>
                </c:pt>
                <c:pt idx="2214">
                  <c:v>45070</c:v>
                </c:pt>
                <c:pt idx="2215">
                  <c:v>45071</c:v>
                </c:pt>
                <c:pt idx="2216">
                  <c:v>45072</c:v>
                </c:pt>
                <c:pt idx="2217">
                  <c:v>45075</c:v>
                </c:pt>
                <c:pt idx="2218">
                  <c:v>45076</c:v>
                </c:pt>
                <c:pt idx="2219">
                  <c:v>45077</c:v>
                </c:pt>
                <c:pt idx="2220">
                  <c:v>45078</c:v>
                </c:pt>
                <c:pt idx="2221">
                  <c:v>45079</c:v>
                </c:pt>
                <c:pt idx="2222">
                  <c:v>45082</c:v>
                </c:pt>
                <c:pt idx="2223">
                  <c:v>45083</c:v>
                </c:pt>
                <c:pt idx="2224">
                  <c:v>45084</c:v>
                </c:pt>
                <c:pt idx="2225">
                  <c:v>45086</c:v>
                </c:pt>
                <c:pt idx="2226">
                  <c:v>45089</c:v>
                </c:pt>
                <c:pt idx="2227">
                  <c:v>45090</c:v>
                </c:pt>
                <c:pt idx="2228">
                  <c:v>45091</c:v>
                </c:pt>
                <c:pt idx="2229">
                  <c:v>45092</c:v>
                </c:pt>
                <c:pt idx="2230">
                  <c:v>45093</c:v>
                </c:pt>
                <c:pt idx="2231">
                  <c:v>45096</c:v>
                </c:pt>
                <c:pt idx="2232">
                  <c:v>45097</c:v>
                </c:pt>
                <c:pt idx="2233">
                  <c:v>45098</c:v>
                </c:pt>
                <c:pt idx="2234">
                  <c:v>45099</c:v>
                </c:pt>
                <c:pt idx="2235">
                  <c:v>45100</c:v>
                </c:pt>
                <c:pt idx="2236">
                  <c:v>45103</c:v>
                </c:pt>
                <c:pt idx="2237">
                  <c:v>45104</c:v>
                </c:pt>
                <c:pt idx="2238">
                  <c:v>45105</c:v>
                </c:pt>
                <c:pt idx="2239">
                  <c:v>45106</c:v>
                </c:pt>
                <c:pt idx="2240">
                  <c:v>45107</c:v>
                </c:pt>
                <c:pt idx="2241">
                  <c:v>45110</c:v>
                </c:pt>
                <c:pt idx="2242">
                  <c:v>45111</c:v>
                </c:pt>
                <c:pt idx="2243">
                  <c:v>45112</c:v>
                </c:pt>
                <c:pt idx="2244">
                  <c:v>45113</c:v>
                </c:pt>
                <c:pt idx="2245">
                  <c:v>45114</c:v>
                </c:pt>
                <c:pt idx="2246">
                  <c:v>45117</c:v>
                </c:pt>
                <c:pt idx="2247">
                  <c:v>45118</c:v>
                </c:pt>
                <c:pt idx="2248">
                  <c:v>45119</c:v>
                </c:pt>
                <c:pt idx="2249">
                  <c:v>45120</c:v>
                </c:pt>
                <c:pt idx="2250">
                  <c:v>45121</c:v>
                </c:pt>
                <c:pt idx="2251">
                  <c:v>45124</c:v>
                </c:pt>
                <c:pt idx="2252">
                  <c:v>45125</c:v>
                </c:pt>
                <c:pt idx="2253">
                  <c:v>45126</c:v>
                </c:pt>
                <c:pt idx="2254">
                  <c:v>45127</c:v>
                </c:pt>
                <c:pt idx="2255">
                  <c:v>45128</c:v>
                </c:pt>
                <c:pt idx="2256">
                  <c:v>45131</c:v>
                </c:pt>
                <c:pt idx="2257">
                  <c:v>45132</c:v>
                </c:pt>
                <c:pt idx="2258">
                  <c:v>45133</c:v>
                </c:pt>
                <c:pt idx="2259">
                  <c:v>45134</c:v>
                </c:pt>
                <c:pt idx="2260">
                  <c:v>45135</c:v>
                </c:pt>
                <c:pt idx="2261">
                  <c:v>45138</c:v>
                </c:pt>
                <c:pt idx="2262">
                  <c:v>45139</c:v>
                </c:pt>
                <c:pt idx="2263">
                  <c:v>45140</c:v>
                </c:pt>
                <c:pt idx="2264">
                  <c:v>45141</c:v>
                </c:pt>
                <c:pt idx="2265">
                  <c:v>45142</c:v>
                </c:pt>
                <c:pt idx="2266">
                  <c:v>45145</c:v>
                </c:pt>
                <c:pt idx="2267">
                  <c:v>45146</c:v>
                </c:pt>
                <c:pt idx="2268">
                  <c:v>45147</c:v>
                </c:pt>
                <c:pt idx="2269">
                  <c:v>45148</c:v>
                </c:pt>
                <c:pt idx="2270">
                  <c:v>45149</c:v>
                </c:pt>
                <c:pt idx="2271">
                  <c:v>45152</c:v>
                </c:pt>
                <c:pt idx="2272">
                  <c:v>45153</c:v>
                </c:pt>
                <c:pt idx="2273">
                  <c:v>45154</c:v>
                </c:pt>
                <c:pt idx="2274">
                  <c:v>45155</c:v>
                </c:pt>
                <c:pt idx="2275">
                  <c:v>45156</c:v>
                </c:pt>
                <c:pt idx="2276">
                  <c:v>45159</c:v>
                </c:pt>
                <c:pt idx="2277">
                  <c:v>45160</c:v>
                </c:pt>
                <c:pt idx="2278">
                  <c:v>45161</c:v>
                </c:pt>
                <c:pt idx="2279">
                  <c:v>45162</c:v>
                </c:pt>
                <c:pt idx="2280">
                  <c:v>45163</c:v>
                </c:pt>
                <c:pt idx="2281">
                  <c:v>45166</c:v>
                </c:pt>
                <c:pt idx="2282">
                  <c:v>45167</c:v>
                </c:pt>
                <c:pt idx="2283">
                  <c:v>45168</c:v>
                </c:pt>
                <c:pt idx="2284">
                  <c:v>45169</c:v>
                </c:pt>
                <c:pt idx="2285">
                  <c:v>45170</c:v>
                </c:pt>
                <c:pt idx="2286">
                  <c:v>45173</c:v>
                </c:pt>
                <c:pt idx="2287">
                  <c:v>45174</c:v>
                </c:pt>
                <c:pt idx="2288">
                  <c:v>45175</c:v>
                </c:pt>
                <c:pt idx="2289">
                  <c:v>45177</c:v>
                </c:pt>
                <c:pt idx="2290">
                  <c:v>45180</c:v>
                </c:pt>
                <c:pt idx="2291">
                  <c:v>45181</c:v>
                </c:pt>
                <c:pt idx="2292">
                  <c:v>45182</c:v>
                </c:pt>
                <c:pt idx="2293">
                  <c:v>45183</c:v>
                </c:pt>
                <c:pt idx="2294">
                  <c:v>45184</c:v>
                </c:pt>
                <c:pt idx="2295">
                  <c:v>45187</c:v>
                </c:pt>
                <c:pt idx="2296">
                  <c:v>45188</c:v>
                </c:pt>
                <c:pt idx="2297">
                  <c:v>45189</c:v>
                </c:pt>
                <c:pt idx="2298">
                  <c:v>45190</c:v>
                </c:pt>
                <c:pt idx="2299">
                  <c:v>45191</c:v>
                </c:pt>
                <c:pt idx="2300">
                  <c:v>45194</c:v>
                </c:pt>
                <c:pt idx="2301">
                  <c:v>45195</c:v>
                </c:pt>
                <c:pt idx="2302">
                  <c:v>45196</c:v>
                </c:pt>
                <c:pt idx="2303">
                  <c:v>45197</c:v>
                </c:pt>
                <c:pt idx="2304">
                  <c:v>45198</c:v>
                </c:pt>
                <c:pt idx="2305">
                  <c:v>45201</c:v>
                </c:pt>
                <c:pt idx="2306">
                  <c:v>45202</c:v>
                </c:pt>
                <c:pt idx="2307">
                  <c:v>45203</c:v>
                </c:pt>
                <c:pt idx="2308">
                  <c:v>45204</c:v>
                </c:pt>
                <c:pt idx="2309">
                  <c:v>45205</c:v>
                </c:pt>
                <c:pt idx="2310">
                  <c:v>45208</c:v>
                </c:pt>
                <c:pt idx="2311">
                  <c:v>45209</c:v>
                </c:pt>
                <c:pt idx="2312">
                  <c:v>45210</c:v>
                </c:pt>
                <c:pt idx="2313">
                  <c:v>45212</c:v>
                </c:pt>
                <c:pt idx="2314">
                  <c:v>45215</c:v>
                </c:pt>
                <c:pt idx="2315">
                  <c:v>45216</c:v>
                </c:pt>
                <c:pt idx="2316">
                  <c:v>45217</c:v>
                </c:pt>
                <c:pt idx="2317">
                  <c:v>45218</c:v>
                </c:pt>
                <c:pt idx="2318">
                  <c:v>45219</c:v>
                </c:pt>
                <c:pt idx="2319">
                  <c:v>45222</c:v>
                </c:pt>
                <c:pt idx="2320">
                  <c:v>45223</c:v>
                </c:pt>
                <c:pt idx="2321">
                  <c:v>45224</c:v>
                </c:pt>
                <c:pt idx="2322">
                  <c:v>45225</c:v>
                </c:pt>
                <c:pt idx="2323">
                  <c:v>45226</c:v>
                </c:pt>
                <c:pt idx="2324">
                  <c:v>45229</c:v>
                </c:pt>
                <c:pt idx="2325">
                  <c:v>45230</c:v>
                </c:pt>
                <c:pt idx="2326">
                  <c:v>45231</c:v>
                </c:pt>
                <c:pt idx="2327">
                  <c:v>45233</c:v>
                </c:pt>
                <c:pt idx="2328">
                  <c:v>45236</c:v>
                </c:pt>
                <c:pt idx="2329">
                  <c:v>45237</c:v>
                </c:pt>
                <c:pt idx="2330">
                  <c:v>45238</c:v>
                </c:pt>
                <c:pt idx="2331">
                  <c:v>45239</c:v>
                </c:pt>
                <c:pt idx="2332">
                  <c:v>45240</c:v>
                </c:pt>
                <c:pt idx="2333">
                  <c:v>45243</c:v>
                </c:pt>
                <c:pt idx="2334">
                  <c:v>45244</c:v>
                </c:pt>
                <c:pt idx="2335">
                  <c:v>45246</c:v>
                </c:pt>
                <c:pt idx="2336">
                  <c:v>45247</c:v>
                </c:pt>
                <c:pt idx="2337">
                  <c:v>45250</c:v>
                </c:pt>
                <c:pt idx="2338">
                  <c:v>45251</c:v>
                </c:pt>
                <c:pt idx="2339">
                  <c:v>45252</c:v>
                </c:pt>
                <c:pt idx="2340">
                  <c:v>45253</c:v>
                </c:pt>
                <c:pt idx="2341">
                  <c:v>45254</c:v>
                </c:pt>
                <c:pt idx="2342">
                  <c:v>45257</c:v>
                </c:pt>
                <c:pt idx="2343">
                  <c:v>45258</c:v>
                </c:pt>
                <c:pt idx="2344">
                  <c:v>45259</c:v>
                </c:pt>
                <c:pt idx="2345">
                  <c:v>45260</c:v>
                </c:pt>
                <c:pt idx="2346">
                  <c:v>45261</c:v>
                </c:pt>
                <c:pt idx="2347">
                  <c:v>45264</c:v>
                </c:pt>
                <c:pt idx="2348">
                  <c:v>45265</c:v>
                </c:pt>
                <c:pt idx="2349">
                  <c:v>45266</c:v>
                </c:pt>
                <c:pt idx="2350">
                  <c:v>45267</c:v>
                </c:pt>
                <c:pt idx="2351">
                  <c:v>45268</c:v>
                </c:pt>
                <c:pt idx="2352">
                  <c:v>45271</c:v>
                </c:pt>
                <c:pt idx="2353">
                  <c:v>45272</c:v>
                </c:pt>
                <c:pt idx="2354">
                  <c:v>45273</c:v>
                </c:pt>
                <c:pt idx="2355">
                  <c:v>45274</c:v>
                </c:pt>
                <c:pt idx="2356">
                  <c:v>45275</c:v>
                </c:pt>
                <c:pt idx="2357">
                  <c:v>45278</c:v>
                </c:pt>
                <c:pt idx="2358">
                  <c:v>45279</c:v>
                </c:pt>
                <c:pt idx="2359">
                  <c:v>45280</c:v>
                </c:pt>
                <c:pt idx="2360">
                  <c:v>45281</c:v>
                </c:pt>
                <c:pt idx="2361">
                  <c:v>45282</c:v>
                </c:pt>
                <c:pt idx="2362">
                  <c:v>45286</c:v>
                </c:pt>
                <c:pt idx="2363">
                  <c:v>45287</c:v>
                </c:pt>
                <c:pt idx="2364">
                  <c:v>45288</c:v>
                </c:pt>
                <c:pt idx="2365">
                  <c:v>45293</c:v>
                </c:pt>
                <c:pt idx="2366">
                  <c:v>45294</c:v>
                </c:pt>
                <c:pt idx="2367">
                  <c:v>45295</c:v>
                </c:pt>
                <c:pt idx="2368">
                  <c:v>45296</c:v>
                </c:pt>
                <c:pt idx="2369">
                  <c:v>45299</c:v>
                </c:pt>
                <c:pt idx="2370">
                  <c:v>45300</c:v>
                </c:pt>
                <c:pt idx="2371">
                  <c:v>45301</c:v>
                </c:pt>
                <c:pt idx="2372">
                  <c:v>45302</c:v>
                </c:pt>
                <c:pt idx="2373">
                  <c:v>45303</c:v>
                </c:pt>
                <c:pt idx="2374">
                  <c:v>45306</c:v>
                </c:pt>
                <c:pt idx="2375">
                  <c:v>45307</c:v>
                </c:pt>
                <c:pt idx="2376">
                  <c:v>45308</c:v>
                </c:pt>
                <c:pt idx="2377">
                  <c:v>45309</c:v>
                </c:pt>
                <c:pt idx="2378">
                  <c:v>45310</c:v>
                </c:pt>
                <c:pt idx="2379">
                  <c:v>45313</c:v>
                </c:pt>
                <c:pt idx="2380">
                  <c:v>45314</c:v>
                </c:pt>
                <c:pt idx="2381">
                  <c:v>45315</c:v>
                </c:pt>
                <c:pt idx="2382">
                  <c:v>45316</c:v>
                </c:pt>
                <c:pt idx="2383">
                  <c:v>45317</c:v>
                </c:pt>
                <c:pt idx="2384">
                  <c:v>45320</c:v>
                </c:pt>
                <c:pt idx="2385">
                  <c:v>45321</c:v>
                </c:pt>
                <c:pt idx="2386">
                  <c:v>45322</c:v>
                </c:pt>
                <c:pt idx="2387">
                  <c:v>45323</c:v>
                </c:pt>
                <c:pt idx="2388">
                  <c:v>45324</c:v>
                </c:pt>
                <c:pt idx="2389">
                  <c:v>45327</c:v>
                </c:pt>
                <c:pt idx="2390">
                  <c:v>45328</c:v>
                </c:pt>
                <c:pt idx="2391">
                  <c:v>45329</c:v>
                </c:pt>
                <c:pt idx="2392">
                  <c:v>45330</c:v>
                </c:pt>
                <c:pt idx="2393">
                  <c:v>45331</c:v>
                </c:pt>
                <c:pt idx="2394">
                  <c:v>45336</c:v>
                </c:pt>
                <c:pt idx="2395">
                  <c:v>45337</c:v>
                </c:pt>
                <c:pt idx="2396">
                  <c:v>45338</c:v>
                </c:pt>
                <c:pt idx="2397">
                  <c:v>45341</c:v>
                </c:pt>
                <c:pt idx="2398">
                  <c:v>45342</c:v>
                </c:pt>
                <c:pt idx="2399">
                  <c:v>45343</c:v>
                </c:pt>
                <c:pt idx="2400">
                  <c:v>45344</c:v>
                </c:pt>
                <c:pt idx="2401">
                  <c:v>45345</c:v>
                </c:pt>
                <c:pt idx="2402">
                  <c:v>45348</c:v>
                </c:pt>
                <c:pt idx="2403">
                  <c:v>45349</c:v>
                </c:pt>
                <c:pt idx="2404">
                  <c:v>45350</c:v>
                </c:pt>
                <c:pt idx="2405">
                  <c:v>45351</c:v>
                </c:pt>
                <c:pt idx="2406">
                  <c:v>45352</c:v>
                </c:pt>
                <c:pt idx="2407">
                  <c:v>45355</c:v>
                </c:pt>
                <c:pt idx="2408">
                  <c:v>45356</c:v>
                </c:pt>
                <c:pt idx="2409">
                  <c:v>45357</c:v>
                </c:pt>
                <c:pt idx="2410">
                  <c:v>45358</c:v>
                </c:pt>
                <c:pt idx="2411">
                  <c:v>45359</c:v>
                </c:pt>
                <c:pt idx="2412">
                  <c:v>45362</c:v>
                </c:pt>
                <c:pt idx="2413">
                  <c:v>45363</c:v>
                </c:pt>
                <c:pt idx="2414">
                  <c:v>45364</c:v>
                </c:pt>
                <c:pt idx="2415">
                  <c:v>45365</c:v>
                </c:pt>
                <c:pt idx="2416">
                  <c:v>45366</c:v>
                </c:pt>
                <c:pt idx="2417">
                  <c:v>45369</c:v>
                </c:pt>
                <c:pt idx="2418">
                  <c:v>45370</c:v>
                </c:pt>
                <c:pt idx="2419">
                  <c:v>45371</c:v>
                </c:pt>
                <c:pt idx="2420">
                  <c:v>45372</c:v>
                </c:pt>
                <c:pt idx="2421">
                  <c:v>45373</c:v>
                </c:pt>
                <c:pt idx="2422">
                  <c:v>45376</c:v>
                </c:pt>
                <c:pt idx="2423">
                  <c:v>45377</c:v>
                </c:pt>
                <c:pt idx="2424">
                  <c:v>45378</c:v>
                </c:pt>
                <c:pt idx="2425">
                  <c:v>45379</c:v>
                </c:pt>
                <c:pt idx="2426">
                  <c:v>45383</c:v>
                </c:pt>
                <c:pt idx="2427">
                  <c:v>45384</c:v>
                </c:pt>
                <c:pt idx="2428">
                  <c:v>45385</c:v>
                </c:pt>
                <c:pt idx="2429">
                  <c:v>45386</c:v>
                </c:pt>
                <c:pt idx="2430">
                  <c:v>45387</c:v>
                </c:pt>
                <c:pt idx="2431">
                  <c:v>45390</c:v>
                </c:pt>
                <c:pt idx="2432">
                  <c:v>45391</c:v>
                </c:pt>
                <c:pt idx="2433">
                  <c:v>45392</c:v>
                </c:pt>
                <c:pt idx="2434">
                  <c:v>45393</c:v>
                </c:pt>
                <c:pt idx="2435">
                  <c:v>45394</c:v>
                </c:pt>
                <c:pt idx="2436">
                  <c:v>45397</c:v>
                </c:pt>
                <c:pt idx="2437">
                  <c:v>45398</c:v>
                </c:pt>
                <c:pt idx="2438">
                  <c:v>45399</c:v>
                </c:pt>
                <c:pt idx="2439">
                  <c:v>45400</c:v>
                </c:pt>
                <c:pt idx="2440">
                  <c:v>45401</c:v>
                </c:pt>
                <c:pt idx="2441">
                  <c:v>45404</c:v>
                </c:pt>
                <c:pt idx="2442">
                  <c:v>45405</c:v>
                </c:pt>
                <c:pt idx="2443">
                  <c:v>45406</c:v>
                </c:pt>
                <c:pt idx="2444">
                  <c:v>45407</c:v>
                </c:pt>
                <c:pt idx="2445">
                  <c:v>45408</c:v>
                </c:pt>
                <c:pt idx="2446">
                  <c:v>45411</c:v>
                </c:pt>
                <c:pt idx="2447">
                  <c:v>45412</c:v>
                </c:pt>
                <c:pt idx="2448">
                  <c:v>45414</c:v>
                </c:pt>
                <c:pt idx="2449">
                  <c:v>45415</c:v>
                </c:pt>
                <c:pt idx="2450">
                  <c:v>45418</c:v>
                </c:pt>
                <c:pt idx="2451">
                  <c:v>45419</c:v>
                </c:pt>
                <c:pt idx="2452">
                  <c:v>45420</c:v>
                </c:pt>
                <c:pt idx="2453">
                  <c:v>45421</c:v>
                </c:pt>
                <c:pt idx="2454">
                  <c:v>45422</c:v>
                </c:pt>
                <c:pt idx="2455">
                  <c:v>45425</c:v>
                </c:pt>
                <c:pt idx="2456">
                  <c:v>45426</c:v>
                </c:pt>
                <c:pt idx="2457">
                  <c:v>45427</c:v>
                </c:pt>
                <c:pt idx="2458">
                  <c:v>45428</c:v>
                </c:pt>
                <c:pt idx="2459">
                  <c:v>45429</c:v>
                </c:pt>
                <c:pt idx="2460">
                  <c:v>45432</c:v>
                </c:pt>
                <c:pt idx="2461">
                  <c:v>45433</c:v>
                </c:pt>
                <c:pt idx="2462">
                  <c:v>45434</c:v>
                </c:pt>
                <c:pt idx="2463">
                  <c:v>45435</c:v>
                </c:pt>
                <c:pt idx="2464">
                  <c:v>45436</c:v>
                </c:pt>
                <c:pt idx="2465">
                  <c:v>45439</c:v>
                </c:pt>
                <c:pt idx="2466">
                  <c:v>45440</c:v>
                </c:pt>
                <c:pt idx="2467">
                  <c:v>45441</c:v>
                </c:pt>
                <c:pt idx="2468">
                  <c:v>45443</c:v>
                </c:pt>
                <c:pt idx="2469">
                  <c:v>45446</c:v>
                </c:pt>
                <c:pt idx="2470">
                  <c:v>45447</c:v>
                </c:pt>
                <c:pt idx="2471">
                  <c:v>45448</c:v>
                </c:pt>
                <c:pt idx="2472">
                  <c:v>45449</c:v>
                </c:pt>
                <c:pt idx="2473">
                  <c:v>45450</c:v>
                </c:pt>
                <c:pt idx="2474">
                  <c:v>45453</c:v>
                </c:pt>
                <c:pt idx="2475">
                  <c:v>45454</c:v>
                </c:pt>
                <c:pt idx="2476">
                  <c:v>45455</c:v>
                </c:pt>
                <c:pt idx="2477">
                  <c:v>45456</c:v>
                </c:pt>
                <c:pt idx="2478">
                  <c:v>45457</c:v>
                </c:pt>
                <c:pt idx="2479">
                  <c:v>45460</c:v>
                </c:pt>
                <c:pt idx="2480">
                  <c:v>45461</c:v>
                </c:pt>
                <c:pt idx="2481">
                  <c:v>45462</c:v>
                </c:pt>
                <c:pt idx="2482">
                  <c:v>45463</c:v>
                </c:pt>
                <c:pt idx="2483">
                  <c:v>45464</c:v>
                </c:pt>
                <c:pt idx="2484">
                  <c:v>45467</c:v>
                </c:pt>
                <c:pt idx="2485">
                  <c:v>45468</c:v>
                </c:pt>
                <c:pt idx="2486">
                  <c:v>45469</c:v>
                </c:pt>
                <c:pt idx="2487">
                  <c:v>45470</c:v>
                </c:pt>
                <c:pt idx="2488">
                  <c:v>45471</c:v>
                </c:pt>
                <c:pt idx="2489">
                  <c:v>45474</c:v>
                </c:pt>
                <c:pt idx="2490">
                  <c:v>45475</c:v>
                </c:pt>
                <c:pt idx="2491">
                  <c:v>45476</c:v>
                </c:pt>
                <c:pt idx="2492">
                  <c:v>45477</c:v>
                </c:pt>
                <c:pt idx="2493">
                  <c:v>45478</c:v>
                </c:pt>
                <c:pt idx="2494">
                  <c:v>45481</c:v>
                </c:pt>
                <c:pt idx="2495">
                  <c:v>45482</c:v>
                </c:pt>
                <c:pt idx="2496">
                  <c:v>45483</c:v>
                </c:pt>
                <c:pt idx="2497">
                  <c:v>45484</c:v>
                </c:pt>
                <c:pt idx="2498">
                  <c:v>45485</c:v>
                </c:pt>
                <c:pt idx="2499">
                  <c:v>45488</c:v>
                </c:pt>
                <c:pt idx="2500">
                  <c:v>45489</c:v>
                </c:pt>
                <c:pt idx="2501">
                  <c:v>45490</c:v>
                </c:pt>
                <c:pt idx="2502">
                  <c:v>45491</c:v>
                </c:pt>
                <c:pt idx="2503">
                  <c:v>45492</c:v>
                </c:pt>
                <c:pt idx="2504">
                  <c:v>45495</c:v>
                </c:pt>
                <c:pt idx="2505">
                  <c:v>45496</c:v>
                </c:pt>
                <c:pt idx="2506">
                  <c:v>45497</c:v>
                </c:pt>
                <c:pt idx="2507">
                  <c:v>45498</c:v>
                </c:pt>
                <c:pt idx="2508">
                  <c:v>45499</c:v>
                </c:pt>
                <c:pt idx="2509">
                  <c:v>45502</c:v>
                </c:pt>
                <c:pt idx="2510">
                  <c:v>45503</c:v>
                </c:pt>
                <c:pt idx="2511">
                  <c:v>45504</c:v>
                </c:pt>
                <c:pt idx="2512">
                  <c:v>45505</c:v>
                </c:pt>
                <c:pt idx="2513">
                  <c:v>45506</c:v>
                </c:pt>
                <c:pt idx="2514">
                  <c:v>45509</c:v>
                </c:pt>
                <c:pt idx="2515">
                  <c:v>45510</c:v>
                </c:pt>
                <c:pt idx="2516">
                  <c:v>45511</c:v>
                </c:pt>
                <c:pt idx="2517">
                  <c:v>45512</c:v>
                </c:pt>
                <c:pt idx="2518">
                  <c:v>45513</c:v>
                </c:pt>
                <c:pt idx="2519">
                  <c:v>45516</c:v>
                </c:pt>
                <c:pt idx="2520">
                  <c:v>45517</c:v>
                </c:pt>
                <c:pt idx="2521">
                  <c:v>45518</c:v>
                </c:pt>
                <c:pt idx="2522">
                  <c:v>45519</c:v>
                </c:pt>
                <c:pt idx="2523">
                  <c:v>45520</c:v>
                </c:pt>
                <c:pt idx="2524">
                  <c:v>45523</c:v>
                </c:pt>
                <c:pt idx="2525">
                  <c:v>45524</c:v>
                </c:pt>
                <c:pt idx="2526">
                  <c:v>45525</c:v>
                </c:pt>
                <c:pt idx="2527">
                  <c:v>45526</c:v>
                </c:pt>
                <c:pt idx="2528">
                  <c:v>45527</c:v>
                </c:pt>
                <c:pt idx="2529">
                  <c:v>45530</c:v>
                </c:pt>
                <c:pt idx="2530">
                  <c:v>45531</c:v>
                </c:pt>
                <c:pt idx="2531">
                  <c:v>45532</c:v>
                </c:pt>
                <c:pt idx="2532">
                  <c:v>45533</c:v>
                </c:pt>
                <c:pt idx="2533">
                  <c:v>45534</c:v>
                </c:pt>
                <c:pt idx="2534">
                  <c:v>45537</c:v>
                </c:pt>
                <c:pt idx="2535">
                  <c:v>45538</c:v>
                </c:pt>
                <c:pt idx="2536">
                  <c:v>45539</c:v>
                </c:pt>
                <c:pt idx="2537">
                  <c:v>45540</c:v>
                </c:pt>
                <c:pt idx="2538">
                  <c:v>45541</c:v>
                </c:pt>
                <c:pt idx="2539">
                  <c:v>45544</c:v>
                </c:pt>
                <c:pt idx="2540">
                  <c:v>45545</c:v>
                </c:pt>
                <c:pt idx="2541">
                  <c:v>45546</c:v>
                </c:pt>
                <c:pt idx="2542">
                  <c:v>45547</c:v>
                </c:pt>
                <c:pt idx="2543">
                  <c:v>45548</c:v>
                </c:pt>
                <c:pt idx="2544">
                  <c:v>45551</c:v>
                </c:pt>
                <c:pt idx="2545">
                  <c:v>45552</c:v>
                </c:pt>
                <c:pt idx="2546">
                  <c:v>45553</c:v>
                </c:pt>
                <c:pt idx="2547">
                  <c:v>45554</c:v>
                </c:pt>
                <c:pt idx="2548">
                  <c:v>45555</c:v>
                </c:pt>
                <c:pt idx="2549">
                  <c:v>45558</c:v>
                </c:pt>
                <c:pt idx="2550">
                  <c:v>45559</c:v>
                </c:pt>
                <c:pt idx="2551">
                  <c:v>45560</c:v>
                </c:pt>
                <c:pt idx="2552">
                  <c:v>45561</c:v>
                </c:pt>
                <c:pt idx="2553">
                  <c:v>45562</c:v>
                </c:pt>
                <c:pt idx="2554">
                  <c:v>45565</c:v>
                </c:pt>
                <c:pt idx="2555">
                  <c:v>45566</c:v>
                </c:pt>
                <c:pt idx="2556">
                  <c:v>45567</c:v>
                </c:pt>
                <c:pt idx="2557">
                  <c:v>45568</c:v>
                </c:pt>
                <c:pt idx="2558">
                  <c:v>45569</c:v>
                </c:pt>
                <c:pt idx="2559">
                  <c:v>45572</c:v>
                </c:pt>
                <c:pt idx="2560">
                  <c:v>45573</c:v>
                </c:pt>
                <c:pt idx="2561">
                  <c:v>45574</c:v>
                </c:pt>
                <c:pt idx="2562">
                  <c:v>45575</c:v>
                </c:pt>
                <c:pt idx="2563">
                  <c:v>45576</c:v>
                </c:pt>
                <c:pt idx="2564">
                  <c:v>45579</c:v>
                </c:pt>
                <c:pt idx="2565">
                  <c:v>45580</c:v>
                </c:pt>
                <c:pt idx="2566">
                  <c:v>45581</c:v>
                </c:pt>
                <c:pt idx="2567">
                  <c:v>45582</c:v>
                </c:pt>
                <c:pt idx="2568">
                  <c:v>45583</c:v>
                </c:pt>
                <c:pt idx="2569">
                  <c:v>45586</c:v>
                </c:pt>
                <c:pt idx="2570">
                  <c:v>45587</c:v>
                </c:pt>
                <c:pt idx="2571">
                  <c:v>45588</c:v>
                </c:pt>
                <c:pt idx="2572">
                  <c:v>45589</c:v>
                </c:pt>
                <c:pt idx="2573">
                  <c:v>45590</c:v>
                </c:pt>
                <c:pt idx="2574">
                  <c:v>45593</c:v>
                </c:pt>
                <c:pt idx="2575">
                  <c:v>45594</c:v>
                </c:pt>
                <c:pt idx="2576">
                  <c:v>45595</c:v>
                </c:pt>
                <c:pt idx="2577">
                  <c:v>45596</c:v>
                </c:pt>
                <c:pt idx="2578">
                  <c:v>45597</c:v>
                </c:pt>
                <c:pt idx="2579">
                  <c:v>45600</c:v>
                </c:pt>
                <c:pt idx="2580">
                  <c:v>45601</c:v>
                </c:pt>
                <c:pt idx="2581">
                  <c:v>45602</c:v>
                </c:pt>
                <c:pt idx="2582">
                  <c:v>45603</c:v>
                </c:pt>
                <c:pt idx="2583">
                  <c:v>45604</c:v>
                </c:pt>
                <c:pt idx="2584">
                  <c:v>45607</c:v>
                </c:pt>
                <c:pt idx="2585">
                  <c:v>45608</c:v>
                </c:pt>
                <c:pt idx="2586">
                  <c:v>45609</c:v>
                </c:pt>
                <c:pt idx="2587">
                  <c:v>45610</c:v>
                </c:pt>
                <c:pt idx="2588">
                  <c:v>45614</c:v>
                </c:pt>
                <c:pt idx="2589">
                  <c:v>45615</c:v>
                </c:pt>
                <c:pt idx="2590">
                  <c:v>45617</c:v>
                </c:pt>
                <c:pt idx="2591">
                  <c:v>45618</c:v>
                </c:pt>
                <c:pt idx="2592">
                  <c:v>45621</c:v>
                </c:pt>
                <c:pt idx="2593">
                  <c:v>45622</c:v>
                </c:pt>
                <c:pt idx="2594">
                  <c:v>45623</c:v>
                </c:pt>
                <c:pt idx="2595">
                  <c:v>45624</c:v>
                </c:pt>
                <c:pt idx="2596">
                  <c:v>45625</c:v>
                </c:pt>
                <c:pt idx="2597">
                  <c:v>45628</c:v>
                </c:pt>
                <c:pt idx="2598">
                  <c:v>45629</c:v>
                </c:pt>
                <c:pt idx="2599">
                  <c:v>45630</c:v>
                </c:pt>
                <c:pt idx="2600">
                  <c:v>45631</c:v>
                </c:pt>
                <c:pt idx="2601">
                  <c:v>45632</c:v>
                </c:pt>
                <c:pt idx="2602">
                  <c:v>45635</c:v>
                </c:pt>
                <c:pt idx="2603">
                  <c:v>45636</c:v>
                </c:pt>
                <c:pt idx="2604">
                  <c:v>45637</c:v>
                </c:pt>
                <c:pt idx="2605">
                  <c:v>45638</c:v>
                </c:pt>
                <c:pt idx="2606">
                  <c:v>45639</c:v>
                </c:pt>
                <c:pt idx="2607">
                  <c:v>45642</c:v>
                </c:pt>
                <c:pt idx="2608">
                  <c:v>45643</c:v>
                </c:pt>
                <c:pt idx="2609">
                  <c:v>45644</c:v>
                </c:pt>
                <c:pt idx="2610">
                  <c:v>45645</c:v>
                </c:pt>
                <c:pt idx="2611">
                  <c:v>45646</c:v>
                </c:pt>
                <c:pt idx="2612">
                  <c:v>45649</c:v>
                </c:pt>
                <c:pt idx="2613">
                  <c:v>45652</c:v>
                </c:pt>
                <c:pt idx="2614">
                  <c:v>45653</c:v>
                </c:pt>
                <c:pt idx="2615">
                  <c:v>45656</c:v>
                </c:pt>
                <c:pt idx="2616">
                  <c:v>45659</c:v>
                </c:pt>
                <c:pt idx="2617">
                  <c:v>45660</c:v>
                </c:pt>
                <c:pt idx="2618">
                  <c:v>45663</c:v>
                </c:pt>
                <c:pt idx="2619">
                  <c:v>45664</c:v>
                </c:pt>
                <c:pt idx="2620">
                  <c:v>45665</c:v>
                </c:pt>
                <c:pt idx="2621">
                  <c:v>45666</c:v>
                </c:pt>
                <c:pt idx="2622">
                  <c:v>45667</c:v>
                </c:pt>
                <c:pt idx="2623">
                  <c:v>45670</c:v>
                </c:pt>
                <c:pt idx="2624">
                  <c:v>45671</c:v>
                </c:pt>
                <c:pt idx="2625">
                  <c:v>45672</c:v>
                </c:pt>
                <c:pt idx="2626">
                  <c:v>45673</c:v>
                </c:pt>
                <c:pt idx="2627">
                  <c:v>45674</c:v>
                </c:pt>
                <c:pt idx="2628">
                  <c:v>45677</c:v>
                </c:pt>
                <c:pt idx="2629">
                  <c:v>45678</c:v>
                </c:pt>
                <c:pt idx="2630">
                  <c:v>45679</c:v>
                </c:pt>
                <c:pt idx="2631">
                  <c:v>45680</c:v>
                </c:pt>
                <c:pt idx="2632">
                  <c:v>45681</c:v>
                </c:pt>
                <c:pt idx="2633">
                  <c:v>45684</c:v>
                </c:pt>
                <c:pt idx="2634">
                  <c:v>45685</c:v>
                </c:pt>
                <c:pt idx="2635">
                  <c:v>45686</c:v>
                </c:pt>
                <c:pt idx="2636">
                  <c:v>45687</c:v>
                </c:pt>
                <c:pt idx="2637">
                  <c:v>45688</c:v>
                </c:pt>
                <c:pt idx="2638">
                  <c:v>45691</c:v>
                </c:pt>
                <c:pt idx="2639">
                  <c:v>45692</c:v>
                </c:pt>
                <c:pt idx="2640">
                  <c:v>45693</c:v>
                </c:pt>
                <c:pt idx="2641">
                  <c:v>45694</c:v>
                </c:pt>
                <c:pt idx="2642">
                  <c:v>45695</c:v>
                </c:pt>
                <c:pt idx="2643">
                  <c:v>45698</c:v>
                </c:pt>
                <c:pt idx="2644">
                  <c:v>45699</c:v>
                </c:pt>
                <c:pt idx="2645">
                  <c:v>45700</c:v>
                </c:pt>
                <c:pt idx="2646">
                  <c:v>45701</c:v>
                </c:pt>
                <c:pt idx="2647">
                  <c:v>45702</c:v>
                </c:pt>
                <c:pt idx="2648">
                  <c:v>45705</c:v>
                </c:pt>
                <c:pt idx="2649">
                  <c:v>45706</c:v>
                </c:pt>
                <c:pt idx="2650">
                  <c:v>45707</c:v>
                </c:pt>
                <c:pt idx="2651">
                  <c:v>45708</c:v>
                </c:pt>
                <c:pt idx="2652">
                  <c:v>45709</c:v>
                </c:pt>
                <c:pt idx="2653">
                  <c:v>45712</c:v>
                </c:pt>
                <c:pt idx="2654">
                  <c:v>45713</c:v>
                </c:pt>
                <c:pt idx="2655">
                  <c:v>45714</c:v>
                </c:pt>
                <c:pt idx="2656">
                  <c:v>45715</c:v>
                </c:pt>
                <c:pt idx="2657">
                  <c:v>45716</c:v>
                </c:pt>
                <c:pt idx="2658">
                  <c:v>45721</c:v>
                </c:pt>
                <c:pt idx="2659">
                  <c:v>45722</c:v>
                </c:pt>
                <c:pt idx="2660">
                  <c:v>45723</c:v>
                </c:pt>
                <c:pt idx="2661">
                  <c:v>45726</c:v>
                </c:pt>
                <c:pt idx="2662">
                  <c:v>45727</c:v>
                </c:pt>
                <c:pt idx="2663">
                  <c:v>45728</c:v>
                </c:pt>
                <c:pt idx="2664">
                  <c:v>45729</c:v>
                </c:pt>
                <c:pt idx="2665">
                  <c:v>45730</c:v>
                </c:pt>
                <c:pt idx="2666">
                  <c:v>45733</c:v>
                </c:pt>
                <c:pt idx="2667">
                  <c:v>45734</c:v>
                </c:pt>
                <c:pt idx="2668">
                  <c:v>45735</c:v>
                </c:pt>
                <c:pt idx="2669">
                  <c:v>45736</c:v>
                </c:pt>
                <c:pt idx="2670">
                  <c:v>45737</c:v>
                </c:pt>
                <c:pt idx="2671">
                  <c:v>45740</c:v>
                </c:pt>
                <c:pt idx="2672">
                  <c:v>45741</c:v>
                </c:pt>
                <c:pt idx="2673">
                  <c:v>45742</c:v>
                </c:pt>
                <c:pt idx="2674">
                  <c:v>45743</c:v>
                </c:pt>
                <c:pt idx="2675">
                  <c:v>45744</c:v>
                </c:pt>
                <c:pt idx="2676">
                  <c:v>45747</c:v>
                </c:pt>
                <c:pt idx="2677">
                  <c:v>45748</c:v>
                </c:pt>
                <c:pt idx="2678">
                  <c:v>45749</c:v>
                </c:pt>
                <c:pt idx="2679">
                  <c:v>45750</c:v>
                </c:pt>
                <c:pt idx="2680">
                  <c:v>45751</c:v>
                </c:pt>
                <c:pt idx="2681">
                  <c:v>45754</c:v>
                </c:pt>
                <c:pt idx="2682">
                  <c:v>45755</c:v>
                </c:pt>
                <c:pt idx="2683">
                  <c:v>45756</c:v>
                </c:pt>
                <c:pt idx="2684">
                  <c:v>45757</c:v>
                </c:pt>
                <c:pt idx="2685">
                  <c:v>45758</c:v>
                </c:pt>
                <c:pt idx="2686">
                  <c:v>45761</c:v>
                </c:pt>
                <c:pt idx="2687">
                  <c:v>45762</c:v>
                </c:pt>
                <c:pt idx="2688">
                  <c:v>45763</c:v>
                </c:pt>
                <c:pt idx="2689">
                  <c:v>45764</c:v>
                </c:pt>
                <c:pt idx="2690">
                  <c:v>45769</c:v>
                </c:pt>
                <c:pt idx="2691">
                  <c:v>45770</c:v>
                </c:pt>
                <c:pt idx="2692">
                  <c:v>45771</c:v>
                </c:pt>
                <c:pt idx="2693">
                  <c:v>45772</c:v>
                </c:pt>
                <c:pt idx="2694">
                  <c:v>45775</c:v>
                </c:pt>
                <c:pt idx="2695">
                  <c:v>45776</c:v>
                </c:pt>
                <c:pt idx="2696">
                  <c:v>45777</c:v>
                </c:pt>
                <c:pt idx="2697">
                  <c:v>45779</c:v>
                </c:pt>
                <c:pt idx="2698">
                  <c:v>45782</c:v>
                </c:pt>
                <c:pt idx="2699">
                  <c:v>45783</c:v>
                </c:pt>
                <c:pt idx="2700">
                  <c:v>45784</c:v>
                </c:pt>
                <c:pt idx="2701">
                  <c:v>45785</c:v>
                </c:pt>
                <c:pt idx="2702">
                  <c:v>45786</c:v>
                </c:pt>
                <c:pt idx="2703">
                  <c:v>45789</c:v>
                </c:pt>
                <c:pt idx="2704">
                  <c:v>45790</c:v>
                </c:pt>
                <c:pt idx="2705">
                  <c:v>45791</c:v>
                </c:pt>
                <c:pt idx="2706">
                  <c:v>45792</c:v>
                </c:pt>
                <c:pt idx="2707">
                  <c:v>45793</c:v>
                </c:pt>
                <c:pt idx="2708">
                  <c:v>45796</c:v>
                </c:pt>
                <c:pt idx="2709">
                  <c:v>45797</c:v>
                </c:pt>
                <c:pt idx="2710">
                  <c:v>45798</c:v>
                </c:pt>
                <c:pt idx="2711">
                  <c:v>45799</c:v>
                </c:pt>
                <c:pt idx="2712">
                  <c:v>45800</c:v>
                </c:pt>
                <c:pt idx="2713">
                  <c:v>45803</c:v>
                </c:pt>
                <c:pt idx="2714">
                  <c:v>45804</c:v>
                </c:pt>
                <c:pt idx="2715">
                  <c:v>45805</c:v>
                </c:pt>
                <c:pt idx="2716">
                  <c:v>45806</c:v>
                </c:pt>
                <c:pt idx="2717">
                  <c:v>45807</c:v>
                </c:pt>
                <c:pt idx="2718">
                  <c:v>45810</c:v>
                </c:pt>
                <c:pt idx="2719">
                  <c:v>45811</c:v>
                </c:pt>
                <c:pt idx="2720">
                  <c:v>45812</c:v>
                </c:pt>
                <c:pt idx="2721">
                  <c:v>45813</c:v>
                </c:pt>
                <c:pt idx="2722">
                  <c:v>45814</c:v>
                </c:pt>
                <c:pt idx="2723">
                  <c:v>45817</c:v>
                </c:pt>
                <c:pt idx="2724">
                  <c:v>45818</c:v>
                </c:pt>
                <c:pt idx="2725">
                  <c:v>45819</c:v>
                </c:pt>
                <c:pt idx="2726">
                  <c:v>45820</c:v>
                </c:pt>
                <c:pt idx="2727">
                  <c:v>45821</c:v>
                </c:pt>
                <c:pt idx="2728">
                  <c:v>45824</c:v>
                </c:pt>
                <c:pt idx="2729">
                  <c:v>45825</c:v>
                </c:pt>
                <c:pt idx="2730">
                  <c:v>45826</c:v>
                </c:pt>
                <c:pt idx="2731">
                  <c:v>45828</c:v>
                </c:pt>
                <c:pt idx="2732">
                  <c:v>45831</c:v>
                </c:pt>
                <c:pt idx="2733">
                  <c:v>45832</c:v>
                </c:pt>
                <c:pt idx="2734">
                  <c:v>45833</c:v>
                </c:pt>
                <c:pt idx="2735">
                  <c:v>45834</c:v>
                </c:pt>
                <c:pt idx="2736">
                  <c:v>45835</c:v>
                </c:pt>
                <c:pt idx="2737">
                  <c:v>45838</c:v>
                </c:pt>
                <c:pt idx="2738">
                  <c:v>45839</c:v>
                </c:pt>
                <c:pt idx="2739">
                  <c:v>45840</c:v>
                </c:pt>
                <c:pt idx="2740">
                  <c:v>45841</c:v>
                </c:pt>
                <c:pt idx="2741">
                  <c:v>45842</c:v>
                </c:pt>
                <c:pt idx="2742">
                  <c:v>45845</c:v>
                </c:pt>
                <c:pt idx="2743">
                  <c:v>45846</c:v>
                </c:pt>
                <c:pt idx="2744">
                  <c:v>45847</c:v>
                </c:pt>
                <c:pt idx="2745">
                  <c:v>45848</c:v>
                </c:pt>
                <c:pt idx="2746">
                  <c:v>45849</c:v>
                </c:pt>
                <c:pt idx="2747">
                  <c:v>45852</c:v>
                </c:pt>
                <c:pt idx="2748">
                  <c:v>45853</c:v>
                </c:pt>
                <c:pt idx="2749">
                  <c:v>45854</c:v>
                </c:pt>
                <c:pt idx="2750">
                  <c:v>45855</c:v>
                </c:pt>
                <c:pt idx="2751">
                  <c:v>45856</c:v>
                </c:pt>
                <c:pt idx="2752">
                  <c:v>45859</c:v>
                </c:pt>
                <c:pt idx="2753">
                  <c:v>45860</c:v>
                </c:pt>
                <c:pt idx="2754">
                  <c:v>45861</c:v>
                </c:pt>
                <c:pt idx="2755">
                  <c:v>45862</c:v>
                </c:pt>
                <c:pt idx="2756">
                  <c:v>45863</c:v>
                </c:pt>
                <c:pt idx="2757">
                  <c:v>45866</c:v>
                </c:pt>
                <c:pt idx="2758">
                  <c:v>45867</c:v>
                </c:pt>
                <c:pt idx="2759">
                  <c:v>45868</c:v>
                </c:pt>
                <c:pt idx="2760">
                  <c:v>45869</c:v>
                </c:pt>
                <c:pt idx="2761">
                  <c:v>45870</c:v>
                </c:pt>
                <c:pt idx="2762">
                  <c:v>45873</c:v>
                </c:pt>
                <c:pt idx="2763">
                  <c:v>45874</c:v>
                </c:pt>
                <c:pt idx="2764">
                  <c:v>45875</c:v>
                </c:pt>
                <c:pt idx="2765">
                  <c:v>45876</c:v>
                </c:pt>
                <c:pt idx="2766">
                  <c:v>45877</c:v>
                </c:pt>
                <c:pt idx="2767">
                  <c:v>45880</c:v>
                </c:pt>
                <c:pt idx="2768">
                  <c:v>45881</c:v>
                </c:pt>
                <c:pt idx="2769">
                  <c:v>45882</c:v>
                </c:pt>
                <c:pt idx="2770">
                  <c:v>45883</c:v>
                </c:pt>
                <c:pt idx="2771">
                  <c:v>45884</c:v>
                </c:pt>
                <c:pt idx="2772">
                  <c:v>45887</c:v>
                </c:pt>
                <c:pt idx="2773">
                  <c:v>45888</c:v>
                </c:pt>
                <c:pt idx="2774">
                  <c:v>45889</c:v>
                </c:pt>
                <c:pt idx="2775">
                  <c:v>45890</c:v>
                </c:pt>
                <c:pt idx="2776">
                  <c:v>45891</c:v>
                </c:pt>
                <c:pt idx="2777">
                  <c:v>45894</c:v>
                </c:pt>
                <c:pt idx="2778">
                  <c:v>45895</c:v>
                </c:pt>
                <c:pt idx="2779">
                  <c:v>45896</c:v>
                </c:pt>
                <c:pt idx="2780">
                  <c:v>45897</c:v>
                </c:pt>
                <c:pt idx="2781">
                  <c:v>45898</c:v>
                </c:pt>
                <c:pt idx="2782">
                  <c:v>45901</c:v>
                </c:pt>
                <c:pt idx="2783">
                  <c:v>45902</c:v>
                </c:pt>
                <c:pt idx="2784">
                  <c:v>45903</c:v>
                </c:pt>
                <c:pt idx="2785">
                  <c:v>45904</c:v>
                </c:pt>
                <c:pt idx="2786">
                  <c:v>45905</c:v>
                </c:pt>
                <c:pt idx="2787">
                  <c:v>45908</c:v>
                </c:pt>
                <c:pt idx="2788">
                  <c:v>45909</c:v>
                </c:pt>
                <c:pt idx="2789">
                  <c:v>45910</c:v>
                </c:pt>
                <c:pt idx="2790">
                  <c:v>45911</c:v>
                </c:pt>
                <c:pt idx="2791">
                  <c:v>45912</c:v>
                </c:pt>
                <c:pt idx="2792">
                  <c:v>45915</c:v>
                </c:pt>
                <c:pt idx="2793">
                  <c:v>45916</c:v>
                </c:pt>
                <c:pt idx="2794">
                  <c:v>45917</c:v>
                </c:pt>
                <c:pt idx="2795">
                  <c:v>45918</c:v>
                </c:pt>
                <c:pt idx="2796">
                  <c:v>45919</c:v>
                </c:pt>
                <c:pt idx="2797">
                  <c:v>45922</c:v>
                </c:pt>
                <c:pt idx="2798">
                  <c:v>45923</c:v>
                </c:pt>
                <c:pt idx="2799">
                  <c:v>45924</c:v>
                </c:pt>
                <c:pt idx="2800">
                  <c:v>45925</c:v>
                </c:pt>
                <c:pt idx="2801">
                  <c:v>45926</c:v>
                </c:pt>
                <c:pt idx="2802">
                  <c:v>45929</c:v>
                </c:pt>
                <c:pt idx="2803">
                  <c:v>45930</c:v>
                </c:pt>
                <c:pt idx="2804">
                  <c:v>45931</c:v>
                </c:pt>
                <c:pt idx="2805">
                  <c:v>45932</c:v>
                </c:pt>
                <c:pt idx="2806">
                  <c:v>45933</c:v>
                </c:pt>
                <c:pt idx="2807">
                  <c:v>45936</c:v>
                </c:pt>
                <c:pt idx="2808">
                  <c:v>45937</c:v>
                </c:pt>
                <c:pt idx="2809">
                  <c:v>45938</c:v>
                </c:pt>
                <c:pt idx="2810">
                  <c:v>45939</c:v>
                </c:pt>
                <c:pt idx="2811">
                  <c:v>45940</c:v>
                </c:pt>
                <c:pt idx="2812">
                  <c:v>45943</c:v>
                </c:pt>
                <c:pt idx="2813">
                  <c:v>45944</c:v>
                </c:pt>
                <c:pt idx="2814">
                  <c:v>45945</c:v>
                </c:pt>
                <c:pt idx="2815">
                  <c:v>45946</c:v>
                </c:pt>
                <c:pt idx="2816">
                  <c:v>45947</c:v>
                </c:pt>
                <c:pt idx="2817">
                  <c:v>45950</c:v>
                </c:pt>
                <c:pt idx="2818">
                  <c:v>45951</c:v>
                </c:pt>
                <c:pt idx="2819">
                  <c:v>45952</c:v>
                </c:pt>
                <c:pt idx="2820">
                  <c:v>45953</c:v>
                </c:pt>
                <c:pt idx="2821">
                  <c:v>45954</c:v>
                </c:pt>
                <c:pt idx="2822">
                  <c:v>45957</c:v>
                </c:pt>
                <c:pt idx="2823">
                  <c:v>45958</c:v>
                </c:pt>
                <c:pt idx="2824">
                  <c:v>45959</c:v>
                </c:pt>
                <c:pt idx="2825">
                  <c:v>45960</c:v>
                </c:pt>
                <c:pt idx="2826">
                  <c:v>45961</c:v>
                </c:pt>
                <c:pt idx="2827">
                  <c:v>45964</c:v>
                </c:pt>
                <c:pt idx="2828">
                  <c:v>45965</c:v>
                </c:pt>
                <c:pt idx="2829">
                  <c:v>45966</c:v>
                </c:pt>
                <c:pt idx="2830">
                  <c:v>45967</c:v>
                </c:pt>
                <c:pt idx="2831">
                  <c:v>45968</c:v>
                </c:pt>
                <c:pt idx="2832">
                  <c:v>45971</c:v>
                </c:pt>
                <c:pt idx="2833">
                  <c:v>45972</c:v>
                </c:pt>
                <c:pt idx="2834">
                  <c:v>45973</c:v>
                </c:pt>
                <c:pt idx="2835">
                  <c:v>45974</c:v>
                </c:pt>
                <c:pt idx="2836">
                  <c:v>45975</c:v>
                </c:pt>
                <c:pt idx="2837">
                  <c:v>45978</c:v>
                </c:pt>
                <c:pt idx="2838">
                  <c:v>45979</c:v>
                </c:pt>
                <c:pt idx="2839">
                  <c:v>45980</c:v>
                </c:pt>
                <c:pt idx="2840">
                  <c:v>45982</c:v>
                </c:pt>
                <c:pt idx="2841">
                  <c:v>45985</c:v>
                </c:pt>
                <c:pt idx="2842">
                  <c:v>45986</c:v>
                </c:pt>
                <c:pt idx="2843">
                  <c:v>45987</c:v>
                </c:pt>
                <c:pt idx="2844">
                  <c:v>45988</c:v>
                </c:pt>
                <c:pt idx="2845">
                  <c:v>45989</c:v>
                </c:pt>
                <c:pt idx="2846">
                  <c:v>45992</c:v>
                </c:pt>
                <c:pt idx="2847">
                  <c:v>45993</c:v>
                </c:pt>
                <c:pt idx="2848">
                  <c:v>45994</c:v>
                </c:pt>
                <c:pt idx="2849">
                  <c:v>45995</c:v>
                </c:pt>
                <c:pt idx="2850">
                  <c:v>45996</c:v>
                </c:pt>
                <c:pt idx="2851">
                  <c:v>45999</c:v>
                </c:pt>
                <c:pt idx="2852">
                  <c:v>46000</c:v>
                </c:pt>
                <c:pt idx="2853">
                  <c:v>46001</c:v>
                </c:pt>
                <c:pt idx="2854">
                  <c:v>46002</c:v>
                </c:pt>
                <c:pt idx="2855">
                  <c:v>46003</c:v>
                </c:pt>
                <c:pt idx="2856">
                  <c:v>46006</c:v>
                </c:pt>
                <c:pt idx="2857">
                  <c:v>46007</c:v>
                </c:pt>
                <c:pt idx="2858">
                  <c:v>46008</c:v>
                </c:pt>
                <c:pt idx="2859">
                  <c:v>46009</c:v>
                </c:pt>
                <c:pt idx="2860">
                  <c:v>46010</c:v>
                </c:pt>
                <c:pt idx="2861">
                  <c:v>46013</c:v>
                </c:pt>
                <c:pt idx="2862">
                  <c:v>46014</c:v>
                </c:pt>
                <c:pt idx="2863">
                  <c:v>46017</c:v>
                </c:pt>
                <c:pt idx="2864">
                  <c:v>46020</c:v>
                </c:pt>
                <c:pt idx="2865">
                  <c:v>46021</c:v>
                </c:pt>
                <c:pt idx="2866">
                  <c:v>46024</c:v>
                </c:pt>
                <c:pt idx="2867">
                  <c:v>46027</c:v>
                </c:pt>
                <c:pt idx="2868">
                  <c:v>46028</c:v>
                </c:pt>
                <c:pt idx="2869">
                  <c:v>46029</c:v>
                </c:pt>
                <c:pt idx="2870">
                  <c:v>46030</c:v>
                </c:pt>
                <c:pt idx="2871">
                  <c:v>46031</c:v>
                </c:pt>
                <c:pt idx="2872">
                  <c:v>46034</c:v>
                </c:pt>
                <c:pt idx="2873">
                  <c:v>46035</c:v>
                </c:pt>
                <c:pt idx="2874">
                  <c:v>46036</c:v>
                </c:pt>
                <c:pt idx="2875">
                  <c:v>46037</c:v>
                </c:pt>
                <c:pt idx="2876">
                  <c:v>46038</c:v>
                </c:pt>
                <c:pt idx="2877">
                  <c:v>46041</c:v>
                </c:pt>
                <c:pt idx="2878">
                  <c:v>46042</c:v>
                </c:pt>
                <c:pt idx="2879">
                  <c:v>46043</c:v>
                </c:pt>
                <c:pt idx="2880">
                  <c:v>46044</c:v>
                </c:pt>
                <c:pt idx="2881">
                  <c:v>46045</c:v>
                </c:pt>
                <c:pt idx="2882">
                  <c:v>46048</c:v>
                </c:pt>
                <c:pt idx="2883">
                  <c:v>46049</c:v>
                </c:pt>
                <c:pt idx="2884">
                  <c:v>46050</c:v>
                </c:pt>
                <c:pt idx="2885">
                  <c:v>46051</c:v>
                </c:pt>
                <c:pt idx="2886">
                  <c:v>46052</c:v>
                </c:pt>
                <c:pt idx="2887">
                  <c:v>46055</c:v>
                </c:pt>
                <c:pt idx="2888">
                  <c:v>46056</c:v>
                </c:pt>
                <c:pt idx="2889">
                  <c:v>46057</c:v>
                </c:pt>
                <c:pt idx="2890">
                  <c:v>46058</c:v>
                </c:pt>
                <c:pt idx="2891">
                  <c:v>46059</c:v>
                </c:pt>
                <c:pt idx="2892">
                  <c:v>46062</c:v>
                </c:pt>
                <c:pt idx="2893">
                  <c:v>46063</c:v>
                </c:pt>
                <c:pt idx="2894">
                  <c:v>46064</c:v>
                </c:pt>
                <c:pt idx="2895">
                  <c:v>46065</c:v>
                </c:pt>
                <c:pt idx="2896">
                  <c:v>46066</c:v>
                </c:pt>
                <c:pt idx="2897">
                  <c:v>46071</c:v>
                </c:pt>
                <c:pt idx="2898">
                  <c:v>46072</c:v>
                </c:pt>
                <c:pt idx="2899">
                  <c:v>46073</c:v>
                </c:pt>
                <c:pt idx="2900">
                  <c:v>46076</c:v>
                </c:pt>
                <c:pt idx="2901">
                  <c:v>46077</c:v>
                </c:pt>
                <c:pt idx="2902">
                  <c:v>46078</c:v>
                </c:pt>
                <c:pt idx="2903">
                  <c:v>46079</c:v>
                </c:pt>
                <c:pt idx="2904">
                  <c:v>46080</c:v>
                </c:pt>
                <c:pt idx="2905">
                  <c:v>46083</c:v>
                </c:pt>
                <c:pt idx="2906">
                  <c:v>46084</c:v>
                </c:pt>
                <c:pt idx="2907">
                  <c:v>46085</c:v>
                </c:pt>
                <c:pt idx="2908">
                  <c:v>46086</c:v>
                </c:pt>
                <c:pt idx="2909">
                  <c:v>46087</c:v>
                </c:pt>
                <c:pt idx="2910">
                  <c:v>46090</c:v>
                </c:pt>
                <c:pt idx="2911">
                  <c:v>46091</c:v>
                </c:pt>
                <c:pt idx="2912">
                  <c:v>46092</c:v>
                </c:pt>
                <c:pt idx="2913">
                  <c:v>46093</c:v>
                </c:pt>
                <c:pt idx="2914">
                  <c:v>46094</c:v>
                </c:pt>
                <c:pt idx="2915">
                  <c:v>46097</c:v>
                </c:pt>
                <c:pt idx="2916">
                  <c:v>46098</c:v>
                </c:pt>
                <c:pt idx="2917">
                  <c:v>46099</c:v>
                </c:pt>
                <c:pt idx="2918">
                  <c:v>46100</c:v>
                </c:pt>
                <c:pt idx="2919">
                  <c:v>46101</c:v>
                </c:pt>
                <c:pt idx="2920">
                  <c:v>46104</c:v>
                </c:pt>
                <c:pt idx="2921">
                  <c:v>46105</c:v>
                </c:pt>
                <c:pt idx="2922">
                  <c:v>46106</c:v>
                </c:pt>
                <c:pt idx="2923">
                  <c:v>46107</c:v>
                </c:pt>
                <c:pt idx="2924">
                  <c:v>46108</c:v>
                </c:pt>
                <c:pt idx="2925">
                  <c:v>46111</c:v>
                </c:pt>
                <c:pt idx="2926">
                  <c:v>46112</c:v>
                </c:pt>
                <c:pt idx="2927">
                  <c:v>46113</c:v>
                </c:pt>
                <c:pt idx="2928">
                  <c:v>46114</c:v>
                </c:pt>
                <c:pt idx="2929">
                  <c:v>46118</c:v>
                </c:pt>
                <c:pt idx="2930">
                  <c:v>46119</c:v>
                </c:pt>
                <c:pt idx="2931">
                  <c:v>46120</c:v>
                </c:pt>
                <c:pt idx="2932">
                  <c:v>46121</c:v>
                </c:pt>
                <c:pt idx="2933">
                  <c:v>46122</c:v>
                </c:pt>
                <c:pt idx="2934">
                  <c:v>46125</c:v>
                </c:pt>
                <c:pt idx="2935">
                  <c:v>46126</c:v>
                </c:pt>
                <c:pt idx="2936">
                  <c:v>46127</c:v>
                </c:pt>
                <c:pt idx="2937">
                  <c:v>46128</c:v>
                </c:pt>
                <c:pt idx="2938">
                  <c:v>46129</c:v>
                </c:pt>
                <c:pt idx="2939">
                  <c:v>46132</c:v>
                </c:pt>
                <c:pt idx="2940">
                  <c:v>46134</c:v>
                </c:pt>
                <c:pt idx="2941">
                  <c:v>46135</c:v>
                </c:pt>
                <c:pt idx="2942">
                  <c:v>46136</c:v>
                </c:pt>
                <c:pt idx="2943">
                  <c:v>46139</c:v>
                </c:pt>
                <c:pt idx="2944">
                  <c:v>46140</c:v>
                </c:pt>
                <c:pt idx="2945">
                  <c:v>46141</c:v>
                </c:pt>
                <c:pt idx="2946">
                  <c:v>46142</c:v>
                </c:pt>
                <c:pt idx="2947">
                  <c:v>46146</c:v>
                </c:pt>
                <c:pt idx="2948">
                  <c:v>46147</c:v>
                </c:pt>
                <c:pt idx="2949">
                  <c:v>46148</c:v>
                </c:pt>
                <c:pt idx="2950">
                  <c:v>46149</c:v>
                </c:pt>
                <c:pt idx="2951">
                  <c:v>46150</c:v>
                </c:pt>
                <c:pt idx="2952">
                  <c:v>46153</c:v>
                </c:pt>
                <c:pt idx="2953">
                  <c:v>46154</c:v>
                </c:pt>
                <c:pt idx="2954">
                  <c:v>46155</c:v>
                </c:pt>
                <c:pt idx="2955">
                  <c:v>46156</c:v>
                </c:pt>
                <c:pt idx="2956">
                  <c:v>46157</c:v>
                </c:pt>
                <c:pt idx="2957">
                  <c:v>46160</c:v>
                </c:pt>
                <c:pt idx="2958">
                  <c:v>46161</c:v>
                </c:pt>
                <c:pt idx="2959">
                  <c:v>46162</c:v>
                </c:pt>
                <c:pt idx="2960">
                  <c:v>46163</c:v>
                </c:pt>
                <c:pt idx="2961">
                  <c:v>46164</c:v>
                </c:pt>
                <c:pt idx="2962">
                  <c:v>46167</c:v>
                </c:pt>
                <c:pt idx="2963">
                  <c:v>46168</c:v>
                </c:pt>
                <c:pt idx="2964">
                  <c:v>46169</c:v>
                </c:pt>
                <c:pt idx="2965">
                  <c:v>46170</c:v>
                </c:pt>
                <c:pt idx="2966">
                  <c:v>46171</c:v>
                </c:pt>
                <c:pt idx="2967">
                  <c:v>46174</c:v>
                </c:pt>
                <c:pt idx="2968">
                  <c:v>46175</c:v>
                </c:pt>
                <c:pt idx="2969">
                  <c:v>46176</c:v>
                </c:pt>
                <c:pt idx="2970">
                  <c:v>46178</c:v>
                </c:pt>
                <c:pt idx="2971">
                  <c:v>46181</c:v>
                </c:pt>
                <c:pt idx="2972">
                  <c:v>46182</c:v>
                </c:pt>
                <c:pt idx="2973">
                  <c:v>46183</c:v>
                </c:pt>
                <c:pt idx="2974">
                  <c:v>46184</c:v>
                </c:pt>
                <c:pt idx="2975">
                  <c:v>46185</c:v>
                </c:pt>
                <c:pt idx="2976">
                  <c:v>46188</c:v>
                </c:pt>
                <c:pt idx="2977">
                  <c:v>46189</c:v>
                </c:pt>
                <c:pt idx="2978">
                  <c:v>46190</c:v>
                </c:pt>
                <c:pt idx="2979">
                  <c:v>46191</c:v>
                </c:pt>
                <c:pt idx="2980">
                  <c:v>46192</c:v>
                </c:pt>
                <c:pt idx="2981">
                  <c:v>46195</c:v>
                </c:pt>
                <c:pt idx="2982">
                  <c:v>46196</c:v>
                </c:pt>
                <c:pt idx="2983">
                  <c:v>46197</c:v>
                </c:pt>
                <c:pt idx="2984">
                  <c:v>46198</c:v>
                </c:pt>
                <c:pt idx="2985">
                  <c:v>46199</c:v>
                </c:pt>
                <c:pt idx="2986">
                  <c:v>46202</c:v>
                </c:pt>
                <c:pt idx="2987">
                  <c:v>46203</c:v>
                </c:pt>
                <c:pt idx="2988">
                  <c:v>46204</c:v>
                </c:pt>
                <c:pt idx="2989">
                  <c:v>46205</c:v>
                </c:pt>
                <c:pt idx="2990">
                  <c:v>46206</c:v>
                </c:pt>
                <c:pt idx="2991">
                  <c:v>46209</c:v>
                </c:pt>
                <c:pt idx="2992">
                  <c:v>46210</c:v>
                </c:pt>
                <c:pt idx="2993">
                  <c:v>46211</c:v>
                </c:pt>
                <c:pt idx="2994">
                  <c:v>46212</c:v>
                </c:pt>
                <c:pt idx="2995">
                  <c:v>46213</c:v>
                </c:pt>
                <c:pt idx="2996">
                  <c:v>46216</c:v>
                </c:pt>
                <c:pt idx="2997">
                  <c:v>46217</c:v>
                </c:pt>
                <c:pt idx="2998">
                  <c:v>46218</c:v>
                </c:pt>
                <c:pt idx="2999">
                  <c:v>46219</c:v>
                </c:pt>
                <c:pt idx="3000">
                  <c:v>46220</c:v>
                </c:pt>
                <c:pt idx="3001">
                  <c:v>46223</c:v>
                </c:pt>
                <c:pt idx="3002">
                  <c:v>46224</c:v>
                </c:pt>
                <c:pt idx="3003">
                  <c:v>46225</c:v>
                </c:pt>
                <c:pt idx="3004">
                  <c:v>46226</c:v>
                </c:pt>
                <c:pt idx="3005">
                  <c:v>46227</c:v>
                </c:pt>
                <c:pt idx="3006">
                  <c:v>46230</c:v>
                </c:pt>
                <c:pt idx="3007">
                  <c:v>46231</c:v>
                </c:pt>
                <c:pt idx="3008">
                  <c:v>46232</c:v>
                </c:pt>
                <c:pt idx="3009">
                  <c:v>46233</c:v>
                </c:pt>
                <c:pt idx="3010">
                  <c:v>46234</c:v>
                </c:pt>
                <c:pt idx="3011">
                  <c:v>46237</c:v>
                </c:pt>
                <c:pt idx="3012">
                  <c:v>46238</c:v>
                </c:pt>
                <c:pt idx="3013">
                  <c:v>46239</c:v>
                </c:pt>
                <c:pt idx="3014">
                  <c:v>46240</c:v>
                </c:pt>
                <c:pt idx="3015">
                  <c:v>46241</c:v>
                </c:pt>
                <c:pt idx="3016">
                  <c:v>46244</c:v>
                </c:pt>
                <c:pt idx="3017">
                  <c:v>46245</c:v>
                </c:pt>
                <c:pt idx="3018">
                  <c:v>46246</c:v>
                </c:pt>
              </c:numCache>
            </c:numRef>
          </c:cat>
          <c:val>
            <c:numRef>
              <c:f>'Score Geral'!$I$26:$I$3044</c:f>
              <c:numCache>
                <c:formatCode>0.0000</c:formatCode>
                <c:ptCount val="3019"/>
                <c:pt idx="0">
                  <c:v>0.57336627873330237</c:v>
                </c:pt>
                <c:pt idx="1">
                  <c:v>0.42901696158186792</c:v>
                </c:pt>
                <c:pt idx="2">
                  <c:v>0.30873165187670609</c:v>
                </c:pt>
                <c:pt idx="3">
                  <c:v>0.23318221707144043</c:v>
                </c:pt>
                <c:pt idx="4">
                  <c:v>0.18669980479730283</c:v>
                </c:pt>
                <c:pt idx="5">
                  <c:v>0.16628930050757332</c:v>
                </c:pt>
                <c:pt idx="6">
                  <c:v>0.16042890677372726</c:v>
                </c:pt>
                <c:pt idx="7">
                  <c:v>0.16927341474339863</c:v>
                </c:pt>
                <c:pt idx="8">
                  <c:v>0.15544032970957453</c:v>
                </c:pt>
                <c:pt idx="9">
                  <c:v>0.17657430996035114</c:v>
                </c:pt>
                <c:pt idx="10">
                  <c:v>0.10598908623721137</c:v>
                </c:pt>
                <c:pt idx="11">
                  <c:v>5.4824359137122955E-2</c:v>
                </c:pt>
                <c:pt idx="12">
                  <c:v>-2.6022744320590638E-2</c:v>
                </c:pt>
                <c:pt idx="13">
                  <c:v>-6.877769640141836E-3</c:v>
                </c:pt>
                <c:pt idx="14">
                  <c:v>1.6179289037461955E-3</c:v>
                </c:pt>
                <c:pt idx="15">
                  <c:v>1.9136372681279764E-2</c:v>
                </c:pt>
                <c:pt idx="16">
                  <c:v>3.1528683471455696E-2</c:v>
                </c:pt>
                <c:pt idx="17">
                  <c:v>5.3776473730749071E-2</c:v>
                </c:pt>
                <c:pt idx="18">
                  <c:v>6.1925930977978869E-2</c:v>
                </c:pt>
                <c:pt idx="19">
                  <c:v>9.2035432763881694E-2</c:v>
                </c:pt>
                <c:pt idx="20">
                  <c:v>0.13149665216190703</c:v>
                </c:pt>
                <c:pt idx="21">
                  <c:v>0.18364114753535243</c:v>
                </c:pt>
                <c:pt idx="22">
                  <c:v>0.26623134751926275</c:v>
                </c:pt>
                <c:pt idx="23">
                  <c:v>0.32071335225629938</c:v>
                </c:pt>
                <c:pt idx="24">
                  <c:v>0.34367060952290418</c:v>
                </c:pt>
                <c:pt idx="25">
                  <c:v>0.38753628171429527</c:v>
                </c:pt>
                <c:pt idx="26">
                  <c:v>0.44589720872503336</c:v>
                </c:pt>
                <c:pt idx="27">
                  <c:v>0.46909277124129989</c:v>
                </c:pt>
                <c:pt idx="28">
                  <c:v>0.43879859562565926</c:v>
                </c:pt>
                <c:pt idx="29">
                  <c:v>0.46772869015549229</c:v>
                </c:pt>
                <c:pt idx="30">
                  <c:v>0.49232822860978975</c:v>
                </c:pt>
                <c:pt idx="31">
                  <c:v>0.61473808304544275</c:v>
                </c:pt>
                <c:pt idx="32">
                  <c:v>0.70008192750106657</c:v>
                </c:pt>
                <c:pt idx="33">
                  <c:v>0.78551821589909865</c:v>
                </c:pt>
                <c:pt idx="34">
                  <c:v>0.8407704876889629</c:v>
                </c:pt>
                <c:pt idx="35">
                  <c:v>0.92524633376702192</c:v>
                </c:pt>
                <c:pt idx="36">
                  <c:v>0.99185102645213286</c:v>
                </c:pt>
                <c:pt idx="37">
                  <c:v>1.0635165076296733</c:v>
                </c:pt>
                <c:pt idx="38">
                  <c:v>1.1212836285524381</c:v>
                </c:pt>
                <c:pt idx="39">
                  <c:v>1.1599975997940934</c:v>
                </c:pt>
                <c:pt idx="40">
                  <c:v>1.1750076299671521</c:v>
                </c:pt>
                <c:pt idx="41">
                  <c:v>1.1994282635785016</c:v>
                </c:pt>
                <c:pt idx="42">
                  <c:v>1.2096723244597183</c:v>
                </c:pt>
                <c:pt idx="43">
                  <c:v>1.1979245628571369</c:v>
                </c:pt>
                <c:pt idx="44">
                  <c:v>1.1799037091651334</c:v>
                </c:pt>
                <c:pt idx="45">
                  <c:v>1.1308334191815994</c:v>
                </c:pt>
                <c:pt idx="46">
                  <c:v>1.0868634563932542</c:v>
                </c:pt>
                <c:pt idx="47">
                  <c:v>1.0092159667479081</c:v>
                </c:pt>
                <c:pt idx="48">
                  <c:v>0.91669237850867336</c:v>
                </c:pt>
                <c:pt idx="49">
                  <c:v>0.83720753068384868</c:v>
                </c:pt>
                <c:pt idx="50">
                  <c:v>0.73074210068902645</c:v>
                </c:pt>
                <c:pt idx="51">
                  <c:v>0.62093406039469656</c:v>
                </c:pt>
                <c:pt idx="52">
                  <c:v>0.49973306616497315</c:v>
                </c:pt>
                <c:pt idx="53">
                  <c:v>0.41033704023220596</c:v>
                </c:pt>
                <c:pt idx="54">
                  <c:v>0.35955484585163289</c:v>
                </c:pt>
                <c:pt idx="55">
                  <c:v>0.34568137068108279</c:v>
                </c:pt>
                <c:pt idx="56">
                  <c:v>0.28150821899293893</c:v>
                </c:pt>
                <c:pt idx="57">
                  <c:v>0.18642345059664503</c:v>
                </c:pt>
                <c:pt idx="58">
                  <c:v>9.1454530913478008E-2</c:v>
                </c:pt>
                <c:pt idx="59">
                  <c:v>1.8317029038007221E-2</c:v>
                </c:pt>
                <c:pt idx="60">
                  <c:v>-2.1593633710825941E-2</c:v>
                </c:pt>
                <c:pt idx="61">
                  <c:v>-6.6605618656831372E-2</c:v>
                </c:pt>
                <c:pt idx="62">
                  <c:v>-0.13861843698347481</c:v>
                </c:pt>
                <c:pt idx="63">
                  <c:v>-0.16964181463214029</c:v>
                </c:pt>
                <c:pt idx="64">
                  <c:v>-0.20946160287652293</c:v>
                </c:pt>
                <c:pt idx="65">
                  <c:v>-0.20724053670067161</c:v>
                </c:pt>
                <c:pt idx="66">
                  <c:v>-0.20033400268098764</c:v>
                </c:pt>
                <c:pt idx="67">
                  <c:v>-0.19962850417768113</c:v>
                </c:pt>
                <c:pt idx="68">
                  <c:v>-0.23538422721169727</c:v>
                </c:pt>
                <c:pt idx="69">
                  <c:v>-0.27283510500824232</c:v>
                </c:pt>
                <c:pt idx="70">
                  <c:v>-0.27663409916562776</c:v>
                </c:pt>
                <c:pt idx="71">
                  <c:v>-0.24503027366064914</c:v>
                </c:pt>
                <c:pt idx="72">
                  <c:v>-0.26416822462569173</c:v>
                </c:pt>
                <c:pt idx="73">
                  <c:v>-0.248955488501751</c:v>
                </c:pt>
                <c:pt idx="74">
                  <c:v>-0.32634999399869546</c:v>
                </c:pt>
                <c:pt idx="75">
                  <c:v>-0.41176218221028538</c:v>
                </c:pt>
                <c:pt idx="76">
                  <c:v>-0.4845539769213722</c:v>
                </c:pt>
                <c:pt idx="77">
                  <c:v>-0.54310016768716551</c:v>
                </c:pt>
                <c:pt idx="78">
                  <c:v>-0.59054655138742218</c:v>
                </c:pt>
                <c:pt idx="79">
                  <c:v>-0.69341115210396598</c:v>
                </c:pt>
                <c:pt idx="80">
                  <c:v>-0.77390864578935592</c:v>
                </c:pt>
                <c:pt idx="81">
                  <c:v>-0.85158343624325217</c:v>
                </c:pt>
                <c:pt idx="82">
                  <c:v>-0.98632621775030049</c:v>
                </c:pt>
                <c:pt idx="83">
                  <c:v>-1.0585422404385081</c:v>
                </c:pt>
                <c:pt idx="84">
                  <c:v>-1.1601786698930132</c:v>
                </c:pt>
                <c:pt idx="85">
                  <c:v>-1.2152940881769654</c:v>
                </c:pt>
                <c:pt idx="86">
                  <c:v>-1.2975359468264078</c:v>
                </c:pt>
                <c:pt idx="87">
                  <c:v>-1.3753973286701973</c:v>
                </c:pt>
                <c:pt idx="88">
                  <c:v>-1.4337943399829449</c:v>
                </c:pt>
                <c:pt idx="89">
                  <c:v>-1.4790121810122381</c:v>
                </c:pt>
                <c:pt idx="90">
                  <c:v>-1.4578129853605464</c:v>
                </c:pt>
                <c:pt idx="91">
                  <c:v>-1.4896346296292509</c:v>
                </c:pt>
                <c:pt idx="92">
                  <c:v>-1.5193425915225489</c:v>
                </c:pt>
                <c:pt idx="93">
                  <c:v>-1.5018192239206853</c:v>
                </c:pt>
                <c:pt idx="94">
                  <c:v>-1.5095404640775905</c:v>
                </c:pt>
                <c:pt idx="95">
                  <c:v>-1.4526388325034234</c:v>
                </c:pt>
                <c:pt idx="96">
                  <c:v>-1.4449873490373364</c:v>
                </c:pt>
                <c:pt idx="97">
                  <c:v>-1.4855483490638093</c:v>
                </c:pt>
                <c:pt idx="98">
                  <c:v>-1.4813501348687295</c:v>
                </c:pt>
                <c:pt idx="99">
                  <c:v>-1.4314628214627727</c:v>
                </c:pt>
                <c:pt idx="100">
                  <c:v>-1.3365196908296322</c:v>
                </c:pt>
                <c:pt idx="101">
                  <c:v>-1.2385142834750749</c:v>
                </c:pt>
                <c:pt idx="102">
                  <c:v>-1.1281464462586304</c:v>
                </c:pt>
                <c:pt idx="103">
                  <c:v>-0.9327060206789537</c:v>
                </c:pt>
                <c:pt idx="104">
                  <c:v>-0.82784166165984741</c:v>
                </c:pt>
                <c:pt idx="105">
                  <c:v>-0.72464564786001451</c:v>
                </c:pt>
                <c:pt idx="106">
                  <c:v>-0.65930029671234669</c:v>
                </c:pt>
                <c:pt idx="107">
                  <c:v>-0.58941171773706857</c:v>
                </c:pt>
                <c:pt idx="108">
                  <c:v>-0.45800201490589298</c:v>
                </c:pt>
                <c:pt idx="109">
                  <c:v>-0.33780252284699258</c:v>
                </c:pt>
                <c:pt idx="110">
                  <c:v>-0.19294927173965326</c:v>
                </c:pt>
                <c:pt idx="111">
                  <c:v>-8.7124732739203112E-2</c:v>
                </c:pt>
                <c:pt idx="112">
                  <c:v>5.2051448425168559E-3</c:v>
                </c:pt>
                <c:pt idx="113">
                  <c:v>8.4728023480164824E-2</c:v>
                </c:pt>
                <c:pt idx="114">
                  <c:v>0.12001288246297738</c:v>
                </c:pt>
                <c:pt idx="115">
                  <c:v>0.16918057384845242</c:v>
                </c:pt>
                <c:pt idx="116">
                  <c:v>0.21301026610786475</c:v>
                </c:pt>
                <c:pt idx="117">
                  <c:v>0.29214759127930695</c:v>
                </c:pt>
                <c:pt idx="118">
                  <c:v>0.36670631671933313</c:v>
                </c:pt>
                <c:pt idx="119">
                  <c:v>0.4196350385224733</c:v>
                </c:pt>
                <c:pt idx="120">
                  <c:v>0.44330865142282744</c:v>
                </c:pt>
                <c:pt idx="121">
                  <c:v>0.47932938528823127</c:v>
                </c:pt>
                <c:pt idx="122">
                  <c:v>0.45644969614513059</c:v>
                </c:pt>
                <c:pt idx="123">
                  <c:v>0.40140343544526152</c:v>
                </c:pt>
                <c:pt idx="124">
                  <c:v>0.35336997246673246</c:v>
                </c:pt>
                <c:pt idx="125">
                  <c:v>0.36770887887970172</c:v>
                </c:pt>
                <c:pt idx="126">
                  <c:v>0.34170995852827735</c:v>
                </c:pt>
                <c:pt idx="127">
                  <c:v>0.36317717785242221</c:v>
                </c:pt>
                <c:pt idx="128">
                  <c:v>0.36293964070237095</c:v>
                </c:pt>
                <c:pt idx="129">
                  <c:v>0.34452914625635006</c:v>
                </c:pt>
                <c:pt idx="130">
                  <c:v>0.31737615657771528</c:v>
                </c:pt>
                <c:pt idx="131">
                  <c:v>0.27003264505551744</c:v>
                </c:pt>
                <c:pt idx="132">
                  <c:v>0.22078086919251308</c:v>
                </c:pt>
                <c:pt idx="133">
                  <c:v>0.20631420114274232</c:v>
                </c:pt>
                <c:pt idx="134">
                  <c:v>0.19000872665163507</c:v>
                </c:pt>
                <c:pt idx="135">
                  <c:v>0.18105842288283899</c:v>
                </c:pt>
                <c:pt idx="136">
                  <c:v>0.17487004125567365</c:v>
                </c:pt>
                <c:pt idx="137">
                  <c:v>0.16789351908248795</c:v>
                </c:pt>
                <c:pt idx="138">
                  <c:v>0.16364359552108404</c:v>
                </c:pt>
                <c:pt idx="139">
                  <c:v>0.14022449074266208</c:v>
                </c:pt>
                <c:pt idx="140">
                  <c:v>4.3356182813138314E-2</c:v>
                </c:pt>
                <c:pt idx="141">
                  <c:v>-1.4790902945023204E-2</c:v>
                </c:pt>
                <c:pt idx="142">
                  <c:v>-6.2446477171366324E-2</c:v>
                </c:pt>
                <c:pt idx="143">
                  <c:v>-2.1182849113095949E-2</c:v>
                </c:pt>
                <c:pt idx="144">
                  <c:v>4.0350521946769656E-2</c:v>
                </c:pt>
                <c:pt idx="145">
                  <c:v>7.9826813586169665E-2</c:v>
                </c:pt>
                <c:pt idx="146">
                  <c:v>0.1296629144381691</c:v>
                </c:pt>
                <c:pt idx="147">
                  <c:v>0.22730506990140448</c:v>
                </c:pt>
                <c:pt idx="148">
                  <c:v>0.27801334063262939</c:v>
                </c:pt>
                <c:pt idx="149">
                  <c:v>0.34892049612165371</c:v>
                </c:pt>
                <c:pt idx="150">
                  <c:v>0.42253255434925424</c:v>
                </c:pt>
                <c:pt idx="151">
                  <c:v>0.41645553592973911</c:v>
                </c:pt>
                <c:pt idx="152">
                  <c:v>0.51839467378395221</c:v>
                </c:pt>
                <c:pt idx="153">
                  <c:v>0.54925756052131935</c:v>
                </c:pt>
                <c:pt idx="154">
                  <c:v>0.51304077261726933</c:v>
                </c:pt>
                <c:pt idx="155">
                  <c:v>0.51070612444373764</c:v>
                </c:pt>
                <c:pt idx="156">
                  <c:v>0.53486911984121399</c:v>
                </c:pt>
                <c:pt idx="157">
                  <c:v>0.56399872927949268</c:v>
                </c:pt>
                <c:pt idx="158">
                  <c:v>0.61151284726730759</c:v>
                </c:pt>
                <c:pt idx="159">
                  <c:v>0.65976729966924763</c:v>
                </c:pt>
                <c:pt idx="160">
                  <c:v>0.75251993658977179</c:v>
                </c:pt>
                <c:pt idx="161">
                  <c:v>0.85660088333558349</c:v>
                </c:pt>
                <c:pt idx="162">
                  <c:v>0.97897172102590202</c:v>
                </c:pt>
                <c:pt idx="163">
                  <c:v>1.0363770143804711</c:v>
                </c:pt>
                <c:pt idx="164">
                  <c:v>1.023656568780374</c:v>
                </c:pt>
                <c:pt idx="165">
                  <c:v>1.0270918331018677</c:v>
                </c:pt>
                <c:pt idx="166">
                  <c:v>1.0230111440084932</c:v>
                </c:pt>
                <c:pt idx="167">
                  <c:v>0.9996522418542737</c:v>
                </c:pt>
                <c:pt idx="168">
                  <c:v>0.97894196274925782</c:v>
                </c:pt>
                <c:pt idx="169">
                  <c:v>0.96967176982571901</c:v>
                </c:pt>
                <c:pt idx="170">
                  <c:v>0.92651501043248363</c:v>
                </c:pt>
                <c:pt idx="171">
                  <c:v>0.84561150284374598</c:v>
                </c:pt>
                <c:pt idx="172">
                  <c:v>0.84934268391830092</c:v>
                </c:pt>
                <c:pt idx="173">
                  <c:v>0.7500972159217687</c:v>
                </c:pt>
                <c:pt idx="174">
                  <c:v>0.67354678750222841</c:v>
                </c:pt>
                <c:pt idx="175">
                  <c:v>0.75391510598452449</c:v>
                </c:pt>
                <c:pt idx="176">
                  <c:v>0.7829815225788499</c:v>
                </c:pt>
                <c:pt idx="177">
                  <c:v>0.83854131633137075</c:v>
                </c:pt>
                <c:pt idx="178">
                  <c:v>0.88889284778013944</c:v>
                </c:pt>
                <c:pt idx="179">
                  <c:v>0.94896244144590947</c:v>
                </c:pt>
                <c:pt idx="180">
                  <c:v>1.0127681488571041</c:v>
                </c:pt>
                <c:pt idx="181">
                  <c:v>1.0272381242918869</c:v>
                </c:pt>
                <c:pt idx="182">
                  <c:v>1.0695300829050836</c:v>
                </c:pt>
                <c:pt idx="183">
                  <c:v>1.0710689522651355</c:v>
                </c:pt>
                <c:pt idx="184">
                  <c:v>1.1080842203250274</c:v>
                </c:pt>
                <c:pt idx="185">
                  <c:v>1.1811813002676688</c:v>
                </c:pt>
                <c:pt idx="186">
                  <c:v>1.2411833709146229</c:v>
                </c:pt>
                <c:pt idx="187">
                  <c:v>1.266661801278407</c:v>
                </c:pt>
                <c:pt idx="188">
                  <c:v>1.2391077030682436</c:v>
                </c:pt>
                <c:pt idx="189">
                  <c:v>1.2135028341242273</c:v>
                </c:pt>
                <c:pt idx="190">
                  <c:v>1.2059031600499501</c:v>
                </c:pt>
                <c:pt idx="191">
                  <c:v>1.238137005415431</c:v>
                </c:pt>
                <c:pt idx="192">
                  <c:v>1.2688382025238063</c:v>
                </c:pt>
                <c:pt idx="193">
                  <c:v>1.2693002044660984</c:v>
                </c:pt>
                <c:pt idx="194">
                  <c:v>1.3045850046260545</c:v>
                </c:pt>
                <c:pt idx="195">
                  <c:v>1.3619649677882899</c:v>
                </c:pt>
                <c:pt idx="196">
                  <c:v>1.2731247034549877</c:v>
                </c:pt>
                <c:pt idx="197">
                  <c:v>1.1672871317003501</c:v>
                </c:pt>
                <c:pt idx="198">
                  <c:v>1.0478163807917409</c:v>
                </c:pt>
                <c:pt idx="199">
                  <c:v>0.93247210065242858</c:v>
                </c:pt>
                <c:pt idx="200">
                  <c:v>0.78800571758558058</c:v>
                </c:pt>
                <c:pt idx="201">
                  <c:v>0.65153930452157416</c:v>
                </c:pt>
                <c:pt idx="202">
                  <c:v>0.51249873155178427</c:v>
                </c:pt>
                <c:pt idx="203">
                  <c:v>0.41082340260001909</c:v>
                </c:pt>
                <c:pt idx="204">
                  <c:v>0.29813526943957525</c:v>
                </c:pt>
                <c:pt idx="205">
                  <c:v>0.19881915210250381</c:v>
                </c:pt>
                <c:pt idx="206">
                  <c:v>6.6446848517055429E-2</c:v>
                </c:pt>
                <c:pt idx="207">
                  <c:v>-9.7558309342457336E-2</c:v>
                </c:pt>
                <c:pt idx="208">
                  <c:v>-0.20587324886545597</c:v>
                </c:pt>
                <c:pt idx="209">
                  <c:v>-0.2561535197357529</c:v>
                </c:pt>
                <c:pt idx="210">
                  <c:v>-0.32058087536296997</c:v>
                </c:pt>
                <c:pt idx="211">
                  <c:v>-0.43480105515264306</c:v>
                </c:pt>
                <c:pt idx="212">
                  <c:v>-0.51377424748169231</c:v>
                </c:pt>
                <c:pt idx="213">
                  <c:v>-0.63257913469674887</c:v>
                </c:pt>
                <c:pt idx="214">
                  <c:v>-0.73497435798106014</c:v>
                </c:pt>
                <c:pt idx="215">
                  <c:v>-0.85374863126490574</c:v>
                </c:pt>
                <c:pt idx="216">
                  <c:v>-0.89954560360082436</c:v>
                </c:pt>
                <c:pt idx="217">
                  <c:v>-0.90230788519057703</c:v>
                </c:pt>
                <c:pt idx="218">
                  <c:v>-0.86505312786612121</c:v>
                </c:pt>
                <c:pt idx="219">
                  <c:v>-0.849721593909462</c:v>
                </c:pt>
                <c:pt idx="220">
                  <c:v>-0.82862758808473758</c:v>
                </c:pt>
                <c:pt idx="221">
                  <c:v>-0.79909753237536307</c:v>
                </c:pt>
                <c:pt idx="222">
                  <c:v>-0.82438765345402676</c:v>
                </c:pt>
                <c:pt idx="223">
                  <c:v>-0.78574452193101418</c:v>
                </c:pt>
                <c:pt idx="224">
                  <c:v>-0.79876841041305846</c:v>
                </c:pt>
                <c:pt idx="225">
                  <c:v>-0.75203216500935555</c:v>
                </c:pt>
                <c:pt idx="226">
                  <c:v>-0.73304823236728711</c:v>
                </c:pt>
                <c:pt idx="227">
                  <c:v>-0.71764968819542829</c:v>
                </c:pt>
                <c:pt idx="228">
                  <c:v>-0.67152120783427782</c:v>
                </c:pt>
                <c:pt idx="229">
                  <c:v>-0.65929974850584683</c:v>
                </c:pt>
                <c:pt idx="230">
                  <c:v>-0.57835490044586457</c:v>
                </c:pt>
                <c:pt idx="231">
                  <c:v>-0.53999778278843014</c:v>
                </c:pt>
                <c:pt idx="232">
                  <c:v>-0.49803161180372146</c:v>
                </c:pt>
                <c:pt idx="233">
                  <c:v>-0.46056563692465113</c:v>
                </c:pt>
                <c:pt idx="234">
                  <c:v>-0.38303267789746348</c:v>
                </c:pt>
                <c:pt idx="235">
                  <c:v>-0.35090164233383186</c:v>
                </c:pt>
                <c:pt idx="236">
                  <c:v>-0.32566437858155678</c:v>
                </c:pt>
                <c:pt idx="237">
                  <c:v>-0.36733587701398374</c:v>
                </c:pt>
                <c:pt idx="238">
                  <c:v>-0.40978448220496477</c:v>
                </c:pt>
                <c:pt idx="239">
                  <c:v>-0.40081471678896247</c:v>
                </c:pt>
                <c:pt idx="240">
                  <c:v>-0.3598297896245134</c:v>
                </c:pt>
                <c:pt idx="241">
                  <c:v>-0.38499139575213814</c:v>
                </c:pt>
                <c:pt idx="242">
                  <c:v>-0.42646384029579149</c:v>
                </c:pt>
                <c:pt idx="243">
                  <c:v>-0.4379626404808159</c:v>
                </c:pt>
                <c:pt idx="244">
                  <c:v>-0.47358365405204639</c:v>
                </c:pt>
                <c:pt idx="245">
                  <c:v>-0.46201807237799175</c:v>
                </c:pt>
                <c:pt idx="246">
                  <c:v>-0.46323233339752767</c:v>
                </c:pt>
                <c:pt idx="247">
                  <c:v>-0.44977620296876769</c:v>
                </c:pt>
                <c:pt idx="248">
                  <c:v>-0.41293708905881671</c:v>
                </c:pt>
                <c:pt idx="249">
                  <c:v>-0.40273853327603371</c:v>
                </c:pt>
                <c:pt idx="250">
                  <c:v>-0.36788317444881302</c:v>
                </c:pt>
                <c:pt idx="251">
                  <c:v>-0.38999082700220639</c:v>
                </c:pt>
                <c:pt idx="252">
                  <c:v>-0.3550098874842163</c:v>
                </c:pt>
                <c:pt idx="253">
                  <c:v>-0.28735238319052475</c:v>
                </c:pt>
                <c:pt idx="254">
                  <c:v>-0.2540071716332738</c:v>
                </c:pt>
                <c:pt idx="255">
                  <c:v>-0.21168899659405174</c:v>
                </c:pt>
                <c:pt idx="256">
                  <c:v>-0.13815071508683807</c:v>
                </c:pt>
                <c:pt idx="257">
                  <c:v>-4.8734423176319278E-2</c:v>
                </c:pt>
                <c:pt idx="258">
                  <c:v>3.78122724815768E-2</c:v>
                </c:pt>
                <c:pt idx="259">
                  <c:v>2.6179226393955569E-2</c:v>
                </c:pt>
                <c:pt idx="260">
                  <c:v>6.5772507679309174E-3</c:v>
                </c:pt>
                <c:pt idx="261">
                  <c:v>-2.0314219298704513E-3</c:v>
                </c:pt>
                <c:pt idx="262">
                  <c:v>3.2360786232008165E-2</c:v>
                </c:pt>
                <c:pt idx="263">
                  <c:v>2.7556192614482208E-2</c:v>
                </c:pt>
                <c:pt idx="264">
                  <c:v>2.7762518059182794E-2</c:v>
                </c:pt>
                <c:pt idx="265">
                  <c:v>3.5046641186634218E-2</c:v>
                </c:pt>
                <c:pt idx="266">
                  <c:v>6.1076858417441066E-2</c:v>
                </c:pt>
                <c:pt idx="267">
                  <c:v>6.3616427606242643E-2</c:v>
                </c:pt>
                <c:pt idx="268">
                  <c:v>5.1133002836846478E-2</c:v>
                </c:pt>
                <c:pt idx="269">
                  <c:v>5.6362758516963436E-2</c:v>
                </c:pt>
                <c:pt idx="270">
                  <c:v>2.9685859778298102E-2</c:v>
                </c:pt>
                <c:pt idx="271">
                  <c:v>3.4258878408568456E-2</c:v>
                </c:pt>
                <c:pt idx="272">
                  <c:v>3.0061437304733086E-2</c:v>
                </c:pt>
                <c:pt idx="273">
                  <c:v>7.0544455544833181E-3</c:v>
                </c:pt>
                <c:pt idx="274">
                  <c:v>-3.6326602478671095E-2</c:v>
                </c:pt>
                <c:pt idx="275">
                  <c:v>-3.7376044456503416E-2</c:v>
                </c:pt>
                <c:pt idx="276">
                  <c:v>-5.0078743535759175E-2</c:v>
                </c:pt>
                <c:pt idx="277">
                  <c:v>-2.1461223052863569E-2</c:v>
                </c:pt>
                <c:pt idx="278">
                  <c:v>-2.7726344520925355E-2</c:v>
                </c:pt>
                <c:pt idx="279">
                  <c:v>7.6181546838313789E-3</c:v>
                </c:pt>
                <c:pt idx="280">
                  <c:v>0.16352250524388814</c:v>
                </c:pt>
                <c:pt idx="281">
                  <c:v>0.23747272127077604</c:v>
                </c:pt>
                <c:pt idx="282">
                  <c:v>0.32063190942169295</c:v>
                </c:pt>
                <c:pt idx="283">
                  <c:v>0.3695180418496205</c:v>
                </c:pt>
                <c:pt idx="284">
                  <c:v>0.47679389154594176</c:v>
                </c:pt>
                <c:pt idx="285">
                  <c:v>0.56510540512839547</c:v>
                </c:pt>
                <c:pt idx="286">
                  <c:v>0.62811998984732076</c:v>
                </c:pt>
                <c:pt idx="287">
                  <c:v>0.66607892761768828</c:v>
                </c:pt>
                <c:pt idx="288">
                  <c:v>0.67160685643517226</c:v>
                </c:pt>
                <c:pt idx="289">
                  <c:v>0.71306475590167284</c:v>
                </c:pt>
                <c:pt idx="290">
                  <c:v>0.73360204324539779</c:v>
                </c:pt>
                <c:pt idx="291">
                  <c:v>0.80433834847119245</c:v>
                </c:pt>
                <c:pt idx="292">
                  <c:v>0.79757620465215306</c:v>
                </c:pt>
                <c:pt idx="293">
                  <c:v>0.77051664049006019</c:v>
                </c:pt>
                <c:pt idx="294">
                  <c:v>0.77422188828852767</c:v>
                </c:pt>
                <c:pt idx="295">
                  <c:v>0.82270027664658174</c:v>
                </c:pt>
                <c:pt idx="296">
                  <c:v>0.81669485612870896</c:v>
                </c:pt>
                <c:pt idx="297">
                  <c:v>0.80814954749378076</c:v>
                </c:pt>
                <c:pt idx="298">
                  <c:v>0.75402283069007725</c:v>
                </c:pt>
                <c:pt idx="299">
                  <c:v>0.74327808034499532</c:v>
                </c:pt>
                <c:pt idx="300">
                  <c:v>0.72854987287391748</c:v>
                </c:pt>
                <c:pt idx="301">
                  <c:v>0.66872941433532074</c:v>
                </c:pt>
                <c:pt idx="302">
                  <c:v>0.63773426371113673</c:v>
                </c:pt>
                <c:pt idx="303">
                  <c:v>0.57781418444832366</c:v>
                </c:pt>
                <c:pt idx="304">
                  <c:v>0.53600211846390833</c:v>
                </c:pt>
                <c:pt idx="305">
                  <c:v>0.52950816970190451</c:v>
                </c:pt>
                <c:pt idx="306">
                  <c:v>0.53668347604673439</c:v>
                </c:pt>
                <c:pt idx="307">
                  <c:v>0.51674954787712646</c:v>
                </c:pt>
                <c:pt idx="308">
                  <c:v>0.46878973657113238</c:v>
                </c:pt>
                <c:pt idx="309">
                  <c:v>0.47191290788785972</c:v>
                </c:pt>
                <c:pt idx="310">
                  <c:v>0.46274051152107815</c:v>
                </c:pt>
                <c:pt idx="311">
                  <c:v>0.44524488462283607</c:v>
                </c:pt>
                <c:pt idx="312">
                  <c:v>0.4832977095502789</c:v>
                </c:pt>
                <c:pt idx="313">
                  <c:v>0.53412103848816983</c:v>
                </c:pt>
                <c:pt idx="314">
                  <c:v>0.54777372984152217</c:v>
                </c:pt>
                <c:pt idx="315">
                  <c:v>0.56669949323136437</c:v>
                </c:pt>
                <c:pt idx="316">
                  <c:v>0.53935826182672586</c:v>
                </c:pt>
                <c:pt idx="317">
                  <c:v>0.51382945597874663</c:v>
                </c:pt>
                <c:pt idx="318">
                  <c:v>0.48168493337642987</c:v>
                </c:pt>
                <c:pt idx="319">
                  <c:v>0.47762631249455278</c:v>
                </c:pt>
                <c:pt idx="320">
                  <c:v>0.46499097770385167</c:v>
                </c:pt>
                <c:pt idx="321">
                  <c:v>0.4347198481131076</c:v>
                </c:pt>
                <c:pt idx="322">
                  <c:v>0.45216507489392632</c:v>
                </c:pt>
                <c:pt idx="323">
                  <c:v>0.47769982348493817</c:v>
                </c:pt>
                <c:pt idx="324">
                  <c:v>0.49351104304943078</c:v>
                </c:pt>
                <c:pt idx="325">
                  <c:v>0.49248083660339781</c:v>
                </c:pt>
                <c:pt idx="326">
                  <c:v>0.42754589236492835</c:v>
                </c:pt>
                <c:pt idx="327">
                  <c:v>0.35024121598188795</c:v>
                </c:pt>
                <c:pt idx="328">
                  <c:v>0.28623815082453508</c:v>
                </c:pt>
                <c:pt idx="329">
                  <c:v>0.22834483345167764</c:v>
                </c:pt>
                <c:pt idx="330">
                  <c:v>0.14153543609025449</c:v>
                </c:pt>
                <c:pt idx="331">
                  <c:v>3.9593937709140457E-2</c:v>
                </c:pt>
                <c:pt idx="332">
                  <c:v>-1.4718213423941097E-2</c:v>
                </c:pt>
                <c:pt idx="333">
                  <c:v>-0.14369389309107441</c:v>
                </c:pt>
                <c:pt idx="334">
                  <c:v>-0.30386684784726747</c:v>
                </c:pt>
                <c:pt idx="335">
                  <c:v>-0.40022765398317595</c:v>
                </c:pt>
                <c:pt idx="336">
                  <c:v>-0.53276779982741174</c:v>
                </c:pt>
                <c:pt idx="337">
                  <c:v>-0.63316370330152105</c:v>
                </c:pt>
                <c:pt idx="338">
                  <c:v>-0.7366884059181541</c:v>
                </c:pt>
                <c:pt idx="339">
                  <c:v>-0.85451467829237182</c:v>
                </c:pt>
                <c:pt idx="340">
                  <c:v>-0.94765690558863525</c:v>
                </c:pt>
                <c:pt idx="341">
                  <c:v>-1.021393074080218</c:v>
                </c:pt>
                <c:pt idx="342">
                  <c:v>-1.1143866931336708</c:v>
                </c:pt>
                <c:pt idx="343">
                  <c:v>-1.2176513536761524</c:v>
                </c:pt>
                <c:pt idx="344">
                  <c:v>-1.3222990886904793</c:v>
                </c:pt>
                <c:pt idx="345">
                  <c:v>-1.4545440643733272</c:v>
                </c:pt>
                <c:pt idx="346">
                  <c:v>-1.555764946626341</c:v>
                </c:pt>
                <c:pt idx="347">
                  <c:v>-1.6331533289827542</c:v>
                </c:pt>
                <c:pt idx="348">
                  <c:v>-1.6786374475351347</c:v>
                </c:pt>
                <c:pt idx="349">
                  <c:v>-1.7397392279894666</c:v>
                </c:pt>
                <c:pt idx="350">
                  <c:v>-1.778468026606451</c:v>
                </c:pt>
                <c:pt idx="351">
                  <c:v>-1.7647890797929195</c:v>
                </c:pt>
                <c:pt idx="352">
                  <c:v>-1.7760618437195954</c:v>
                </c:pt>
                <c:pt idx="353">
                  <c:v>-1.7991531036509021</c:v>
                </c:pt>
                <c:pt idx="354">
                  <c:v>-1.7645706931049199</c:v>
                </c:pt>
                <c:pt idx="355">
                  <c:v>-1.6776522900475421</c:v>
                </c:pt>
                <c:pt idx="356">
                  <c:v>-1.6355395210414652</c:v>
                </c:pt>
                <c:pt idx="357">
                  <c:v>-1.5314700190643484</c:v>
                </c:pt>
                <c:pt idx="358">
                  <c:v>-1.4377136323137609</c:v>
                </c:pt>
                <c:pt idx="359">
                  <c:v>-1.3586783713741393</c:v>
                </c:pt>
                <c:pt idx="360">
                  <c:v>-1.2684299226136289</c:v>
                </c:pt>
                <c:pt idx="361">
                  <c:v>-1.2179024814606447</c:v>
                </c:pt>
                <c:pt idx="362">
                  <c:v>-1.1652249276274922</c:v>
                </c:pt>
                <c:pt idx="363">
                  <c:v>-1.1270299166280309</c:v>
                </c:pt>
                <c:pt idx="364">
                  <c:v>-1.0888902044637445</c:v>
                </c:pt>
                <c:pt idx="365">
                  <c:v>-1.0213087517677262</c:v>
                </c:pt>
                <c:pt idx="366">
                  <c:v>-0.90158020263777261</c:v>
                </c:pt>
                <c:pt idx="367">
                  <c:v>-0.82952706651637442</c:v>
                </c:pt>
                <c:pt idx="368">
                  <c:v>-0.71301774297205411</c:v>
                </c:pt>
                <c:pt idx="369">
                  <c:v>-0.6479404885022263</c:v>
                </c:pt>
                <c:pt idx="370">
                  <c:v>-0.5674027398953948</c:v>
                </c:pt>
                <c:pt idx="371">
                  <c:v>-0.52492643770444181</c:v>
                </c:pt>
                <c:pt idx="372">
                  <c:v>-0.51830228475026385</c:v>
                </c:pt>
                <c:pt idx="373">
                  <c:v>-0.4731852283057294</c:v>
                </c:pt>
                <c:pt idx="374">
                  <c:v>-0.43107236768134699</c:v>
                </c:pt>
                <c:pt idx="375">
                  <c:v>-0.44480724294243379</c:v>
                </c:pt>
                <c:pt idx="376">
                  <c:v>-0.44357856891160602</c:v>
                </c:pt>
                <c:pt idx="377">
                  <c:v>-0.43538919095381917</c:v>
                </c:pt>
                <c:pt idx="378">
                  <c:v>-0.51734326755701621</c:v>
                </c:pt>
                <c:pt idx="379">
                  <c:v>-0.58498362772814883</c:v>
                </c:pt>
                <c:pt idx="380">
                  <c:v>-0.5968583207911109</c:v>
                </c:pt>
                <c:pt idx="381">
                  <c:v>-0.58801508724718354</c:v>
                </c:pt>
                <c:pt idx="382">
                  <c:v>-0.54601725090168995</c:v>
                </c:pt>
                <c:pt idx="383">
                  <c:v>-0.55500922650110618</c:v>
                </c:pt>
                <c:pt idx="384">
                  <c:v>-0.63837076227956258</c:v>
                </c:pt>
                <c:pt idx="385">
                  <c:v>-0.72869482945496833</c:v>
                </c:pt>
                <c:pt idx="386">
                  <c:v>-0.88015327855330816</c:v>
                </c:pt>
                <c:pt idx="387">
                  <c:v>-1.0469798963240324</c:v>
                </c:pt>
                <c:pt idx="388">
                  <c:v>-1.1027255433018022</c:v>
                </c:pt>
                <c:pt idx="389">
                  <c:v>-1.2245153327877802</c:v>
                </c:pt>
                <c:pt idx="390">
                  <c:v>-1.296173535081713</c:v>
                </c:pt>
                <c:pt idx="391">
                  <c:v>-1.3017944781893658</c:v>
                </c:pt>
                <c:pt idx="392">
                  <c:v>-1.2820890188677228</c:v>
                </c:pt>
                <c:pt idx="393">
                  <c:v>-1.2702137027224549</c:v>
                </c:pt>
                <c:pt idx="394">
                  <c:v>-1.3045892312662259</c:v>
                </c:pt>
                <c:pt idx="395">
                  <c:v>-1.3599333550265464</c:v>
                </c:pt>
                <c:pt idx="396">
                  <c:v>-1.3746414697518925</c:v>
                </c:pt>
                <c:pt idx="397">
                  <c:v>-1.3943783400800953</c:v>
                </c:pt>
                <c:pt idx="398">
                  <c:v>-1.39765256453689</c:v>
                </c:pt>
                <c:pt idx="399">
                  <c:v>-1.3670334249885492</c:v>
                </c:pt>
                <c:pt idx="400">
                  <c:v>-1.3769368499169756</c:v>
                </c:pt>
                <c:pt idx="401">
                  <c:v>-1.4184755387393619</c:v>
                </c:pt>
                <c:pt idx="402">
                  <c:v>-1.492285895639341</c:v>
                </c:pt>
                <c:pt idx="403">
                  <c:v>-1.5893492911101841</c:v>
                </c:pt>
                <c:pt idx="404">
                  <c:v>-1.6360154382396359</c:v>
                </c:pt>
                <c:pt idx="405">
                  <c:v>-1.5759994465787588</c:v>
                </c:pt>
                <c:pt idx="406">
                  <c:v>-1.5422349299267808</c:v>
                </c:pt>
                <c:pt idx="407">
                  <c:v>-1.4883044860974206</c:v>
                </c:pt>
                <c:pt idx="408">
                  <c:v>-1.4283141253035867</c:v>
                </c:pt>
                <c:pt idx="409">
                  <c:v>-1.4042173046781505</c:v>
                </c:pt>
                <c:pt idx="410">
                  <c:v>-1.3492938381633386</c:v>
                </c:pt>
                <c:pt idx="411">
                  <c:v>-1.3371261583547014</c:v>
                </c:pt>
                <c:pt idx="412">
                  <c:v>-1.3809331636863234</c:v>
                </c:pt>
                <c:pt idx="413">
                  <c:v>-1.3920782351347862</c:v>
                </c:pt>
                <c:pt idx="414">
                  <c:v>-1.403498858591901</c:v>
                </c:pt>
                <c:pt idx="415">
                  <c:v>-1.3686850679697191</c:v>
                </c:pt>
                <c:pt idx="416">
                  <c:v>-1.3761224323504069</c:v>
                </c:pt>
                <c:pt idx="417">
                  <c:v>-1.3831406667293351</c:v>
                </c:pt>
                <c:pt idx="418">
                  <c:v>-1.3728353392860617</c:v>
                </c:pt>
                <c:pt idx="419">
                  <c:v>-1.3642445344037755</c:v>
                </c:pt>
                <c:pt idx="420">
                  <c:v>-1.3447057908699942</c:v>
                </c:pt>
                <c:pt idx="421">
                  <c:v>-1.2927976933552665</c:v>
                </c:pt>
                <c:pt idx="422">
                  <c:v>-1.2372017360101919</c:v>
                </c:pt>
                <c:pt idx="423">
                  <c:v>-1.1753282919295442</c:v>
                </c:pt>
                <c:pt idx="424">
                  <c:v>-1.1807740810850629</c:v>
                </c:pt>
                <c:pt idx="425">
                  <c:v>-1.2469803022340882</c:v>
                </c:pt>
                <c:pt idx="426">
                  <c:v>-1.3679334369501943</c:v>
                </c:pt>
                <c:pt idx="427">
                  <c:v>-1.3956091873771137</c:v>
                </c:pt>
                <c:pt idx="428">
                  <c:v>-1.4316762291690561</c:v>
                </c:pt>
                <c:pt idx="429">
                  <c:v>-1.4820789984339495</c:v>
                </c:pt>
                <c:pt idx="430">
                  <c:v>-1.517579603544686</c:v>
                </c:pt>
                <c:pt idx="431">
                  <c:v>-1.5342177175726257</c:v>
                </c:pt>
                <c:pt idx="432">
                  <c:v>-1.6075346041330871</c:v>
                </c:pt>
                <c:pt idx="433">
                  <c:v>-1.6730214539389994</c:v>
                </c:pt>
                <c:pt idx="434">
                  <c:v>-1.8090879439821239</c:v>
                </c:pt>
                <c:pt idx="435">
                  <c:v>-1.9165501411045458</c:v>
                </c:pt>
                <c:pt idx="436">
                  <c:v>-2.0728584429385419</c:v>
                </c:pt>
                <c:pt idx="437">
                  <c:v>-2.1656501048478862</c:v>
                </c:pt>
                <c:pt idx="438">
                  <c:v>-2.2351668420198738</c:v>
                </c:pt>
                <c:pt idx="439">
                  <c:v>-2.2768515005156362</c:v>
                </c:pt>
                <c:pt idx="440">
                  <c:v>-2.3266698223022422</c:v>
                </c:pt>
                <c:pt idx="441">
                  <c:v>-2.3694012832651747</c:v>
                </c:pt>
                <c:pt idx="442">
                  <c:v>-2.4127686710174361</c:v>
                </c:pt>
                <c:pt idx="443">
                  <c:v>-2.5081641146522364</c:v>
                </c:pt>
                <c:pt idx="444">
                  <c:v>-2.5649534299601751</c:v>
                </c:pt>
                <c:pt idx="445">
                  <c:v>-2.551712277974</c:v>
                </c:pt>
                <c:pt idx="446">
                  <c:v>-2.5026862408010011</c:v>
                </c:pt>
                <c:pt idx="447">
                  <c:v>-2.3643889840389387</c:v>
                </c:pt>
                <c:pt idx="448">
                  <c:v>-2.3432997568497695</c:v>
                </c:pt>
                <c:pt idx="449">
                  <c:v>-2.3219080053852554</c:v>
                </c:pt>
                <c:pt idx="450">
                  <c:v>-2.2781882147387269</c:v>
                </c:pt>
                <c:pt idx="451">
                  <c:v>-2.2548511442307393</c:v>
                </c:pt>
                <c:pt idx="452">
                  <c:v>-2.231462593636949</c:v>
                </c:pt>
                <c:pt idx="453">
                  <c:v>-2.1521513271847201</c:v>
                </c:pt>
                <c:pt idx="454">
                  <c:v>-2.0787984690745498</c:v>
                </c:pt>
                <c:pt idx="455">
                  <c:v>-1.9902468600678458</c:v>
                </c:pt>
                <c:pt idx="456">
                  <c:v>-1.9148910715912364</c:v>
                </c:pt>
                <c:pt idx="457">
                  <c:v>-1.7680677336809691</c:v>
                </c:pt>
                <c:pt idx="458">
                  <c:v>-1.6116221734604499</c:v>
                </c:pt>
                <c:pt idx="459">
                  <c:v>-1.5260119917377553</c:v>
                </c:pt>
                <c:pt idx="460">
                  <c:v>-1.513899647689551</c:v>
                </c:pt>
                <c:pt idx="461">
                  <c:v>-1.4998479652691807</c:v>
                </c:pt>
                <c:pt idx="462">
                  <c:v>-1.4830861760081337</c:v>
                </c:pt>
                <c:pt idx="463">
                  <c:v>-1.4647849467495602</c:v>
                </c:pt>
                <c:pt idx="464">
                  <c:v>-1.4093353353777991</c:v>
                </c:pt>
                <c:pt idx="465">
                  <c:v>-1.3412388497668699</c:v>
                </c:pt>
                <c:pt idx="466">
                  <c:v>-1.3046187372472151</c:v>
                </c:pt>
                <c:pt idx="467">
                  <c:v>-1.2397297483637419</c:v>
                </c:pt>
                <c:pt idx="468">
                  <c:v>-1.2221420205602165</c:v>
                </c:pt>
                <c:pt idx="469">
                  <c:v>-1.1708260932330175</c:v>
                </c:pt>
                <c:pt idx="470">
                  <c:v>-1.0850937820405824</c:v>
                </c:pt>
                <c:pt idx="471">
                  <c:v>-1.027738967385579</c:v>
                </c:pt>
                <c:pt idx="472">
                  <c:v>-0.97848056277049411</c:v>
                </c:pt>
                <c:pt idx="473">
                  <c:v>-0.95698974083569366</c:v>
                </c:pt>
                <c:pt idx="474">
                  <c:v>-0.90947859291944433</c:v>
                </c:pt>
                <c:pt idx="475">
                  <c:v>-0.87790267243419839</c:v>
                </c:pt>
                <c:pt idx="476">
                  <c:v>-0.81749361175523561</c:v>
                </c:pt>
                <c:pt idx="477">
                  <c:v>-0.75593941671931197</c:v>
                </c:pt>
                <c:pt idx="478">
                  <c:v>-0.71885143848957078</c:v>
                </c:pt>
                <c:pt idx="479">
                  <c:v>-0.72752420934691153</c:v>
                </c:pt>
                <c:pt idx="480">
                  <c:v>-0.71111582384262351</c:v>
                </c:pt>
                <c:pt idx="481">
                  <c:v>-0.66453703118207386</c:v>
                </c:pt>
                <c:pt idx="482">
                  <c:v>-0.58610912604516896</c:v>
                </c:pt>
                <c:pt idx="483">
                  <c:v>-0.54397919253344051</c:v>
                </c:pt>
                <c:pt idx="484">
                  <c:v>-0.49372772869371828</c:v>
                </c:pt>
                <c:pt idx="485">
                  <c:v>-0.44537569235955532</c:v>
                </c:pt>
                <c:pt idx="486">
                  <c:v>-0.45059213125123171</c:v>
                </c:pt>
                <c:pt idx="487">
                  <c:v>-0.42269856230191338</c:v>
                </c:pt>
                <c:pt idx="488">
                  <c:v>-0.43706164218806798</c:v>
                </c:pt>
                <c:pt idx="489">
                  <c:v>-0.45508756254776023</c:v>
                </c:pt>
                <c:pt idx="490">
                  <c:v>-0.46941113157828879</c:v>
                </c:pt>
                <c:pt idx="491">
                  <c:v>-0.48933208170408693</c:v>
                </c:pt>
                <c:pt idx="492">
                  <c:v>-0.50926133826605902</c:v>
                </c:pt>
                <c:pt idx="493">
                  <c:v>-0.52235451598804583</c:v>
                </c:pt>
                <c:pt idx="494">
                  <c:v>-0.54317838730895662</c:v>
                </c:pt>
                <c:pt idx="495">
                  <c:v>-0.54773315143651036</c:v>
                </c:pt>
                <c:pt idx="496">
                  <c:v>-0.52151035394459155</c:v>
                </c:pt>
                <c:pt idx="497">
                  <c:v>-0.50233178634291487</c:v>
                </c:pt>
                <c:pt idx="498">
                  <c:v>-0.50704283447331622</c:v>
                </c:pt>
                <c:pt idx="499">
                  <c:v>-0.541643348719551</c:v>
                </c:pt>
                <c:pt idx="500">
                  <c:v>-0.56473839245128254</c:v>
                </c:pt>
                <c:pt idx="501">
                  <c:v>-0.61140452908970322</c:v>
                </c:pt>
                <c:pt idx="502">
                  <c:v>-0.65068656626377774</c:v>
                </c:pt>
                <c:pt idx="503">
                  <c:v>-0.7056312948961565</c:v>
                </c:pt>
                <c:pt idx="504">
                  <c:v>-0.74597831736299447</c:v>
                </c:pt>
                <c:pt idx="505">
                  <c:v>-0.78463569389348642</c:v>
                </c:pt>
                <c:pt idx="506">
                  <c:v>-0.86361368475277167</c:v>
                </c:pt>
                <c:pt idx="507">
                  <c:v>-0.91723110780761341</c:v>
                </c:pt>
                <c:pt idx="508">
                  <c:v>-0.94644831062154922</c:v>
                </c:pt>
                <c:pt idx="509">
                  <c:v>-0.94572691179728119</c:v>
                </c:pt>
                <c:pt idx="510">
                  <c:v>-0.92979429776127653</c:v>
                </c:pt>
                <c:pt idx="511">
                  <c:v>-0.88999227206809617</c:v>
                </c:pt>
                <c:pt idx="512">
                  <c:v>-0.87453648751948121</c:v>
                </c:pt>
                <c:pt idx="513">
                  <c:v>-0.87706020781956495</c:v>
                </c:pt>
                <c:pt idx="514">
                  <c:v>-0.9119228737708478</c:v>
                </c:pt>
                <c:pt idx="515">
                  <c:v>-0.91334454549425903</c:v>
                </c:pt>
                <c:pt idx="516">
                  <c:v>-0.91233383187729511</c:v>
                </c:pt>
                <c:pt idx="517">
                  <c:v>-0.94602864268420894</c:v>
                </c:pt>
                <c:pt idx="518">
                  <c:v>-0.96779447709311794</c:v>
                </c:pt>
                <c:pt idx="519">
                  <c:v>-1.0143525494620407</c:v>
                </c:pt>
                <c:pt idx="520">
                  <c:v>-1.0680937412490643</c:v>
                </c:pt>
                <c:pt idx="521">
                  <c:v>-1.1008729361404812</c:v>
                </c:pt>
                <c:pt idx="522">
                  <c:v>-1.1076379672747234</c:v>
                </c:pt>
                <c:pt idx="523">
                  <c:v>-1.136806811431478</c:v>
                </c:pt>
                <c:pt idx="524">
                  <c:v>-1.1916207961962115</c:v>
                </c:pt>
                <c:pt idx="525">
                  <c:v>-1.2127486368652158</c:v>
                </c:pt>
                <c:pt idx="526">
                  <c:v>-1.2325035512008409</c:v>
                </c:pt>
                <c:pt idx="527">
                  <c:v>-1.1920436661462794</c:v>
                </c:pt>
                <c:pt idx="528">
                  <c:v>-1.1614497864689557</c:v>
                </c:pt>
                <c:pt idx="529">
                  <c:v>-1.1877813699785755</c:v>
                </c:pt>
                <c:pt idx="530">
                  <c:v>-1.2099853490717314</c:v>
                </c:pt>
                <c:pt idx="531">
                  <c:v>-1.190724264430183</c:v>
                </c:pt>
                <c:pt idx="532">
                  <c:v>-1.1711337513636422</c:v>
                </c:pt>
                <c:pt idx="533">
                  <c:v>-1.2023953650728052</c:v>
                </c:pt>
                <c:pt idx="534">
                  <c:v>-1.225064184232427</c:v>
                </c:pt>
                <c:pt idx="535">
                  <c:v>-1.2639093627339344</c:v>
                </c:pt>
                <c:pt idx="536">
                  <c:v>-1.2732723850864593</c:v>
                </c:pt>
                <c:pt idx="537">
                  <c:v>-1.294757078005194</c:v>
                </c:pt>
                <c:pt idx="538">
                  <c:v>-1.2746104565545096</c:v>
                </c:pt>
                <c:pt idx="539">
                  <c:v>-1.2926890817393311</c:v>
                </c:pt>
                <c:pt idx="540">
                  <c:v>-1.3023067093145555</c:v>
                </c:pt>
                <c:pt idx="541">
                  <c:v>-1.3020504171655056</c:v>
                </c:pt>
                <c:pt idx="542">
                  <c:v>-1.3095311650378492</c:v>
                </c:pt>
                <c:pt idx="543">
                  <c:v>-1.3718636385448755</c:v>
                </c:pt>
                <c:pt idx="544">
                  <c:v>-1.4214840755146245</c:v>
                </c:pt>
                <c:pt idx="545">
                  <c:v>-1.414124930869197</c:v>
                </c:pt>
                <c:pt idx="546">
                  <c:v>-1.4240234255694397</c:v>
                </c:pt>
                <c:pt idx="547">
                  <c:v>-1.466676748046855</c:v>
                </c:pt>
                <c:pt idx="548">
                  <c:v>-1.4763160840695237</c:v>
                </c:pt>
                <c:pt idx="549">
                  <c:v>-1.4614799032035639</c:v>
                </c:pt>
                <c:pt idx="550">
                  <c:v>-1.4367232340969256</c:v>
                </c:pt>
                <c:pt idx="551">
                  <c:v>-1.4128996354590166</c:v>
                </c:pt>
                <c:pt idx="552">
                  <c:v>-1.4420476186799038</c:v>
                </c:pt>
                <c:pt idx="553">
                  <c:v>-1.4623994740180588</c:v>
                </c:pt>
                <c:pt idx="554">
                  <c:v>-1.4307963593232851</c:v>
                </c:pt>
                <c:pt idx="555">
                  <c:v>-1.3661810962578806</c:v>
                </c:pt>
                <c:pt idx="556">
                  <c:v>-1.2874255500386078</c:v>
                </c:pt>
                <c:pt idx="557">
                  <c:v>-1.2588276773285252</c:v>
                </c:pt>
                <c:pt idx="558">
                  <c:v>-1.2268103441431701</c:v>
                </c:pt>
                <c:pt idx="559">
                  <c:v>-1.2031988046160054</c:v>
                </c:pt>
                <c:pt idx="560">
                  <c:v>-1.1588793156166546</c:v>
                </c:pt>
                <c:pt idx="561">
                  <c:v>-1.0908830260273308</c:v>
                </c:pt>
                <c:pt idx="562">
                  <c:v>-1.011674933457128</c:v>
                </c:pt>
                <c:pt idx="563">
                  <c:v>-0.95604566428446003</c:v>
                </c:pt>
                <c:pt idx="564">
                  <c:v>-0.83421138160722241</c:v>
                </c:pt>
                <c:pt idx="565">
                  <c:v>-0.72642946522914642</c:v>
                </c:pt>
                <c:pt idx="566">
                  <c:v>-0.65141891706887978</c:v>
                </c:pt>
                <c:pt idx="567">
                  <c:v>-0.58324141540982721</c:v>
                </c:pt>
                <c:pt idx="568">
                  <c:v>-0.54493116534026553</c:v>
                </c:pt>
                <c:pt idx="569">
                  <c:v>-0.52814617881447046</c:v>
                </c:pt>
                <c:pt idx="570">
                  <c:v>-0.54846866078406431</c:v>
                </c:pt>
                <c:pt idx="571">
                  <c:v>-0.54386995197784171</c:v>
                </c:pt>
                <c:pt idx="572">
                  <c:v>-0.54138640688314399</c:v>
                </c:pt>
                <c:pt idx="573">
                  <c:v>-0.53218117700353795</c:v>
                </c:pt>
                <c:pt idx="574">
                  <c:v>-0.59046843267800786</c:v>
                </c:pt>
                <c:pt idx="575">
                  <c:v>-0.61268141781953878</c:v>
                </c:pt>
                <c:pt idx="576">
                  <c:v>-0.60256128325358838</c:v>
                </c:pt>
                <c:pt idx="577">
                  <c:v>-0.62623122252141106</c:v>
                </c:pt>
                <c:pt idx="578">
                  <c:v>-0.61983555733898477</c:v>
                </c:pt>
                <c:pt idx="579">
                  <c:v>-0.62617593844029706</c:v>
                </c:pt>
                <c:pt idx="580">
                  <c:v>-0.66113392362452195</c:v>
                </c:pt>
                <c:pt idx="581">
                  <c:v>-0.66782314733326764</c:v>
                </c:pt>
                <c:pt idx="582">
                  <c:v>-0.65867957082882511</c:v>
                </c:pt>
                <c:pt idx="583">
                  <c:v>-0.63564484377267871</c:v>
                </c:pt>
                <c:pt idx="584">
                  <c:v>-0.62322964579674112</c:v>
                </c:pt>
                <c:pt idx="585">
                  <c:v>-0.63563555083504142</c:v>
                </c:pt>
                <c:pt idx="586">
                  <c:v>-0.6627705311717077</c:v>
                </c:pt>
                <c:pt idx="587">
                  <c:v>-0.67404637842085946</c:v>
                </c:pt>
                <c:pt idx="588">
                  <c:v>-0.67778416403028929</c:v>
                </c:pt>
                <c:pt idx="589">
                  <c:v>-0.61028205776633115</c:v>
                </c:pt>
                <c:pt idx="590">
                  <c:v>-0.54079790473476608</c:v>
                </c:pt>
                <c:pt idx="591">
                  <c:v>-0.45760680219487948</c:v>
                </c:pt>
                <c:pt idx="592">
                  <c:v>-0.38591127940003805</c:v>
                </c:pt>
                <c:pt idx="593">
                  <c:v>-0.30188140799237057</c:v>
                </c:pt>
                <c:pt idx="594">
                  <c:v>-0.22092179336089987</c:v>
                </c:pt>
                <c:pt idx="595">
                  <c:v>-0.13350105211085714</c:v>
                </c:pt>
                <c:pt idx="596">
                  <c:v>-9.6330012053494313E-2</c:v>
                </c:pt>
                <c:pt idx="597">
                  <c:v>-0.13401535265268488</c:v>
                </c:pt>
                <c:pt idx="598">
                  <c:v>-0.16412066281757443</c:v>
                </c:pt>
                <c:pt idx="599">
                  <c:v>-0.20586790752508505</c:v>
                </c:pt>
                <c:pt idx="600">
                  <c:v>-0.2682413792573205</c:v>
                </c:pt>
                <c:pt idx="601">
                  <c:v>-0.25656641099822891</c:v>
                </c:pt>
                <c:pt idx="602">
                  <c:v>-0.28994469166082421</c:v>
                </c:pt>
                <c:pt idx="603">
                  <c:v>-0.32269820076231054</c:v>
                </c:pt>
                <c:pt idx="604">
                  <c:v>-0.36291199231256022</c:v>
                </c:pt>
                <c:pt idx="605">
                  <c:v>-0.38998689502189265</c:v>
                </c:pt>
                <c:pt idx="606">
                  <c:v>-0.42113844485621477</c:v>
                </c:pt>
                <c:pt idx="607">
                  <c:v>-0.45012363124571103</c:v>
                </c:pt>
                <c:pt idx="608">
                  <c:v>-0.49354173422872616</c:v>
                </c:pt>
                <c:pt idx="609">
                  <c:v>-0.53279502964660252</c:v>
                </c:pt>
                <c:pt idx="610">
                  <c:v>-0.58590208628931906</c:v>
                </c:pt>
                <c:pt idx="611">
                  <c:v>-0.64944073728914653</c:v>
                </c:pt>
                <c:pt idx="612">
                  <c:v>-0.70600578359819965</c:v>
                </c:pt>
                <c:pt idx="613">
                  <c:v>-0.77096085146750626</c:v>
                </c:pt>
                <c:pt idx="614">
                  <c:v>-0.86217557500454733</c:v>
                </c:pt>
                <c:pt idx="615">
                  <c:v>-0.97329507866841114</c:v>
                </c:pt>
                <c:pt idx="616">
                  <c:v>-1.0559710449215254</c:v>
                </c:pt>
                <c:pt idx="617">
                  <c:v>-1.1169710673560109</c:v>
                </c:pt>
                <c:pt idx="618">
                  <c:v>-1.1314592405886914</c:v>
                </c:pt>
                <c:pt idx="619">
                  <c:v>-1.1354761232578519</c:v>
                </c:pt>
                <c:pt idx="620">
                  <c:v>-1.1316395381660536</c:v>
                </c:pt>
                <c:pt idx="621">
                  <c:v>-1.1121889257660804</c:v>
                </c:pt>
                <c:pt idx="622">
                  <c:v>-1.1526324583889487</c:v>
                </c:pt>
                <c:pt idx="623">
                  <c:v>-1.1586621176273708</c:v>
                </c:pt>
                <c:pt idx="624">
                  <c:v>-1.1810328146805966</c:v>
                </c:pt>
                <c:pt idx="625">
                  <c:v>-1.2126079897530588</c:v>
                </c:pt>
                <c:pt idx="626">
                  <c:v>-1.2186470634851456</c:v>
                </c:pt>
                <c:pt idx="627">
                  <c:v>-1.2208660819071904</c:v>
                </c:pt>
                <c:pt idx="628">
                  <c:v>-1.1896593624182634</c:v>
                </c:pt>
                <c:pt idx="629">
                  <c:v>-1.1557937704145334</c:v>
                </c:pt>
                <c:pt idx="630">
                  <c:v>-1.1289426814645913</c:v>
                </c:pt>
                <c:pt idx="631">
                  <c:v>-1.1257548784229752</c:v>
                </c:pt>
                <c:pt idx="632">
                  <c:v>-1.0973825114794773</c:v>
                </c:pt>
                <c:pt idx="633">
                  <c:v>-1.1141926232855597</c:v>
                </c:pt>
                <c:pt idx="634">
                  <c:v>-1.1739127190701053</c:v>
                </c:pt>
                <c:pt idx="635">
                  <c:v>-1.2135881371336716</c:v>
                </c:pt>
                <c:pt idx="636">
                  <c:v>-1.2350973169698951</c:v>
                </c:pt>
                <c:pt idx="637">
                  <c:v>-1.213519463317724</c:v>
                </c:pt>
                <c:pt idx="638">
                  <c:v>-1.2201311350862742</c:v>
                </c:pt>
                <c:pt idx="639">
                  <c:v>-1.2294202202218143</c:v>
                </c:pt>
                <c:pt idx="640">
                  <c:v>-1.2135692368401318</c:v>
                </c:pt>
                <c:pt idx="641">
                  <c:v>-1.2098233040859938</c:v>
                </c:pt>
                <c:pt idx="642">
                  <c:v>-1.2024927549213484</c:v>
                </c:pt>
                <c:pt idx="643">
                  <c:v>-1.1879383787668008</c:v>
                </c:pt>
                <c:pt idx="644">
                  <c:v>-1.1808246980257346</c:v>
                </c:pt>
                <c:pt idx="645">
                  <c:v>-1.146658476103144</c:v>
                </c:pt>
                <c:pt idx="646">
                  <c:v>-1.1424482680972063</c:v>
                </c:pt>
                <c:pt idx="647">
                  <c:v>-1.1274552935906954</c:v>
                </c:pt>
                <c:pt idx="648">
                  <c:v>-1.0870576328647392</c:v>
                </c:pt>
                <c:pt idx="649">
                  <c:v>-1.0515520748372631</c:v>
                </c:pt>
                <c:pt idx="650">
                  <c:v>-0.99209318255037071</c:v>
                </c:pt>
                <c:pt idx="651">
                  <c:v>-0.97311206026568386</c:v>
                </c:pt>
                <c:pt idx="652">
                  <c:v>-0.90578306596594049</c:v>
                </c:pt>
                <c:pt idx="653">
                  <c:v>-0.89618418616858986</c:v>
                </c:pt>
                <c:pt idx="654">
                  <c:v>-0.84515084061140322</c:v>
                </c:pt>
                <c:pt idx="655">
                  <c:v>-0.7509407180097244</c:v>
                </c:pt>
                <c:pt idx="656">
                  <c:v>-0.66553596309340279</c:v>
                </c:pt>
                <c:pt idx="657">
                  <c:v>-0.57639750349029084</c:v>
                </c:pt>
                <c:pt idx="658">
                  <c:v>-0.4853666249459247</c:v>
                </c:pt>
                <c:pt idx="659">
                  <c:v>-0.3797443647918971</c:v>
                </c:pt>
                <c:pt idx="660">
                  <c:v>-0.2991578826031005</c:v>
                </c:pt>
                <c:pt idx="661">
                  <c:v>-0.19322412450633294</c:v>
                </c:pt>
                <c:pt idx="662">
                  <c:v>-0.16876790300506098</c:v>
                </c:pt>
                <c:pt idx="663">
                  <c:v>-0.10863421385583466</c:v>
                </c:pt>
                <c:pt idx="664">
                  <c:v>-1.8842630538899906E-2</c:v>
                </c:pt>
                <c:pt idx="665">
                  <c:v>6.9205494356245179E-2</c:v>
                </c:pt>
                <c:pt idx="666">
                  <c:v>9.4351861601360179E-2</c:v>
                </c:pt>
                <c:pt idx="667">
                  <c:v>0.17014928728932333</c:v>
                </c:pt>
                <c:pt idx="668">
                  <c:v>0.21431569028001379</c:v>
                </c:pt>
                <c:pt idx="669">
                  <c:v>0.22433008078291938</c:v>
                </c:pt>
                <c:pt idx="670">
                  <c:v>0.23034837025531363</c:v>
                </c:pt>
                <c:pt idx="671">
                  <c:v>0.20167391478556393</c:v>
                </c:pt>
                <c:pt idx="672">
                  <c:v>0.1804694924291273</c:v>
                </c:pt>
                <c:pt idx="673">
                  <c:v>0.13368094658135501</c:v>
                </c:pt>
                <c:pt idx="674">
                  <c:v>0.12031257481512117</c:v>
                </c:pt>
                <c:pt idx="675">
                  <c:v>9.1164475431744649E-2</c:v>
                </c:pt>
                <c:pt idx="676">
                  <c:v>9.2458284369585877E-2</c:v>
                </c:pt>
                <c:pt idx="677">
                  <c:v>6.8255739768624576E-2</c:v>
                </c:pt>
                <c:pt idx="678">
                  <c:v>1.2931351115398931E-2</c:v>
                </c:pt>
                <c:pt idx="679">
                  <c:v>-5.2132538246234206E-2</c:v>
                </c:pt>
                <c:pt idx="680">
                  <c:v>-0.10062031511291615</c:v>
                </c:pt>
                <c:pt idx="681">
                  <c:v>-0.13801353593202687</c:v>
                </c:pt>
                <c:pt idx="682">
                  <c:v>-0.23826012787951917</c:v>
                </c:pt>
                <c:pt idx="683">
                  <c:v>-0.26477381952705048</c:v>
                </c:pt>
                <c:pt idx="684">
                  <c:v>-0.35269877328875304</c:v>
                </c:pt>
                <c:pt idx="685">
                  <c:v>-0.44934301456084486</c:v>
                </c:pt>
                <c:pt idx="686">
                  <c:v>-0.54447193931105753</c:v>
                </c:pt>
                <c:pt idx="687">
                  <c:v>-0.61466998920788496</c:v>
                </c:pt>
                <c:pt idx="688">
                  <c:v>-0.66519833856614574</c:v>
                </c:pt>
                <c:pt idx="689">
                  <c:v>-0.7215972612293915</c:v>
                </c:pt>
                <c:pt idx="690">
                  <c:v>-0.74773989659894535</c:v>
                </c:pt>
                <c:pt idx="691">
                  <c:v>-0.7904675060065699</c:v>
                </c:pt>
                <c:pt idx="692">
                  <c:v>-0.85122361008106806</c:v>
                </c:pt>
                <c:pt idx="693">
                  <c:v>-0.86734436394245007</c:v>
                </c:pt>
                <c:pt idx="694">
                  <c:v>-0.91513309218149663</c:v>
                </c:pt>
                <c:pt idx="695">
                  <c:v>-0.97562197196227918</c:v>
                </c:pt>
                <c:pt idx="696">
                  <c:v>-1.0214687303441492</c:v>
                </c:pt>
                <c:pt idx="697">
                  <c:v>-1.05704042561064</c:v>
                </c:pt>
                <c:pt idx="698">
                  <c:v>-1.0428939210729291</c:v>
                </c:pt>
                <c:pt idx="699">
                  <c:v>-1.0398486975930492</c:v>
                </c:pt>
                <c:pt idx="700">
                  <c:v>-1.0466926557675953</c:v>
                </c:pt>
                <c:pt idx="701">
                  <c:v>-1.0406120744563958</c:v>
                </c:pt>
                <c:pt idx="702">
                  <c:v>-1.0988032577149394</c:v>
                </c:pt>
                <c:pt idx="703">
                  <c:v>-1.1087842447154495</c:v>
                </c:pt>
                <c:pt idx="704">
                  <c:v>-1.1282552876924812</c:v>
                </c:pt>
                <c:pt idx="705">
                  <c:v>-1.1404434047963905</c:v>
                </c:pt>
                <c:pt idx="706">
                  <c:v>-1.1449386234976833</c:v>
                </c:pt>
                <c:pt idx="707">
                  <c:v>-1.1504293978261033</c:v>
                </c:pt>
                <c:pt idx="708">
                  <c:v>-1.1659719226404095</c:v>
                </c:pt>
                <c:pt idx="709">
                  <c:v>-1.2089163150960036</c:v>
                </c:pt>
                <c:pt idx="710">
                  <c:v>-1.1664670231918035</c:v>
                </c:pt>
                <c:pt idx="711">
                  <c:v>-1.153311330728779</c:v>
                </c:pt>
                <c:pt idx="712">
                  <c:v>-1.1512150432765509</c:v>
                </c:pt>
                <c:pt idx="713">
                  <c:v>-1.119180319472072</c:v>
                </c:pt>
                <c:pt idx="714">
                  <c:v>-1.0873284466594841</c:v>
                </c:pt>
                <c:pt idx="715">
                  <c:v>-1.0592737821630145</c:v>
                </c:pt>
                <c:pt idx="716">
                  <c:v>-1.0167418930740113</c:v>
                </c:pt>
                <c:pt idx="717">
                  <c:v>-0.96397233247339797</c:v>
                </c:pt>
                <c:pt idx="718">
                  <c:v>-0.91067454172981288</c:v>
                </c:pt>
                <c:pt idx="719">
                  <c:v>-0.94169214619467401</c:v>
                </c:pt>
                <c:pt idx="720">
                  <c:v>-0.89353405297391397</c:v>
                </c:pt>
                <c:pt idx="721">
                  <c:v>-0.87658264869164226</c:v>
                </c:pt>
                <c:pt idx="722">
                  <c:v>-0.89194364606705168</c:v>
                </c:pt>
                <c:pt idx="723">
                  <c:v>-0.84314477566974511</c:v>
                </c:pt>
                <c:pt idx="724">
                  <c:v>-0.80976294169297736</c:v>
                </c:pt>
                <c:pt idx="725">
                  <c:v>-0.83160344837928346</c:v>
                </c:pt>
                <c:pt idx="726">
                  <c:v>-0.83297369360114237</c:v>
                </c:pt>
                <c:pt idx="727">
                  <c:v>-0.81260994419951971</c:v>
                </c:pt>
                <c:pt idx="728">
                  <c:v>-0.78772461817112038</c:v>
                </c:pt>
                <c:pt idx="729">
                  <c:v>-0.73650189554649603</c:v>
                </c:pt>
                <c:pt idx="730">
                  <c:v>-0.68761004114825575</c:v>
                </c:pt>
                <c:pt idx="731">
                  <c:v>-0.71691578715659909</c:v>
                </c:pt>
                <c:pt idx="732">
                  <c:v>-0.74397354011560046</c:v>
                </c:pt>
                <c:pt idx="733">
                  <c:v>-0.76053073751442923</c:v>
                </c:pt>
                <c:pt idx="734">
                  <c:v>-0.79513431216061037</c:v>
                </c:pt>
                <c:pt idx="735">
                  <c:v>-0.83874763310285749</c:v>
                </c:pt>
                <c:pt idx="736">
                  <c:v>-0.84183206827737245</c:v>
                </c:pt>
                <c:pt idx="737">
                  <c:v>-0.83545336973181816</c:v>
                </c:pt>
                <c:pt idx="738">
                  <c:v>-0.82264526459794451</c:v>
                </c:pt>
                <c:pt idx="739">
                  <c:v>-0.86087837010366597</c:v>
                </c:pt>
                <c:pt idx="740">
                  <c:v>-0.84716660438340208</c:v>
                </c:pt>
                <c:pt idx="741">
                  <c:v>-0.868440229989485</c:v>
                </c:pt>
                <c:pt idx="742">
                  <c:v>-0.88384069512812069</c:v>
                </c:pt>
                <c:pt idx="743">
                  <c:v>-0.87989387013490739</c:v>
                </c:pt>
                <c:pt idx="744">
                  <c:v>-0.86480661813540705</c:v>
                </c:pt>
                <c:pt idx="745">
                  <c:v>-0.85652800017440756</c:v>
                </c:pt>
                <c:pt idx="746">
                  <c:v>-0.80000454174634539</c:v>
                </c:pt>
                <c:pt idx="747">
                  <c:v>-0.80385009981640343</c:v>
                </c:pt>
                <c:pt idx="748">
                  <c:v>-0.86205180970480533</c:v>
                </c:pt>
                <c:pt idx="749">
                  <c:v>-0.89256188436845296</c:v>
                </c:pt>
                <c:pt idx="750">
                  <c:v>-0.9203979223107035</c:v>
                </c:pt>
                <c:pt idx="751">
                  <c:v>-0.95498217785270478</c:v>
                </c:pt>
                <c:pt idx="752">
                  <c:v>-0.98872141571807359</c:v>
                </c:pt>
                <c:pt idx="753">
                  <c:v>-1.0027734327546554</c:v>
                </c:pt>
                <c:pt idx="754">
                  <c:v>-1.010964484050255</c:v>
                </c:pt>
                <c:pt idx="755">
                  <c:v>-1.0159123719209096</c:v>
                </c:pt>
                <c:pt idx="756">
                  <c:v>-1.0184339315373243</c:v>
                </c:pt>
                <c:pt idx="757">
                  <c:v>-1.0488387557821568</c:v>
                </c:pt>
                <c:pt idx="758">
                  <c:v>-1.0594544435384115</c:v>
                </c:pt>
                <c:pt idx="759">
                  <c:v>-1.0897284898765986</c:v>
                </c:pt>
                <c:pt idx="760">
                  <c:v>-1.1354103458160736</c:v>
                </c:pt>
                <c:pt idx="761">
                  <c:v>-1.1762002978181245</c:v>
                </c:pt>
                <c:pt idx="762">
                  <c:v>-1.2254332244434309</c:v>
                </c:pt>
                <c:pt idx="763">
                  <c:v>-1.2978608683838155</c:v>
                </c:pt>
                <c:pt idx="764">
                  <c:v>-1.3618483923294791</c:v>
                </c:pt>
                <c:pt idx="765">
                  <c:v>-1.3871868502580393</c:v>
                </c:pt>
                <c:pt idx="766">
                  <c:v>-1.4398187013940631</c:v>
                </c:pt>
                <c:pt idx="767">
                  <c:v>-1.5265427974580514</c:v>
                </c:pt>
                <c:pt idx="768">
                  <c:v>-1.5513875084521274</c:v>
                </c:pt>
                <c:pt idx="769">
                  <c:v>-1.5360188671224491</c:v>
                </c:pt>
                <c:pt idx="770">
                  <c:v>-1.5090293041795428</c:v>
                </c:pt>
                <c:pt idx="771">
                  <c:v>-1.5174691811071559</c:v>
                </c:pt>
                <c:pt idx="772">
                  <c:v>-1.5159505686742272</c:v>
                </c:pt>
                <c:pt idx="773">
                  <c:v>-1.4906467483907035</c:v>
                </c:pt>
                <c:pt idx="774">
                  <c:v>-1.4786440299094759</c:v>
                </c:pt>
                <c:pt idx="775">
                  <c:v>-1.5370911310782485</c:v>
                </c:pt>
                <c:pt idx="776">
                  <c:v>-1.5580613108874417</c:v>
                </c:pt>
                <c:pt idx="777">
                  <c:v>-1.6219466055213352</c:v>
                </c:pt>
                <c:pt idx="778">
                  <c:v>-1.6328197057072134</c:v>
                </c:pt>
                <c:pt idx="779">
                  <c:v>-1.6995774400827452</c:v>
                </c:pt>
                <c:pt idx="780">
                  <c:v>-1.7803674579267816</c:v>
                </c:pt>
                <c:pt idx="781">
                  <c:v>-1.8375260795455695</c:v>
                </c:pt>
                <c:pt idx="782">
                  <c:v>-1.8905837515957136</c:v>
                </c:pt>
                <c:pt idx="783">
                  <c:v>-1.927449160700613</c:v>
                </c:pt>
                <c:pt idx="784">
                  <c:v>-1.9549696416838531</c:v>
                </c:pt>
                <c:pt idx="785">
                  <c:v>-1.9727060037321846</c:v>
                </c:pt>
                <c:pt idx="786">
                  <c:v>-2.056461251499444</c:v>
                </c:pt>
                <c:pt idx="787">
                  <c:v>-2.1062721474709876</c:v>
                </c:pt>
                <c:pt idx="788">
                  <c:v>-2.0571263143976215</c:v>
                </c:pt>
                <c:pt idx="789">
                  <c:v>-1.9978184003562152</c:v>
                </c:pt>
                <c:pt idx="790">
                  <c:v>-1.9542644209788413</c:v>
                </c:pt>
                <c:pt idx="791">
                  <c:v>-1.9561028527755757</c:v>
                </c:pt>
                <c:pt idx="792">
                  <c:v>-1.9413557867321585</c:v>
                </c:pt>
                <c:pt idx="793">
                  <c:v>-1.9322194480208648</c:v>
                </c:pt>
                <c:pt idx="794">
                  <c:v>-1.93724707613172</c:v>
                </c:pt>
                <c:pt idx="795">
                  <c:v>-1.9524880568444511</c:v>
                </c:pt>
                <c:pt idx="796">
                  <c:v>-1.8885713398403887</c:v>
                </c:pt>
                <c:pt idx="797">
                  <c:v>-1.8355851851373117</c:v>
                </c:pt>
                <c:pt idx="798">
                  <c:v>-1.7391822568760447</c:v>
                </c:pt>
                <c:pt idx="799">
                  <c:v>-1.7179757303805638</c:v>
                </c:pt>
                <c:pt idx="800">
                  <c:v>-1.6814836191446547</c:v>
                </c:pt>
                <c:pt idx="801">
                  <c:v>-1.6104815621010005</c:v>
                </c:pt>
                <c:pt idx="802">
                  <c:v>-1.5458475132735876</c:v>
                </c:pt>
                <c:pt idx="803">
                  <c:v>-1.4841309697737699</c:v>
                </c:pt>
                <c:pt idx="804">
                  <c:v>-1.4033485510599122</c:v>
                </c:pt>
                <c:pt idx="805">
                  <c:v>-1.294317974972937</c:v>
                </c:pt>
                <c:pt idx="806">
                  <c:v>-1.2011445190945562</c:v>
                </c:pt>
                <c:pt idx="807">
                  <c:v>-1.0863491243568895</c:v>
                </c:pt>
                <c:pt idx="808">
                  <c:v>-1.0138964461953577</c:v>
                </c:pt>
                <c:pt idx="809">
                  <c:v>-1.0110656729042151</c:v>
                </c:pt>
                <c:pt idx="810">
                  <c:v>-0.97398185839907025</c:v>
                </c:pt>
                <c:pt idx="811">
                  <c:v>-0.92765257924437738</c:v>
                </c:pt>
                <c:pt idx="812">
                  <c:v>-0.83320538664265154</c:v>
                </c:pt>
                <c:pt idx="813">
                  <c:v>-0.71341458350519549</c:v>
                </c:pt>
                <c:pt idx="814">
                  <c:v>-0.61763282356715798</c:v>
                </c:pt>
                <c:pt idx="815">
                  <c:v>-0.54613448738669457</c:v>
                </c:pt>
                <c:pt idx="816">
                  <c:v>-0.46357552365577714</c:v>
                </c:pt>
                <c:pt idx="817">
                  <c:v>-0.39656471719793318</c:v>
                </c:pt>
                <c:pt idx="818">
                  <c:v>-0.35645618560100262</c:v>
                </c:pt>
                <c:pt idx="819">
                  <c:v>-0.34113299809863479</c:v>
                </c:pt>
                <c:pt idx="820">
                  <c:v>-0.27850844541095615</c:v>
                </c:pt>
                <c:pt idx="821">
                  <c:v>-0.22359580776595978</c:v>
                </c:pt>
                <c:pt idx="822">
                  <c:v>-0.18495701494599179</c:v>
                </c:pt>
                <c:pt idx="823">
                  <c:v>-0.13263352668771264</c:v>
                </c:pt>
                <c:pt idx="824">
                  <c:v>-5.4557411560495324E-2</c:v>
                </c:pt>
                <c:pt idx="825">
                  <c:v>-1.588843920314463E-2</c:v>
                </c:pt>
                <c:pt idx="826">
                  <c:v>2.6720044507011712E-2</c:v>
                </c:pt>
                <c:pt idx="827">
                  <c:v>6.3852205554232488E-2</c:v>
                </c:pt>
                <c:pt idx="828">
                  <c:v>7.4746063550666278E-2</c:v>
                </c:pt>
                <c:pt idx="829">
                  <c:v>0.13419674460201617</c:v>
                </c:pt>
                <c:pt idx="830">
                  <c:v>0.18980727263606839</c:v>
                </c:pt>
                <c:pt idx="831">
                  <c:v>0.21431390697009395</c:v>
                </c:pt>
                <c:pt idx="832">
                  <c:v>0.20350712800457532</c:v>
                </c:pt>
                <c:pt idx="833">
                  <c:v>0.17612477966436424</c:v>
                </c:pt>
                <c:pt idx="834">
                  <c:v>0.1327184559618059</c:v>
                </c:pt>
                <c:pt idx="835">
                  <c:v>0.14631868563352979</c:v>
                </c:pt>
                <c:pt idx="836">
                  <c:v>0.19102214663705755</c:v>
                </c:pt>
                <c:pt idx="837">
                  <c:v>0.22949532386316343</c:v>
                </c:pt>
                <c:pt idx="838">
                  <c:v>0.26313700033134518</c:v>
                </c:pt>
                <c:pt idx="839">
                  <c:v>0.28233327662877039</c:v>
                </c:pt>
                <c:pt idx="840">
                  <c:v>0.33127145346121006</c:v>
                </c:pt>
                <c:pt idx="841">
                  <c:v>0.37700133124780272</c:v>
                </c:pt>
                <c:pt idx="842">
                  <c:v>0.40156351571810556</c:v>
                </c:pt>
                <c:pt idx="843">
                  <c:v>0.39736441599482608</c:v>
                </c:pt>
                <c:pt idx="844">
                  <c:v>0.38472247143385752</c:v>
                </c:pt>
                <c:pt idx="845">
                  <c:v>0.38909299452575741</c:v>
                </c:pt>
                <c:pt idx="846">
                  <c:v>0.39981455133718374</c:v>
                </c:pt>
                <c:pt idx="847">
                  <c:v>0.34826101348641991</c:v>
                </c:pt>
                <c:pt idx="848">
                  <c:v>0.28225336524671024</c:v>
                </c:pt>
                <c:pt idx="849">
                  <c:v>0.25738642351035834</c:v>
                </c:pt>
                <c:pt idx="850">
                  <c:v>0.24508509192516348</c:v>
                </c:pt>
                <c:pt idx="851">
                  <c:v>0.28522094165881212</c:v>
                </c:pt>
                <c:pt idx="852">
                  <c:v>0.25410736018783392</c:v>
                </c:pt>
                <c:pt idx="853">
                  <c:v>0.22097027728471644</c:v>
                </c:pt>
                <c:pt idx="854">
                  <c:v>0.14449337408081792</c:v>
                </c:pt>
                <c:pt idx="855">
                  <c:v>-7.9601421421603962E-3</c:v>
                </c:pt>
                <c:pt idx="856">
                  <c:v>-0.20612117493052148</c:v>
                </c:pt>
                <c:pt idx="857">
                  <c:v>-0.41907969657693539</c:v>
                </c:pt>
                <c:pt idx="858">
                  <c:v>-0.63433764301780504</c:v>
                </c:pt>
                <c:pt idx="859">
                  <c:v>-0.78384645008519727</c:v>
                </c:pt>
                <c:pt idx="860">
                  <c:v>-0.90241756562487063</c:v>
                </c:pt>
                <c:pt idx="861">
                  <c:v>-1.0693130858701332</c:v>
                </c:pt>
                <c:pt idx="862">
                  <c:v>-1.2215937332491769</c:v>
                </c:pt>
                <c:pt idx="863">
                  <c:v>-1.3476340137451632</c:v>
                </c:pt>
                <c:pt idx="864">
                  <c:v>-1.4514532377493856</c:v>
                </c:pt>
                <c:pt idx="865">
                  <c:v>-1.5485177120347171</c:v>
                </c:pt>
                <c:pt idx="866">
                  <c:v>-1.6719799634302073</c:v>
                </c:pt>
                <c:pt idx="867">
                  <c:v>-1.8088661971073923</c:v>
                </c:pt>
                <c:pt idx="868">
                  <c:v>-1.8318764843632183</c:v>
                </c:pt>
                <c:pt idx="869">
                  <c:v>-1.8399401810684286</c:v>
                </c:pt>
                <c:pt idx="870">
                  <c:v>-1.887198179936153</c:v>
                </c:pt>
                <c:pt idx="871">
                  <c:v>-1.9474669970654408</c:v>
                </c:pt>
                <c:pt idx="872">
                  <c:v>-2.0142085436139956</c:v>
                </c:pt>
                <c:pt idx="873">
                  <c:v>-2.0125876590991241</c:v>
                </c:pt>
                <c:pt idx="874">
                  <c:v>-2.0044001676876193</c:v>
                </c:pt>
                <c:pt idx="875">
                  <c:v>-2.0026520748725658</c:v>
                </c:pt>
                <c:pt idx="876">
                  <c:v>-1.934648639015248</c:v>
                </c:pt>
                <c:pt idx="877">
                  <c:v>-1.8451453050135</c:v>
                </c:pt>
                <c:pt idx="878">
                  <c:v>-1.7593834102428039</c:v>
                </c:pt>
                <c:pt idx="879">
                  <c:v>-1.6900385298829208</c:v>
                </c:pt>
                <c:pt idx="880">
                  <c:v>-1.6552281392822283</c:v>
                </c:pt>
                <c:pt idx="881">
                  <c:v>-1.6466747411640092</c:v>
                </c:pt>
                <c:pt idx="882">
                  <c:v>-1.6245238174572063</c:v>
                </c:pt>
                <c:pt idx="883">
                  <c:v>-1.6498855288272436</c:v>
                </c:pt>
                <c:pt idx="884">
                  <c:v>-1.6016360059832906</c:v>
                </c:pt>
                <c:pt idx="885">
                  <c:v>-1.5414354079283388</c:v>
                </c:pt>
                <c:pt idx="886">
                  <c:v>-1.5088565714017599</c:v>
                </c:pt>
                <c:pt idx="887">
                  <c:v>-1.4729412204739434</c:v>
                </c:pt>
                <c:pt idx="888">
                  <c:v>-1.4215083714763819</c:v>
                </c:pt>
                <c:pt idx="889">
                  <c:v>-1.427885230308501</c:v>
                </c:pt>
                <c:pt idx="890">
                  <c:v>-1.4509754510833011</c:v>
                </c:pt>
                <c:pt idx="891">
                  <c:v>-1.4682270111820228</c:v>
                </c:pt>
                <c:pt idx="892">
                  <c:v>-1.4825708914945397</c:v>
                </c:pt>
                <c:pt idx="893">
                  <c:v>-1.5345343789905348</c:v>
                </c:pt>
                <c:pt idx="894">
                  <c:v>-1.5830156499812866</c:v>
                </c:pt>
                <c:pt idx="895">
                  <c:v>-1.5841499014812097</c:v>
                </c:pt>
                <c:pt idx="896">
                  <c:v>-1.5445739894440917</c:v>
                </c:pt>
                <c:pt idx="897">
                  <c:v>-1.4742030661665773</c:v>
                </c:pt>
                <c:pt idx="898">
                  <c:v>-1.4264318061919941</c:v>
                </c:pt>
                <c:pt idx="899">
                  <c:v>-1.3474131663417894</c:v>
                </c:pt>
                <c:pt idx="900">
                  <c:v>-1.2713545683976752</c:v>
                </c:pt>
                <c:pt idx="901">
                  <c:v>-1.2392969184255258</c:v>
                </c:pt>
                <c:pt idx="902">
                  <c:v>-1.1901875399108961</c:v>
                </c:pt>
                <c:pt idx="903">
                  <c:v>-1.0809151119534512</c:v>
                </c:pt>
                <c:pt idx="904">
                  <c:v>-0.91884890180926659</c:v>
                </c:pt>
                <c:pt idx="905">
                  <c:v>-0.8294511020366433</c:v>
                </c:pt>
                <c:pt idx="906">
                  <c:v>-0.75912012209256785</c:v>
                </c:pt>
                <c:pt idx="907">
                  <c:v>-0.63515091199990459</c:v>
                </c:pt>
                <c:pt idx="908">
                  <c:v>-0.52659027646648771</c:v>
                </c:pt>
                <c:pt idx="909">
                  <c:v>-0.42939014881081117</c:v>
                </c:pt>
                <c:pt idx="910">
                  <c:v>-0.33336625410932907</c:v>
                </c:pt>
                <c:pt idx="911">
                  <c:v>-0.19366961164254193</c:v>
                </c:pt>
                <c:pt idx="912">
                  <c:v>-5.1102032132086507E-2</c:v>
                </c:pt>
                <c:pt idx="913">
                  <c:v>0.10862913195601263</c:v>
                </c:pt>
                <c:pt idx="914">
                  <c:v>0.23687932140728302</c:v>
                </c:pt>
                <c:pt idx="915">
                  <c:v>0.36309190830156424</c:v>
                </c:pt>
                <c:pt idx="916">
                  <c:v>0.48395908566426149</c:v>
                </c:pt>
                <c:pt idx="917">
                  <c:v>0.56782507478778799</c:v>
                </c:pt>
                <c:pt idx="918">
                  <c:v>0.6079590358447301</c:v>
                </c:pt>
                <c:pt idx="919">
                  <c:v>0.68355887757952916</c:v>
                </c:pt>
                <c:pt idx="920">
                  <c:v>0.7147546634845422</c:v>
                </c:pt>
                <c:pt idx="921">
                  <c:v>0.80029490844046525</c:v>
                </c:pt>
                <c:pt idx="922">
                  <c:v>0.89112079986848758</c:v>
                </c:pt>
                <c:pt idx="923">
                  <c:v>0.94768513867797033</c:v>
                </c:pt>
                <c:pt idx="924">
                  <c:v>1.0043633524197815</c:v>
                </c:pt>
                <c:pt idx="925">
                  <c:v>1.0408105869026372</c:v>
                </c:pt>
                <c:pt idx="926">
                  <c:v>1.0866239455942932</c:v>
                </c:pt>
                <c:pt idx="927">
                  <c:v>1.1103518978870988</c:v>
                </c:pt>
                <c:pt idx="928">
                  <c:v>1.0793008182958841</c:v>
                </c:pt>
                <c:pt idx="929">
                  <c:v>1.028969428187692</c:v>
                </c:pt>
                <c:pt idx="930">
                  <c:v>1.0222190583363722</c:v>
                </c:pt>
                <c:pt idx="931">
                  <c:v>1.0200524648534715</c:v>
                </c:pt>
                <c:pt idx="932">
                  <c:v>0.96069885641007657</c:v>
                </c:pt>
                <c:pt idx="933">
                  <c:v>0.9930150746044718</c:v>
                </c:pt>
                <c:pt idx="934">
                  <c:v>1.0278512970776124</c:v>
                </c:pt>
                <c:pt idx="935">
                  <c:v>1.1231410662032972</c:v>
                </c:pt>
                <c:pt idx="936">
                  <c:v>1.1991302344634009</c:v>
                </c:pt>
                <c:pt idx="937">
                  <c:v>1.2340554231777467</c:v>
                </c:pt>
                <c:pt idx="938">
                  <c:v>1.2719752627315291</c:v>
                </c:pt>
                <c:pt idx="939">
                  <c:v>1.2751860662856296</c:v>
                </c:pt>
                <c:pt idx="940">
                  <c:v>1.2635335333879285</c:v>
                </c:pt>
                <c:pt idx="941">
                  <c:v>1.3201058014321154</c:v>
                </c:pt>
                <c:pt idx="942">
                  <c:v>1.2983323635693613</c:v>
                </c:pt>
                <c:pt idx="943">
                  <c:v>1.2790100523016574</c:v>
                </c:pt>
                <c:pt idx="944">
                  <c:v>1.3376542985137228</c:v>
                </c:pt>
                <c:pt idx="945">
                  <c:v>1.3639112784055709</c:v>
                </c:pt>
                <c:pt idx="946">
                  <c:v>1.3456018215212915</c:v>
                </c:pt>
                <c:pt idx="947">
                  <c:v>1.3181236562405598</c:v>
                </c:pt>
                <c:pt idx="948">
                  <c:v>1.3483608151890125</c:v>
                </c:pt>
                <c:pt idx="949">
                  <c:v>1.4310632292442469</c:v>
                </c:pt>
                <c:pt idx="950">
                  <c:v>1.4853802818472599</c:v>
                </c:pt>
                <c:pt idx="951">
                  <c:v>1.546391608396545</c:v>
                </c:pt>
                <c:pt idx="952">
                  <c:v>1.6129221728947503</c:v>
                </c:pt>
                <c:pt idx="953">
                  <c:v>1.6591168157279719</c:v>
                </c:pt>
                <c:pt idx="954">
                  <c:v>1.6405514016359808</c:v>
                </c:pt>
                <c:pt idx="955">
                  <c:v>1.5783041014114869</c:v>
                </c:pt>
                <c:pt idx="956">
                  <c:v>1.5175884806442674</c:v>
                </c:pt>
                <c:pt idx="957">
                  <c:v>1.4799002859219765</c:v>
                </c:pt>
                <c:pt idx="958">
                  <c:v>1.4396963368630058</c:v>
                </c:pt>
                <c:pt idx="959">
                  <c:v>1.3877349625875808</c:v>
                </c:pt>
                <c:pt idx="960">
                  <c:v>1.3241013796068117</c:v>
                </c:pt>
                <c:pt idx="961">
                  <c:v>1.2576904993045819</c:v>
                </c:pt>
                <c:pt idx="962">
                  <c:v>1.1353245703996524</c:v>
                </c:pt>
                <c:pt idx="963">
                  <c:v>1.1037148521107822</c:v>
                </c:pt>
                <c:pt idx="964">
                  <c:v>1.0628344198794148</c:v>
                </c:pt>
                <c:pt idx="965">
                  <c:v>0.9966898187389901</c:v>
                </c:pt>
                <c:pt idx="966">
                  <c:v>0.91859700091542618</c:v>
                </c:pt>
                <c:pt idx="967">
                  <c:v>0.82114295629939371</c:v>
                </c:pt>
                <c:pt idx="968">
                  <c:v>0.7708053452559156</c:v>
                </c:pt>
                <c:pt idx="969">
                  <c:v>0.68829266369128062</c:v>
                </c:pt>
                <c:pt idx="970">
                  <c:v>0.60797100597147036</c:v>
                </c:pt>
                <c:pt idx="971">
                  <c:v>0.59438458120465254</c:v>
                </c:pt>
                <c:pt idx="972">
                  <c:v>0.49958503106672392</c:v>
                </c:pt>
                <c:pt idx="973">
                  <c:v>0.39377543662535558</c:v>
                </c:pt>
                <c:pt idx="974">
                  <c:v>0.34444009907561829</c:v>
                </c:pt>
                <c:pt idx="975">
                  <c:v>0.30136593813199486</c:v>
                </c:pt>
                <c:pt idx="976">
                  <c:v>0.273319852311806</c:v>
                </c:pt>
                <c:pt idx="977">
                  <c:v>0.21748703858560967</c:v>
                </c:pt>
                <c:pt idx="978">
                  <c:v>0.10473921758972343</c:v>
                </c:pt>
                <c:pt idx="979">
                  <c:v>-6.3866855522429211E-3</c:v>
                </c:pt>
                <c:pt idx="980">
                  <c:v>-6.669742872552091E-2</c:v>
                </c:pt>
                <c:pt idx="981">
                  <c:v>-6.3336830671079439E-2</c:v>
                </c:pt>
                <c:pt idx="982">
                  <c:v>-8.6118603821699183E-2</c:v>
                </c:pt>
                <c:pt idx="983">
                  <c:v>-9.9702134618607149E-2</c:v>
                </c:pt>
                <c:pt idx="984">
                  <c:v>-0.11566662093551912</c:v>
                </c:pt>
                <c:pt idx="985">
                  <c:v>-8.6251473372199974E-2</c:v>
                </c:pt>
                <c:pt idx="986">
                  <c:v>-8.2442477938185085E-2</c:v>
                </c:pt>
                <c:pt idx="987">
                  <c:v>-8.6652647306322481E-2</c:v>
                </c:pt>
                <c:pt idx="988">
                  <c:v>-3.5248547325955219E-2</c:v>
                </c:pt>
                <c:pt idx="989">
                  <c:v>-3.9450683222375563E-2</c:v>
                </c:pt>
                <c:pt idx="990">
                  <c:v>6.7681434880730148E-4</c:v>
                </c:pt>
                <c:pt idx="991">
                  <c:v>1.6411181432778421E-2</c:v>
                </c:pt>
                <c:pt idx="992">
                  <c:v>1.1531258995314925E-2</c:v>
                </c:pt>
                <c:pt idx="993">
                  <c:v>7.3943717950869625E-2</c:v>
                </c:pt>
                <c:pt idx="994">
                  <c:v>0.10373755230099667</c:v>
                </c:pt>
                <c:pt idx="995">
                  <c:v>0.12362147037510034</c:v>
                </c:pt>
                <c:pt idx="996">
                  <c:v>0.14414823398596166</c:v>
                </c:pt>
                <c:pt idx="997">
                  <c:v>0.18118286828914304</c:v>
                </c:pt>
                <c:pt idx="998">
                  <c:v>0.21540451181382431</c:v>
                </c:pt>
                <c:pt idx="999">
                  <c:v>0.33215432354583996</c:v>
                </c:pt>
                <c:pt idx="1000">
                  <c:v>0.42267720150364219</c:v>
                </c:pt>
                <c:pt idx="1001">
                  <c:v>0.46365655888686313</c:v>
                </c:pt>
                <c:pt idx="1002">
                  <c:v>0.43903478820364922</c:v>
                </c:pt>
                <c:pt idx="1003">
                  <c:v>0.44852277810933094</c:v>
                </c:pt>
                <c:pt idx="1004">
                  <c:v>0.46192462877198426</c:v>
                </c:pt>
                <c:pt idx="1005">
                  <c:v>0.42880760467883644</c:v>
                </c:pt>
                <c:pt idx="1006">
                  <c:v>0.4256762616636805</c:v>
                </c:pt>
                <c:pt idx="1007">
                  <c:v>0.38872481287550603</c:v>
                </c:pt>
                <c:pt idx="1008">
                  <c:v>0.33520853634859382</c:v>
                </c:pt>
                <c:pt idx="1009">
                  <c:v>0.34420459933788505</c:v>
                </c:pt>
                <c:pt idx="1010">
                  <c:v>0.34708219049772032</c:v>
                </c:pt>
                <c:pt idx="1011">
                  <c:v>0.3483253069412835</c:v>
                </c:pt>
                <c:pt idx="1012">
                  <c:v>0.31217318646508541</c:v>
                </c:pt>
                <c:pt idx="1013">
                  <c:v>0.3195010787021953</c:v>
                </c:pt>
                <c:pt idx="1014">
                  <c:v>0.26051007078835731</c:v>
                </c:pt>
                <c:pt idx="1015">
                  <c:v>0.22183103040161939</c:v>
                </c:pt>
                <c:pt idx="1016">
                  <c:v>0.13693729166294952</c:v>
                </c:pt>
                <c:pt idx="1017">
                  <c:v>1.852714392912308E-2</c:v>
                </c:pt>
                <c:pt idx="1018">
                  <c:v>-5.0853209319796221E-2</c:v>
                </c:pt>
                <c:pt idx="1019">
                  <c:v>-0.10616731794173641</c:v>
                </c:pt>
                <c:pt idx="1020">
                  <c:v>-0.23283659144590982</c:v>
                </c:pt>
                <c:pt idx="1021">
                  <c:v>-0.31248559772988937</c:v>
                </c:pt>
                <c:pt idx="1022">
                  <c:v>-0.34259768073832131</c:v>
                </c:pt>
                <c:pt idx="1023">
                  <c:v>-0.3114063171530661</c:v>
                </c:pt>
                <c:pt idx="1024">
                  <c:v>-0.29865005103088771</c:v>
                </c:pt>
                <c:pt idx="1025">
                  <c:v>-0.31575494100529111</c:v>
                </c:pt>
                <c:pt idx="1026">
                  <c:v>-0.31266225025695776</c:v>
                </c:pt>
                <c:pt idx="1027">
                  <c:v>-0.33620186909727751</c:v>
                </c:pt>
                <c:pt idx="1028">
                  <c:v>-0.28649703265546372</c:v>
                </c:pt>
                <c:pt idx="1029">
                  <c:v>-0.21854851548822796</c:v>
                </c:pt>
                <c:pt idx="1030">
                  <c:v>-0.20009466840037665</c:v>
                </c:pt>
                <c:pt idx="1031">
                  <c:v>-0.1822858989948582</c:v>
                </c:pt>
                <c:pt idx="1032">
                  <c:v>-0.18003938179731913</c:v>
                </c:pt>
                <c:pt idx="1033">
                  <c:v>-0.12467380698615935</c:v>
                </c:pt>
                <c:pt idx="1034">
                  <c:v>-8.8756046255624388E-2</c:v>
                </c:pt>
                <c:pt idx="1035">
                  <c:v>-9.6845480269115818E-3</c:v>
                </c:pt>
                <c:pt idx="1036">
                  <c:v>3.5345242771883494E-2</c:v>
                </c:pt>
                <c:pt idx="1037">
                  <c:v>0.13318846860906192</c:v>
                </c:pt>
                <c:pt idx="1038">
                  <c:v>0.25258606533290279</c:v>
                </c:pt>
                <c:pt idx="1039">
                  <c:v>0.33561828034435082</c:v>
                </c:pt>
                <c:pt idx="1040">
                  <c:v>0.37669421831262961</c:v>
                </c:pt>
                <c:pt idx="1041">
                  <c:v>0.48611390611885091</c:v>
                </c:pt>
                <c:pt idx="1042">
                  <c:v>0.53125639285459891</c:v>
                </c:pt>
                <c:pt idx="1043">
                  <c:v>0.55951840647740458</c:v>
                </c:pt>
                <c:pt idx="1044">
                  <c:v>0.60193036455905902</c:v>
                </c:pt>
                <c:pt idx="1045">
                  <c:v>0.65532798862727815</c:v>
                </c:pt>
                <c:pt idx="1046">
                  <c:v>0.74727690855688866</c:v>
                </c:pt>
                <c:pt idx="1047">
                  <c:v>0.79300346311739578</c:v>
                </c:pt>
                <c:pt idx="1048">
                  <c:v>0.86851730381945236</c:v>
                </c:pt>
                <c:pt idx="1049">
                  <c:v>0.93120102642252922</c:v>
                </c:pt>
                <c:pt idx="1050">
                  <c:v>0.97618748047445825</c:v>
                </c:pt>
                <c:pt idx="1051">
                  <c:v>0.99967221530957417</c:v>
                </c:pt>
                <c:pt idx="1052">
                  <c:v>1.0307221925249672</c:v>
                </c:pt>
                <c:pt idx="1053">
                  <c:v>1.0872728854327878</c:v>
                </c:pt>
                <c:pt idx="1054">
                  <c:v>1.0945962070866231</c:v>
                </c:pt>
                <c:pt idx="1055">
                  <c:v>1.1377452987397998</c:v>
                </c:pt>
                <c:pt idx="1056">
                  <c:v>1.1218421423746396</c:v>
                </c:pt>
                <c:pt idx="1057">
                  <c:v>1.1653508556778329</c:v>
                </c:pt>
                <c:pt idx="1058">
                  <c:v>1.2036444028593463</c:v>
                </c:pt>
                <c:pt idx="1059">
                  <c:v>1.239899014317279</c:v>
                </c:pt>
                <c:pt idx="1060">
                  <c:v>1.2684786078366632</c:v>
                </c:pt>
                <c:pt idx="1061">
                  <c:v>1.3339037873457753</c:v>
                </c:pt>
                <c:pt idx="1062">
                  <c:v>1.3768641595473852</c:v>
                </c:pt>
                <c:pt idx="1063">
                  <c:v>1.4425006576077479</c:v>
                </c:pt>
                <c:pt idx="1064">
                  <c:v>1.4675685634794227</c:v>
                </c:pt>
                <c:pt idx="1065">
                  <c:v>1.4581819080821965</c:v>
                </c:pt>
                <c:pt idx="1066">
                  <c:v>1.4613592353640161</c:v>
                </c:pt>
                <c:pt idx="1067">
                  <c:v>1.4587923135232563</c:v>
                </c:pt>
                <c:pt idx="1068">
                  <c:v>1.4935720382008888</c:v>
                </c:pt>
                <c:pt idx="1069">
                  <c:v>1.4786066289406301</c:v>
                </c:pt>
                <c:pt idx="1070">
                  <c:v>1.4332505241161693</c:v>
                </c:pt>
                <c:pt idx="1071">
                  <c:v>1.3749911895724163</c:v>
                </c:pt>
                <c:pt idx="1072">
                  <c:v>1.3267865149174281</c:v>
                </c:pt>
                <c:pt idx="1073">
                  <c:v>1.2907695560925221</c:v>
                </c:pt>
                <c:pt idx="1074">
                  <c:v>1.2138687389733618</c:v>
                </c:pt>
                <c:pt idx="1075">
                  <c:v>1.1411067308499117</c:v>
                </c:pt>
                <c:pt idx="1076">
                  <c:v>1.013110519897668</c:v>
                </c:pt>
                <c:pt idx="1077">
                  <c:v>0.91202690095797423</c:v>
                </c:pt>
                <c:pt idx="1078">
                  <c:v>0.86478065973608031</c:v>
                </c:pt>
                <c:pt idx="1079">
                  <c:v>0.80298382466826668</c:v>
                </c:pt>
                <c:pt idx="1080">
                  <c:v>0.75636256792379708</c:v>
                </c:pt>
                <c:pt idx="1081">
                  <c:v>0.70729033205818304</c:v>
                </c:pt>
                <c:pt idx="1082">
                  <c:v>0.62713600037183093</c:v>
                </c:pt>
                <c:pt idx="1083">
                  <c:v>0.56431012936194014</c:v>
                </c:pt>
                <c:pt idx="1084">
                  <c:v>0.51554647095454897</c:v>
                </c:pt>
                <c:pt idx="1085">
                  <c:v>0.48650888172328877</c:v>
                </c:pt>
                <c:pt idx="1086">
                  <c:v>0.4551364488484258</c:v>
                </c:pt>
                <c:pt idx="1087">
                  <c:v>0.41895250150269764</c:v>
                </c:pt>
                <c:pt idx="1088">
                  <c:v>0.44889213410117679</c:v>
                </c:pt>
                <c:pt idx="1089">
                  <c:v>0.44099261001153761</c:v>
                </c:pt>
                <c:pt idx="1090">
                  <c:v>0.4953575689524482</c:v>
                </c:pt>
                <c:pt idx="1091">
                  <c:v>0.58132390287440805</c:v>
                </c:pt>
                <c:pt idx="1092">
                  <c:v>0.67374928646480114</c:v>
                </c:pt>
                <c:pt idx="1093">
                  <c:v>0.75354377725471366</c:v>
                </c:pt>
                <c:pt idx="1094">
                  <c:v>0.8494988622891847</c:v>
                </c:pt>
                <c:pt idx="1095">
                  <c:v>0.94889469181032504</c:v>
                </c:pt>
                <c:pt idx="1096">
                  <c:v>1.0558574605881197</c:v>
                </c:pt>
                <c:pt idx="1097">
                  <c:v>1.1509136245751304</c:v>
                </c:pt>
                <c:pt idx="1098">
                  <c:v>1.2680627582697255</c:v>
                </c:pt>
                <c:pt idx="1099">
                  <c:v>1.3123837220574035</c:v>
                </c:pt>
                <c:pt idx="1100">
                  <c:v>1.4038889671407115</c:v>
                </c:pt>
                <c:pt idx="1101">
                  <c:v>1.4406638021006053</c:v>
                </c:pt>
                <c:pt idx="1102">
                  <c:v>1.4510923989243081</c:v>
                </c:pt>
                <c:pt idx="1103">
                  <c:v>1.5187966489890523</c:v>
                </c:pt>
                <c:pt idx="1104">
                  <c:v>1.5742124035753504</c:v>
                </c:pt>
                <c:pt idx="1105">
                  <c:v>1.6070160638809123</c:v>
                </c:pt>
                <c:pt idx="1106">
                  <c:v>1.6702372017044012</c:v>
                </c:pt>
                <c:pt idx="1107">
                  <c:v>1.7517873261847989</c:v>
                </c:pt>
                <c:pt idx="1108">
                  <c:v>1.8128463260097214</c:v>
                </c:pt>
                <c:pt idx="1109">
                  <c:v>1.7916214143008569</c:v>
                </c:pt>
                <c:pt idx="1110">
                  <c:v>1.7915597013086735</c:v>
                </c:pt>
                <c:pt idx="1111">
                  <c:v>1.6836218357981336</c:v>
                </c:pt>
                <c:pt idx="1112">
                  <c:v>1.570167933892856</c:v>
                </c:pt>
                <c:pt idx="1113">
                  <c:v>1.513488188929371</c:v>
                </c:pt>
                <c:pt idx="1114">
                  <c:v>1.4776076320271232</c:v>
                </c:pt>
                <c:pt idx="1115">
                  <c:v>1.3971357401412217</c:v>
                </c:pt>
                <c:pt idx="1116">
                  <c:v>1.3192392860775868</c:v>
                </c:pt>
                <c:pt idx="1117">
                  <c:v>1.2474129625446562</c:v>
                </c:pt>
                <c:pt idx="1118">
                  <c:v>1.1663286123472549</c:v>
                </c:pt>
                <c:pt idx="1119">
                  <c:v>1.1291446198423893</c:v>
                </c:pt>
                <c:pt idx="1120">
                  <c:v>1.0784050837744141</c:v>
                </c:pt>
                <c:pt idx="1121">
                  <c:v>1.0181242214531168</c:v>
                </c:pt>
                <c:pt idx="1122">
                  <c:v>0.9981553854800489</c:v>
                </c:pt>
                <c:pt idx="1123">
                  <c:v>1.0018222581000136</c:v>
                </c:pt>
                <c:pt idx="1124">
                  <c:v>0.90997393980087615</c:v>
                </c:pt>
                <c:pt idx="1125">
                  <c:v>0.79360234262082474</c:v>
                </c:pt>
                <c:pt idx="1126">
                  <c:v>0.75337163935660056</c:v>
                </c:pt>
                <c:pt idx="1127">
                  <c:v>0.6956484204865343</c:v>
                </c:pt>
                <c:pt idx="1128">
                  <c:v>0.64768215900677517</c:v>
                </c:pt>
                <c:pt idx="1129">
                  <c:v>0.62746091085490585</c:v>
                </c:pt>
                <c:pt idx="1130">
                  <c:v>0.6009632358749013</c:v>
                </c:pt>
                <c:pt idx="1131">
                  <c:v>0.55069792340571067</c:v>
                </c:pt>
                <c:pt idx="1132">
                  <c:v>0.59191956796210576</c:v>
                </c:pt>
                <c:pt idx="1133">
                  <c:v>0.57197008874248401</c:v>
                </c:pt>
                <c:pt idx="1134">
                  <c:v>0.60664140623073881</c:v>
                </c:pt>
                <c:pt idx="1135">
                  <c:v>0.64037918288713702</c:v>
                </c:pt>
                <c:pt idx="1136">
                  <c:v>0.68810610927049831</c:v>
                </c:pt>
                <c:pt idx="1137">
                  <c:v>0.67002940195387917</c:v>
                </c:pt>
                <c:pt idx="1138">
                  <c:v>0.64910541574140512</c:v>
                </c:pt>
                <c:pt idx="1139">
                  <c:v>0.65732039912458484</c:v>
                </c:pt>
                <c:pt idx="1140">
                  <c:v>0.66162916396860993</c:v>
                </c:pt>
                <c:pt idx="1141">
                  <c:v>0.69179996186786541</c:v>
                </c:pt>
                <c:pt idx="1142">
                  <c:v>0.69363491896372975</c:v>
                </c:pt>
                <c:pt idx="1143">
                  <c:v>0.68479471221704469</c:v>
                </c:pt>
                <c:pt idx="1144">
                  <c:v>0.69105500571704559</c:v>
                </c:pt>
                <c:pt idx="1145">
                  <c:v>0.75714567848826042</c:v>
                </c:pt>
                <c:pt idx="1146">
                  <c:v>0.79356874534014155</c:v>
                </c:pt>
                <c:pt idx="1147">
                  <c:v>0.8349641519586708</c:v>
                </c:pt>
                <c:pt idx="1148">
                  <c:v>0.85401176750730279</c:v>
                </c:pt>
                <c:pt idx="1149">
                  <c:v>0.88707387415471906</c:v>
                </c:pt>
                <c:pt idx="1150">
                  <c:v>0.91761796197768775</c:v>
                </c:pt>
                <c:pt idx="1151">
                  <c:v>0.96393993490437901</c:v>
                </c:pt>
                <c:pt idx="1152">
                  <c:v>1.0607950573873464</c:v>
                </c:pt>
                <c:pt idx="1153">
                  <c:v>1.1055987141223684</c:v>
                </c:pt>
                <c:pt idx="1154">
                  <c:v>1.2173380033439165</c:v>
                </c:pt>
                <c:pt idx="1155">
                  <c:v>1.2276722880508995</c:v>
                </c:pt>
                <c:pt idx="1156">
                  <c:v>1.2451952716208248</c:v>
                </c:pt>
                <c:pt idx="1157">
                  <c:v>1.3044007199968506</c:v>
                </c:pt>
                <c:pt idx="1158">
                  <c:v>1.4364485774626825</c:v>
                </c:pt>
                <c:pt idx="1159">
                  <c:v>1.5675176522491778</c:v>
                </c:pt>
                <c:pt idx="1160">
                  <c:v>1.6417060441190756</c:v>
                </c:pt>
                <c:pt idx="1161">
                  <c:v>1.6744929532477719</c:v>
                </c:pt>
                <c:pt idx="1162">
                  <c:v>1.6915471188202476</c:v>
                </c:pt>
                <c:pt idx="1163">
                  <c:v>1.7204810320554758</c:v>
                </c:pt>
                <c:pt idx="1164">
                  <c:v>1.7368314610743323</c:v>
                </c:pt>
                <c:pt idx="1165">
                  <c:v>1.7962462533193546</c:v>
                </c:pt>
                <c:pt idx="1166">
                  <c:v>1.8231741533193646</c:v>
                </c:pt>
                <c:pt idx="1167">
                  <c:v>1.9411277700600187</c:v>
                </c:pt>
                <c:pt idx="1168">
                  <c:v>1.9483178286399823</c:v>
                </c:pt>
                <c:pt idx="1169">
                  <c:v>1.9773284476576687</c:v>
                </c:pt>
                <c:pt idx="1170">
                  <c:v>1.9735430226843123</c:v>
                </c:pt>
                <c:pt idx="1171">
                  <c:v>1.9223330466763446</c:v>
                </c:pt>
                <c:pt idx="1172">
                  <c:v>1.8943242288933952</c:v>
                </c:pt>
                <c:pt idx="1173">
                  <c:v>1.8330899124424314</c:v>
                </c:pt>
                <c:pt idx="1174">
                  <c:v>1.779816617374594</c:v>
                </c:pt>
                <c:pt idx="1175">
                  <c:v>1.7125153686054326</c:v>
                </c:pt>
                <c:pt idx="1176">
                  <c:v>1.6839733147124571</c:v>
                </c:pt>
                <c:pt idx="1177">
                  <c:v>1.6563426449963548</c:v>
                </c:pt>
                <c:pt idx="1178">
                  <c:v>1.6186015369994873</c:v>
                </c:pt>
                <c:pt idx="1179">
                  <c:v>1.5711611903002132</c:v>
                </c:pt>
                <c:pt idx="1180">
                  <c:v>1.5106673192901399</c:v>
                </c:pt>
                <c:pt idx="1181">
                  <c:v>1.4882387253700318</c:v>
                </c:pt>
                <c:pt idx="1182">
                  <c:v>1.5114434738578486</c:v>
                </c:pt>
                <c:pt idx="1183">
                  <c:v>1.5394836800222</c:v>
                </c:pt>
                <c:pt idx="1184">
                  <c:v>1.5171048200397228</c:v>
                </c:pt>
                <c:pt idx="1185">
                  <c:v>1.4547759008401724</c:v>
                </c:pt>
                <c:pt idx="1186">
                  <c:v>1.3144168801358782</c:v>
                </c:pt>
                <c:pt idx="1187">
                  <c:v>1.2112715254142794</c:v>
                </c:pt>
                <c:pt idx="1188">
                  <c:v>1.0432225263070207</c:v>
                </c:pt>
                <c:pt idx="1189">
                  <c:v>0.96604534723564484</c:v>
                </c:pt>
                <c:pt idx="1190">
                  <c:v>0.8655185046807784</c:v>
                </c:pt>
                <c:pt idx="1191">
                  <c:v>0.7795670186777921</c:v>
                </c:pt>
                <c:pt idx="1192">
                  <c:v>0.71343068409453136</c:v>
                </c:pt>
                <c:pt idx="1193">
                  <c:v>0.60368515549576596</c:v>
                </c:pt>
                <c:pt idx="1194">
                  <c:v>0.54008016982456808</c:v>
                </c:pt>
                <c:pt idx="1195">
                  <c:v>0.44049698986698443</c:v>
                </c:pt>
                <c:pt idx="1196">
                  <c:v>0.35184203628406879</c:v>
                </c:pt>
                <c:pt idx="1197">
                  <c:v>0.26043906207595086</c:v>
                </c:pt>
                <c:pt idx="1198">
                  <c:v>0.11314705268271846</c:v>
                </c:pt>
                <c:pt idx="1199">
                  <c:v>-4.3299418318061028E-2</c:v>
                </c:pt>
                <c:pt idx="1200">
                  <c:v>-0.17441486870467743</c:v>
                </c:pt>
                <c:pt idx="1201">
                  <c:v>-0.25928639762534772</c:v>
                </c:pt>
                <c:pt idx="1202">
                  <c:v>-0.33886586868308233</c:v>
                </c:pt>
                <c:pt idx="1203">
                  <c:v>-0.43396526737580549</c:v>
                </c:pt>
                <c:pt idx="1204">
                  <c:v>-0.51289499207860745</c:v>
                </c:pt>
                <c:pt idx="1205">
                  <c:v>-0.57690972461853895</c:v>
                </c:pt>
                <c:pt idx="1206">
                  <c:v>-0.58201268720950949</c:v>
                </c:pt>
                <c:pt idx="1207">
                  <c:v>-0.59642350345272244</c:v>
                </c:pt>
                <c:pt idx="1208">
                  <c:v>-0.63918451759739048</c:v>
                </c:pt>
                <c:pt idx="1209">
                  <c:v>-0.63091403259899892</c:v>
                </c:pt>
                <c:pt idx="1210">
                  <c:v>-0.65708963910405194</c:v>
                </c:pt>
                <c:pt idx="1211">
                  <c:v>-0.64070016228508031</c:v>
                </c:pt>
                <c:pt idx="1212">
                  <c:v>-0.62360763744837822</c:v>
                </c:pt>
                <c:pt idx="1213">
                  <c:v>-0.5987412024402694</c:v>
                </c:pt>
                <c:pt idx="1214">
                  <c:v>-0.55826600598343612</c:v>
                </c:pt>
                <c:pt idx="1215">
                  <c:v>-0.53436506585840149</c:v>
                </c:pt>
                <c:pt idx="1216">
                  <c:v>-0.48877189716457914</c:v>
                </c:pt>
                <c:pt idx="1217">
                  <c:v>-0.46592892488646015</c:v>
                </c:pt>
                <c:pt idx="1218">
                  <c:v>-0.42861294286624096</c:v>
                </c:pt>
                <c:pt idx="1219">
                  <c:v>-0.36270455391496503</c:v>
                </c:pt>
                <c:pt idx="1220">
                  <c:v>-0.29098006325324244</c:v>
                </c:pt>
                <c:pt idx="1221">
                  <c:v>-0.23439524503547807</c:v>
                </c:pt>
                <c:pt idx="1222">
                  <c:v>-0.18434181292006888</c:v>
                </c:pt>
                <c:pt idx="1223">
                  <c:v>-0.12429352677218415</c:v>
                </c:pt>
                <c:pt idx="1224">
                  <c:v>-8.3662267227690712E-2</c:v>
                </c:pt>
                <c:pt idx="1225">
                  <c:v>-0.11182365986096747</c:v>
                </c:pt>
                <c:pt idx="1226">
                  <c:v>-8.1604306676190883E-2</c:v>
                </c:pt>
                <c:pt idx="1227">
                  <c:v>-6.6011817021236763E-2</c:v>
                </c:pt>
                <c:pt idx="1228">
                  <c:v>-2.1067505307702353E-2</c:v>
                </c:pt>
                <c:pt idx="1229">
                  <c:v>7.0954530039401942E-2</c:v>
                </c:pt>
                <c:pt idx="1230">
                  <c:v>0.12512137056278935</c:v>
                </c:pt>
                <c:pt idx="1231">
                  <c:v>0.17018669141837087</c:v>
                </c:pt>
                <c:pt idx="1232">
                  <c:v>0.19341654508551848</c:v>
                </c:pt>
                <c:pt idx="1233">
                  <c:v>0.20503176734377324</c:v>
                </c:pt>
                <c:pt idx="1234">
                  <c:v>0.2393553163608009</c:v>
                </c:pt>
                <c:pt idx="1235">
                  <c:v>0.27693267891935708</c:v>
                </c:pt>
                <c:pt idx="1236">
                  <c:v>0.32313859853825344</c:v>
                </c:pt>
                <c:pt idx="1237">
                  <c:v>0.37626723068502083</c:v>
                </c:pt>
                <c:pt idx="1238">
                  <c:v>0.46923835093005445</c:v>
                </c:pt>
                <c:pt idx="1239">
                  <c:v>0.53755515336306925</c:v>
                </c:pt>
                <c:pt idx="1240">
                  <c:v>0.61088898247699863</c:v>
                </c:pt>
                <c:pt idx="1241">
                  <c:v>0.65978308565955079</c:v>
                </c:pt>
                <c:pt idx="1242">
                  <c:v>0.70048956778912408</c:v>
                </c:pt>
                <c:pt idx="1243">
                  <c:v>0.74770183302706417</c:v>
                </c:pt>
                <c:pt idx="1244">
                  <c:v>0.76998927760124714</c:v>
                </c:pt>
                <c:pt idx="1245">
                  <c:v>0.78847085646800519</c:v>
                </c:pt>
                <c:pt idx="1246">
                  <c:v>0.78678212864791064</c:v>
                </c:pt>
                <c:pt idx="1247">
                  <c:v>0.74031219199391507</c:v>
                </c:pt>
                <c:pt idx="1248">
                  <c:v>0.6831113298853263</c:v>
                </c:pt>
                <c:pt idx="1249">
                  <c:v>0.63881482552285118</c:v>
                </c:pt>
                <c:pt idx="1250">
                  <c:v>0.5577607918785964</c:v>
                </c:pt>
                <c:pt idx="1251">
                  <c:v>0.50324778240857604</c:v>
                </c:pt>
                <c:pt idx="1252">
                  <c:v>0.4116991028591695</c:v>
                </c:pt>
                <c:pt idx="1253">
                  <c:v>0.31400395826943217</c:v>
                </c:pt>
                <c:pt idx="1254">
                  <c:v>0.24208237252335257</c:v>
                </c:pt>
                <c:pt idx="1255">
                  <c:v>0.16432982720546138</c:v>
                </c:pt>
                <c:pt idx="1256">
                  <c:v>0.10390343030591315</c:v>
                </c:pt>
                <c:pt idx="1257">
                  <c:v>3.4603714043021427E-2</c:v>
                </c:pt>
                <c:pt idx="1258">
                  <c:v>-5.1169728558914787E-2</c:v>
                </c:pt>
                <c:pt idx="1259">
                  <c:v>-0.18392882397300855</c:v>
                </c:pt>
                <c:pt idx="1260">
                  <c:v>-0.27556574973998332</c:v>
                </c:pt>
                <c:pt idx="1261">
                  <c:v>-0.38798344182934391</c:v>
                </c:pt>
                <c:pt idx="1262">
                  <c:v>-0.47632224056527728</c:v>
                </c:pt>
                <c:pt idx="1263">
                  <c:v>-0.55608128286977287</c:v>
                </c:pt>
                <c:pt idx="1264">
                  <c:v>-0.6770185810330912</c:v>
                </c:pt>
                <c:pt idx="1265">
                  <c:v>-0.74910709949511356</c:v>
                </c:pt>
                <c:pt idx="1266">
                  <c:v>-0.84183068920683457</c:v>
                </c:pt>
                <c:pt idx="1267">
                  <c:v>-0.85670989736610925</c:v>
                </c:pt>
                <c:pt idx="1268">
                  <c:v>-0.85005824998476287</c:v>
                </c:pt>
                <c:pt idx="1269">
                  <c:v>-0.78691808508598993</c:v>
                </c:pt>
                <c:pt idx="1270">
                  <c:v>-0.76358669740194018</c:v>
                </c:pt>
                <c:pt idx="1271">
                  <c:v>-0.69420518297531497</c:v>
                </c:pt>
                <c:pt idx="1272">
                  <c:v>-0.75132031545059086</c:v>
                </c:pt>
                <c:pt idx="1273">
                  <c:v>-0.71292328701577812</c:v>
                </c:pt>
                <c:pt idx="1274">
                  <c:v>-0.68814804160799181</c:v>
                </c:pt>
                <c:pt idx="1275">
                  <c:v>-0.65040945472577583</c:v>
                </c:pt>
                <c:pt idx="1276">
                  <c:v>-0.60153400688511227</c:v>
                </c:pt>
                <c:pt idx="1277">
                  <c:v>-0.54048817187427878</c:v>
                </c:pt>
                <c:pt idx="1278">
                  <c:v>-0.47013349356617079</c:v>
                </c:pt>
                <c:pt idx="1279">
                  <c:v>-0.35859180403491975</c:v>
                </c:pt>
                <c:pt idx="1280">
                  <c:v>-0.24839548057399241</c:v>
                </c:pt>
                <c:pt idx="1281">
                  <c:v>-0.19560649366125638</c:v>
                </c:pt>
                <c:pt idx="1282">
                  <c:v>-9.5537633288621554E-2</c:v>
                </c:pt>
                <c:pt idx="1283">
                  <c:v>1.4686593887454651E-2</c:v>
                </c:pt>
                <c:pt idx="1284">
                  <c:v>9.9270886671976685E-2</c:v>
                </c:pt>
                <c:pt idx="1285">
                  <c:v>0.1797548327356791</c:v>
                </c:pt>
                <c:pt idx="1286">
                  <c:v>0.21520941791415882</c:v>
                </c:pt>
                <c:pt idx="1287">
                  <c:v>0.30128732202491049</c:v>
                </c:pt>
                <c:pt idx="1288">
                  <c:v>0.36494632098232571</c:v>
                </c:pt>
                <c:pt idx="1289">
                  <c:v>0.44501248367230767</c:v>
                </c:pt>
                <c:pt idx="1290">
                  <c:v>0.49629226118871456</c:v>
                </c:pt>
                <c:pt idx="1291">
                  <c:v>0.57359239574998155</c:v>
                </c:pt>
                <c:pt idx="1292">
                  <c:v>0.66476660290463818</c:v>
                </c:pt>
                <c:pt idx="1293">
                  <c:v>0.84144824407716845</c:v>
                </c:pt>
                <c:pt idx="1294">
                  <c:v>1.0016283608378487</c:v>
                </c:pt>
                <c:pt idx="1295">
                  <c:v>1.1613923959363659</c:v>
                </c:pt>
                <c:pt idx="1296">
                  <c:v>1.2378086774605812</c:v>
                </c:pt>
                <c:pt idx="1297">
                  <c:v>1.2841966014394306</c:v>
                </c:pt>
                <c:pt idx="1298">
                  <c:v>1.321424565122828</c:v>
                </c:pt>
                <c:pt idx="1299">
                  <c:v>1.3199604734040797</c:v>
                </c:pt>
                <c:pt idx="1300">
                  <c:v>1.2665605059692562</c:v>
                </c:pt>
                <c:pt idx="1301">
                  <c:v>1.2336397185251387</c:v>
                </c:pt>
                <c:pt idx="1302">
                  <c:v>1.2370116569838148</c:v>
                </c:pt>
                <c:pt idx="1303">
                  <c:v>1.2102421085140169</c:v>
                </c:pt>
                <c:pt idx="1304">
                  <c:v>1.1893991288489796</c:v>
                </c:pt>
                <c:pt idx="1305">
                  <c:v>1.1576248522363402</c:v>
                </c:pt>
                <c:pt idx="1306">
                  <c:v>1.1501127715031114</c:v>
                </c:pt>
                <c:pt idx="1307">
                  <c:v>1.1599982579043318</c:v>
                </c:pt>
                <c:pt idx="1308">
                  <c:v>1.1282213705177864</c:v>
                </c:pt>
                <c:pt idx="1309">
                  <c:v>1.1421121129292868</c:v>
                </c:pt>
                <c:pt idx="1310">
                  <c:v>1.0935648092155876</c:v>
                </c:pt>
                <c:pt idx="1311">
                  <c:v>1.0132275170484675</c:v>
                </c:pt>
                <c:pt idx="1312">
                  <c:v>0.94378695189544004</c:v>
                </c:pt>
                <c:pt idx="1313">
                  <c:v>0.81999331283074961</c:v>
                </c:pt>
                <c:pt idx="1314">
                  <c:v>0.71605802275112385</c:v>
                </c:pt>
                <c:pt idx="1315">
                  <c:v>0.57865724361187643</c:v>
                </c:pt>
                <c:pt idx="1316">
                  <c:v>0.46895741352207282</c:v>
                </c:pt>
                <c:pt idx="1317">
                  <c:v>0.41225965693341121</c:v>
                </c:pt>
                <c:pt idx="1318">
                  <c:v>0.35798436346809581</c:v>
                </c:pt>
                <c:pt idx="1319">
                  <c:v>0.30106655747836364</c:v>
                </c:pt>
                <c:pt idx="1320">
                  <c:v>0.25056015056585368</c:v>
                </c:pt>
                <c:pt idx="1321">
                  <c:v>0.25850788407255243</c:v>
                </c:pt>
                <c:pt idx="1322">
                  <c:v>0.27493440778009004</c:v>
                </c:pt>
                <c:pt idx="1323">
                  <c:v>0.24954151177546993</c:v>
                </c:pt>
                <c:pt idx="1324">
                  <c:v>0.25526308997606706</c:v>
                </c:pt>
                <c:pt idx="1325">
                  <c:v>0.2121713669723217</c:v>
                </c:pt>
                <c:pt idx="1326">
                  <c:v>0.18007713812447401</c:v>
                </c:pt>
                <c:pt idx="1327">
                  <c:v>0.17396998421690565</c:v>
                </c:pt>
                <c:pt idx="1328">
                  <c:v>0.17407792779973827</c:v>
                </c:pt>
                <c:pt idx="1329">
                  <c:v>0.21763028724361666</c:v>
                </c:pt>
                <c:pt idx="1330">
                  <c:v>0.2606279988641082</c:v>
                </c:pt>
                <c:pt idx="1331">
                  <c:v>0.33144490784840602</c:v>
                </c:pt>
                <c:pt idx="1332">
                  <c:v>0.44622698795533761</c:v>
                </c:pt>
                <c:pt idx="1333">
                  <c:v>0.54599716656730535</c:v>
                </c:pt>
                <c:pt idx="1334">
                  <c:v>0.64483541241652964</c:v>
                </c:pt>
                <c:pt idx="1335">
                  <c:v>0.67451772668683263</c:v>
                </c:pt>
                <c:pt idx="1336">
                  <c:v>0.70660891277706639</c:v>
                </c:pt>
                <c:pt idx="1337">
                  <c:v>0.70530835031674444</c:v>
                </c:pt>
                <c:pt idx="1338">
                  <c:v>0.70983224200776163</c:v>
                </c:pt>
                <c:pt idx="1339">
                  <c:v>0.74724737065697822</c:v>
                </c:pt>
                <c:pt idx="1340">
                  <c:v>0.7843016175140014</c:v>
                </c:pt>
                <c:pt idx="1341">
                  <c:v>0.86151259672932246</c:v>
                </c:pt>
                <c:pt idx="1342">
                  <c:v>0.91516673448936581</c:v>
                </c:pt>
                <c:pt idx="1343">
                  <c:v>0.93138602783788127</c:v>
                </c:pt>
                <c:pt idx="1344">
                  <c:v>0.97697904175440387</c:v>
                </c:pt>
                <c:pt idx="1345">
                  <c:v>0.9870462960589047</c:v>
                </c:pt>
                <c:pt idx="1346">
                  <c:v>0.9751063189102076</c:v>
                </c:pt>
                <c:pt idx="1347">
                  <c:v>0.96681594350802913</c:v>
                </c:pt>
                <c:pt idx="1348">
                  <c:v>0.95986834401027576</c:v>
                </c:pt>
                <c:pt idx="1349">
                  <c:v>0.93701067599765864</c:v>
                </c:pt>
                <c:pt idx="1350">
                  <c:v>0.94135994409412294</c:v>
                </c:pt>
                <c:pt idx="1351">
                  <c:v>0.91456504409425499</c:v>
                </c:pt>
                <c:pt idx="1352">
                  <c:v>0.91549430188616976</c:v>
                </c:pt>
                <c:pt idx="1353">
                  <c:v>0.93459071001649618</c:v>
                </c:pt>
                <c:pt idx="1354">
                  <c:v>0.88678737739434255</c:v>
                </c:pt>
                <c:pt idx="1355">
                  <c:v>0.87122201795661758</c:v>
                </c:pt>
                <c:pt idx="1356">
                  <c:v>0.87360413412592752</c:v>
                </c:pt>
                <c:pt idx="1357">
                  <c:v>0.88924835066772101</c:v>
                </c:pt>
                <c:pt idx="1358">
                  <c:v>0.90640775215227287</c:v>
                </c:pt>
                <c:pt idx="1359">
                  <c:v>0.96535703445081578</c:v>
                </c:pt>
                <c:pt idx="1360">
                  <c:v>1.0240804191929729</c:v>
                </c:pt>
                <c:pt idx="1361">
                  <c:v>1.0578023510867427</c:v>
                </c:pt>
                <c:pt idx="1362">
                  <c:v>1.0556213631200506</c:v>
                </c:pt>
                <c:pt idx="1363">
                  <c:v>1.0109816280566344</c:v>
                </c:pt>
                <c:pt idx="1364">
                  <c:v>1.0449821657102119</c:v>
                </c:pt>
                <c:pt idx="1365">
                  <c:v>1.051829845635353</c:v>
                </c:pt>
                <c:pt idx="1366">
                  <c:v>1.0404482831185715</c:v>
                </c:pt>
                <c:pt idx="1367">
                  <c:v>1.0639561795297443</c:v>
                </c:pt>
                <c:pt idx="1368">
                  <c:v>1.0734180118311534</c:v>
                </c:pt>
                <c:pt idx="1369">
                  <c:v>1.0728525972024159</c:v>
                </c:pt>
                <c:pt idx="1370">
                  <c:v>1.0754186262311856</c:v>
                </c:pt>
                <c:pt idx="1371">
                  <c:v>1.0271754033851708</c:v>
                </c:pt>
                <c:pt idx="1372">
                  <c:v>0.88768087546730623</c:v>
                </c:pt>
                <c:pt idx="1373">
                  <c:v>0.80583638306545358</c:v>
                </c:pt>
                <c:pt idx="1374">
                  <c:v>0.64175127616906158</c:v>
                </c:pt>
                <c:pt idx="1375">
                  <c:v>0.58555454367916693</c:v>
                </c:pt>
                <c:pt idx="1376">
                  <c:v>0.51734486251659573</c:v>
                </c:pt>
                <c:pt idx="1377">
                  <c:v>0.51526666878822791</c:v>
                </c:pt>
                <c:pt idx="1378">
                  <c:v>0.49649945505854748</c:v>
                </c:pt>
                <c:pt idx="1379">
                  <c:v>0.4776820929904011</c:v>
                </c:pt>
                <c:pt idx="1380">
                  <c:v>0.37976928031765395</c:v>
                </c:pt>
                <c:pt idx="1381">
                  <c:v>0.26746548446157814</c:v>
                </c:pt>
                <c:pt idx="1382">
                  <c:v>0.15830047941596365</c:v>
                </c:pt>
                <c:pt idx="1383">
                  <c:v>5.5544398466147712E-2</c:v>
                </c:pt>
                <c:pt idx="1384">
                  <c:v>-2.0175285290556379E-2</c:v>
                </c:pt>
                <c:pt idx="1385">
                  <c:v>-0.11054202825902813</c:v>
                </c:pt>
                <c:pt idx="1386">
                  <c:v>-0.18427507478373756</c:v>
                </c:pt>
                <c:pt idx="1387">
                  <c:v>-0.22293647989633567</c:v>
                </c:pt>
                <c:pt idx="1388">
                  <c:v>-0.27289398934227643</c:v>
                </c:pt>
                <c:pt idx="1389">
                  <c:v>-0.30246085216155155</c:v>
                </c:pt>
                <c:pt idx="1390">
                  <c:v>-0.30732207132999267</c:v>
                </c:pt>
                <c:pt idx="1391">
                  <c:v>-0.31626985589763751</c:v>
                </c:pt>
                <c:pt idx="1392">
                  <c:v>-0.31315637751217817</c:v>
                </c:pt>
                <c:pt idx="1393">
                  <c:v>-0.24373355423231888</c:v>
                </c:pt>
                <c:pt idx="1394">
                  <c:v>-0.24825807809199019</c:v>
                </c:pt>
                <c:pt idx="1395">
                  <c:v>-0.18192365854373835</c:v>
                </c:pt>
                <c:pt idx="1396">
                  <c:v>-0.17438926484601727</c:v>
                </c:pt>
                <c:pt idx="1397">
                  <c:v>-0.13422769950592164</c:v>
                </c:pt>
                <c:pt idx="1398">
                  <c:v>-0.14942056688496061</c:v>
                </c:pt>
                <c:pt idx="1399">
                  <c:v>-0.12252525231484757</c:v>
                </c:pt>
                <c:pt idx="1400">
                  <c:v>-8.5728556096797595E-2</c:v>
                </c:pt>
                <c:pt idx="1401">
                  <c:v>-6.9052015771759153E-3</c:v>
                </c:pt>
                <c:pt idx="1402">
                  <c:v>3.9693828174770782E-2</c:v>
                </c:pt>
                <c:pt idx="1403">
                  <c:v>0.10210071311058083</c:v>
                </c:pt>
                <c:pt idx="1404">
                  <c:v>0.15649120504466635</c:v>
                </c:pt>
                <c:pt idx="1405">
                  <c:v>0.23740717767365221</c:v>
                </c:pt>
                <c:pt idx="1406">
                  <c:v>0.26736582148548149</c:v>
                </c:pt>
                <c:pt idx="1407">
                  <c:v>0.28239699264381662</c:v>
                </c:pt>
                <c:pt idx="1408">
                  <c:v>0.30419834989077399</c:v>
                </c:pt>
                <c:pt idx="1409">
                  <c:v>0.32644640268619024</c:v>
                </c:pt>
                <c:pt idx="1410">
                  <c:v>0.31154923937655604</c:v>
                </c:pt>
                <c:pt idx="1411">
                  <c:v>0.31302794715118243</c:v>
                </c:pt>
                <c:pt idx="1412">
                  <c:v>0.29959100194389343</c:v>
                </c:pt>
                <c:pt idx="1413">
                  <c:v>0.27131891540222658</c:v>
                </c:pt>
                <c:pt idx="1414">
                  <c:v>0.27888042548934161</c:v>
                </c:pt>
                <c:pt idx="1415">
                  <c:v>0.24189652821752244</c:v>
                </c:pt>
                <c:pt idx="1416">
                  <c:v>0.16567646499977573</c:v>
                </c:pt>
                <c:pt idx="1417">
                  <c:v>0.14983880590434212</c:v>
                </c:pt>
                <c:pt idx="1418">
                  <c:v>0.10712990051179025</c:v>
                </c:pt>
                <c:pt idx="1419">
                  <c:v>9.581084126228484E-2</c:v>
                </c:pt>
                <c:pt idx="1420">
                  <c:v>4.1109706423331928E-2</c:v>
                </c:pt>
                <c:pt idx="1421">
                  <c:v>8.069032104909736E-2</c:v>
                </c:pt>
                <c:pt idx="1422">
                  <c:v>0.13413174905288552</c:v>
                </c:pt>
                <c:pt idx="1423">
                  <c:v>0.17149980269278092</c:v>
                </c:pt>
                <c:pt idx="1424">
                  <c:v>0.19673632611706443</c:v>
                </c:pt>
                <c:pt idx="1425">
                  <c:v>0.19227645245726313</c:v>
                </c:pt>
                <c:pt idx="1426">
                  <c:v>0.23870510660668509</c:v>
                </c:pt>
                <c:pt idx="1427">
                  <c:v>0.28389051302846718</c:v>
                </c:pt>
                <c:pt idx="1428">
                  <c:v>0.35917666771254975</c:v>
                </c:pt>
                <c:pt idx="1429">
                  <c:v>0.42087879564350927</c:v>
                </c:pt>
                <c:pt idx="1430">
                  <c:v>0.49374156696501964</c:v>
                </c:pt>
                <c:pt idx="1431">
                  <c:v>0.58599330121693605</c:v>
                </c:pt>
                <c:pt idx="1432">
                  <c:v>0.62062391327295163</c:v>
                </c:pt>
                <c:pt idx="1433">
                  <c:v>0.7124130220792001</c:v>
                </c:pt>
                <c:pt idx="1434">
                  <c:v>0.85342075029381248</c:v>
                </c:pt>
                <c:pt idx="1435">
                  <c:v>0.98823184909785966</c:v>
                </c:pt>
                <c:pt idx="1436">
                  <c:v>1.1553024890074302</c:v>
                </c:pt>
                <c:pt idx="1437">
                  <c:v>1.3198735260859134</c:v>
                </c:pt>
                <c:pt idx="1438">
                  <c:v>1.4294165248667239</c:v>
                </c:pt>
                <c:pt idx="1439">
                  <c:v>1.5226520842335165</c:v>
                </c:pt>
                <c:pt idx="1440">
                  <c:v>1.566384041143253</c:v>
                </c:pt>
                <c:pt idx="1441">
                  <c:v>1.6637361563349864</c:v>
                </c:pt>
                <c:pt idx="1442">
                  <c:v>1.7228939016089231</c:v>
                </c:pt>
                <c:pt idx="1443">
                  <c:v>1.7713765066085507</c:v>
                </c:pt>
                <c:pt idx="1444">
                  <c:v>1.8419507951252678</c:v>
                </c:pt>
                <c:pt idx="1445">
                  <c:v>1.8905534679144091</c:v>
                </c:pt>
                <c:pt idx="1446">
                  <c:v>1.9613743703056419</c:v>
                </c:pt>
                <c:pt idx="1447">
                  <c:v>1.985793323789766</c:v>
                </c:pt>
                <c:pt idx="1448">
                  <c:v>1.9894237630618306</c:v>
                </c:pt>
                <c:pt idx="1449">
                  <c:v>1.96766415565284</c:v>
                </c:pt>
                <c:pt idx="1450">
                  <c:v>1.9458430900984152</c:v>
                </c:pt>
                <c:pt idx="1451">
                  <c:v>1.8457194790272384</c:v>
                </c:pt>
                <c:pt idx="1452">
                  <c:v>1.8014537178530421</c:v>
                </c:pt>
                <c:pt idx="1453">
                  <c:v>1.7326122843184002</c:v>
                </c:pt>
                <c:pt idx="1454">
                  <c:v>1.6588671940411759</c:v>
                </c:pt>
                <c:pt idx="1455">
                  <c:v>1.4914529140490362</c:v>
                </c:pt>
                <c:pt idx="1456">
                  <c:v>1.3991080892135521</c:v>
                </c:pt>
                <c:pt idx="1457">
                  <c:v>1.3164577784476963</c:v>
                </c:pt>
                <c:pt idx="1458">
                  <c:v>1.2305283447152069</c:v>
                </c:pt>
                <c:pt idx="1459">
                  <c:v>1.1729058637617786</c:v>
                </c:pt>
                <c:pt idx="1460">
                  <c:v>1.1507053515888221</c:v>
                </c:pt>
                <c:pt idx="1461">
                  <c:v>1.1821584763707071</c:v>
                </c:pt>
                <c:pt idx="1462">
                  <c:v>1.155790742811418</c:v>
                </c:pt>
                <c:pt idx="1463">
                  <c:v>1.0903243005118348</c:v>
                </c:pt>
                <c:pt idx="1464">
                  <c:v>0.96715543013654393</c:v>
                </c:pt>
                <c:pt idx="1465">
                  <c:v>0.86877889001233288</c:v>
                </c:pt>
                <c:pt idx="1466">
                  <c:v>0.81396501545970878</c:v>
                </c:pt>
                <c:pt idx="1467">
                  <c:v>0.78099976612883704</c:v>
                </c:pt>
                <c:pt idx="1468">
                  <c:v>0.76355076270669242</c:v>
                </c:pt>
                <c:pt idx="1469">
                  <c:v>0.75549161492480543</c:v>
                </c:pt>
                <c:pt idx="1470">
                  <c:v>0.75219760724458762</c:v>
                </c:pt>
                <c:pt idx="1471">
                  <c:v>0.75812901357223117</c:v>
                </c:pt>
                <c:pt idx="1472">
                  <c:v>0.82410689983116936</c:v>
                </c:pt>
                <c:pt idx="1473">
                  <c:v>0.87153046727528183</c:v>
                </c:pt>
                <c:pt idx="1474">
                  <c:v>0.9390694216575054</c:v>
                </c:pt>
                <c:pt idx="1475">
                  <c:v>0.96267466748111752</c:v>
                </c:pt>
                <c:pt idx="1476">
                  <c:v>1.0514615749152585</c:v>
                </c:pt>
                <c:pt idx="1477">
                  <c:v>1.0829602532696549</c:v>
                </c:pt>
                <c:pt idx="1478">
                  <c:v>1.0926987700209967</c:v>
                </c:pt>
                <c:pt idx="1479">
                  <c:v>1.1221714888887906</c:v>
                </c:pt>
                <c:pt idx="1480">
                  <c:v>1.1302513647269581</c:v>
                </c:pt>
                <c:pt idx="1481">
                  <c:v>1.1122279008870861</c:v>
                </c:pt>
                <c:pt idx="1482">
                  <c:v>1.0598815221455262</c:v>
                </c:pt>
                <c:pt idx="1483">
                  <c:v>1.0352523534125599</c:v>
                </c:pt>
                <c:pt idx="1484">
                  <c:v>1.0455354788207551</c:v>
                </c:pt>
                <c:pt idx="1485">
                  <c:v>1.1039485773126783</c:v>
                </c:pt>
                <c:pt idx="1486">
                  <c:v>1.1422645530097575</c:v>
                </c:pt>
                <c:pt idx="1487">
                  <c:v>1.1429064319431455</c:v>
                </c:pt>
                <c:pt idx="1488">
                  <c:v>1.1263439163261404</c:v>
                </c:pt>
                <c:pt idx="1489">
                  <c:v>1.0747457258959121</c:v>
                </c:pt>
                <c:pt idx="1490">
                  <c:v>1.0367613401717195</c:v>
                </c:pt>
                <c:pt idx="1491">
                  <c:v>1.0344286504002818</c:v>
                </c:pt>
                <c:pt idx="1492">
                  <c:v>1.0079948243422505</c:v>
                </c:pt>
                <c:pt idx="1493">
                  <c:v>1.0182402960064374</c:v>
                </c:pt>
                <c:pt idx="1494">
                  <c:v>0.93575646898454068</c:v>
                </c:pt>
                <c:pt idx="1495">
                  <c:v>0.89773958643857699</c:v>
                </c:pt>
                <c:pt idx="1496">
                  <c:v>0.89446195605686918</c:v>
                </c:pt>
                <c:pt idx="1497">
                  <c:v>0.83657390014442157</c:v>
                </c:pt>
                <c:pt idx="1498">
                  <c:v>0.72210259804885901</c:v>
                </c:pt>
                <c:pt idx="1499">
                  <c:v>0.65019822642023772</c:v>
                </c:pt>
                <c:pt idx="1500">
                  <c:v>0.55260136866901466</c:v>
                </c:pt>
                <c:pt idx="1501">
                  <c:v>0.48671669978227294</c:v>
                </c:pt>
                <c:pt idx="1502">
                  <c:v>0.43349586131388151</c:v>
                </c:pt>
                <c:pt idx="1503">
                  <c:v>0.42049102315217451</c:v>
                </c:pt>
                <c:pt idx="1504">
                  <c:v>0.38348178226332635</c:v>
                </c:pt>
                <c:pt idx="1505">
                  <c:v>0.36542760875006702</c:v>
                </c:pt>
                <c:pt idx="1506">
                  <c:v>0.33601460333719374</c:v>
                </c:pt>
                <c:pt idx="1507">
                  <c:v>0.28575249580076256</c:v>
                </c:pt>
                <c:pt idx="1508">
                  <c:v>0.31037453881652521</c:v>
                </c:pt>
                <c:pt idx="1509">
                  <c:v>0.35276152816325795</c:v>
                </c:pt>
                <c:pt idx="1510">
                  <c:v>0.38777759867825723</c:v>
                </c:pt>
                <c:pt idx="1511">
                  <c:v>0.40538126133778751</c:v>
                </c:pt>
                <c:pt idx="1512">
                  <c:v>0.38688726341753243</c:v>
                </c:pt>
                <c:pt idx="1513">
                  <c:v>0.35695630366447068</c:v>
                </c:pt>
                <c:pt idx="1514">
                  <c:v>0.33577750669077111</c:v>
                </c:pt>
                <c:pt idx="1515">
                  <c:v>0.35718921010927723</c:v>
                </c:pt>
                <c:pt idx="1516">
                  <c:v>0.38632183547632698</c:v>
                </c:pt>
                <c:pt idx="1517">
                  <c:v>0.38568675730299795</c:v>
                </c:pt>
                <c:pt idx="1518">
                  <c:v>0.45921605516153302</c:v>
                </c:pt>
                <c:pt idx="1519">
                  <c:v>0.57529685943487896</c:v>
                </c:pt>
                <c:pt idx="1520">
                  <c:v>0.64137573205645182</c:v>
                </c:pt>
                <c:pt idx="1521">
                  <c:v>0.69642386587714189</c:v>
                </c:pt>
                <c:pt idx="1522">
                  <c:v>0.76071061035600562</c:v>
                </c:pt>
                <c:pt idx="1523">
                  <c:v>0.80092273450022111</c:v>
                </c:pt>
                <c:pt idx="1524">
                  <c:v>0.79278981912076374</c:v>
                </c:pt>
                <c:pt idx="1525">
                  <c:v>0.83272644505784466</c:v>
                </c:pt>
                <c:pt idx="1526">
                  <c:v>0.8161153521095672</c:v>
                </c:pt>
                <c:pt idx="1527">
                  <c:v>0.84574639275877794</c:v>
                </c:pt>
                <c:pt idx="1528">
                  <c:v>0.89452574579322497</c:v>
                </c:pt>
                <c:pt idx="1529">
                  <c:v>0.86328155115835947</c:v>
                </c:pt>
                <c:pt idx="1530">
                  <c:v>0.8415232316668444</c:v>
                </c:pt>
                <c:pt idx="1531">
                  <c:v>0.85490994205387749</c:v>
                </c:pt>
                <c:pt idx="1532">
                  <c:v>0.91715788699239398</c:v>
                </c:pt>
                <c:pt idx="1533">
                  <c:v>1.0300761437700476</c:v>
                </c:pt>
                <c:pt idx="1534">
                  <c:v>1.1530986340097371</c:v>
                </c:pt>
                <c:pt idx="1535">
                  <c:v>1.2862355343658904</c:v>
                </c:pt>
                <c:pt idx="1536">
                  <c:v>1.3889344148054643</c:v>
                </c:pt>
                <c:pt idx="1537">
                  <c:v>1.4512586578353528</c:v>
                </c:pt>
                <c:pt idx="1538">
                  <c:v>1.5240422023897864</c:v>
                </c:pt>
                <c:pt idx="1539">
                  <c:v>1.5771652970707779</c:v>
                </c:pt>
                <c:pt idx="1540">
                  <c:v>1.6005927709790977</c:v>
                </c:pt>
                <c:pt idx="1541">
                  <c:v>1.652524757769928</c:v>
                </c:pt>
                <c:pt idx="1542">
                  <c:v>1.7104432920938519</c:v>
                </c:pt>
                <c:pt idx="1543">
                  <c:v>1.7721226192082351</c:v>
                </c:pt>
                <c:pt idx="1544">
                  <c:v>1.8219133202087343</c:v>
                </c:pt>
                <c:pt idx="1545">
                  <c:v>1.9002551063927489</c:v>
                </c:pt>
                <c:pt idx="1546">
                  <c:v>1.9521025853307088</c:v>
                </c:pt>
                <c:pt idx="1547">
                  <c:v>2.0357217730513293</c:v>
                </c:pt>
                <c:pt idx="1548">
                  <c:v>2.0992774105928205</c:v>
                </c:pt>
                <c:pt idx="1549">
                  <c:v>2.1308718319117426</c:v>
                </c:pt>
                <c:pt idx="1550">
                  <c:v>2.2153276963307467</c:v>
                </c:pt>
                <c:pt idx="1551">
                  <c:v>2.2933771833986709</c:v>
                </c:pt>
                <c:pt idx="1552">
                  <c:v>2.3655742031581033</c:v>
                </c:pt>
                <c:pt idx="1553">
                  <c:v>2.3747821180393225</c:v>
                </c:pt>
                <c:pt idx="1554">
                  <c:v>2.3347985149016099</c:v>
                </c:pt>
                <c:pt idx="1555">
                  <c:v>2.3137973551703732</c:v>
                </c:pt>
                <c:pt idx="1556">
                  <c:v>2.2578460005333509</c:v>
                </c:pt>
                <c:pt idx="1557">
                  <c:v>2.2606078191663572</c:v>
                </c:pt>
                <c:pt idx="1558">
                  <c:v>2.2671607113243222</c:v>
                </c:pt>
                <c:pt idx="1559">
                  <c:v>2.1935433327897909</c:v>
                </c:pt>
                <c:pt idx="1560">
                  <c:v>2.0582674622634731</c:v>
                </c:pt>
                <c:pt idx="1561">
                  <c:v>1.9506968225198131</c:v>
                </c:pt>
                <c:pt idx="1562">
                  <c:v>1.8850043231001856</c:v>
                </c:pt>
                <c:pt idx="1563">
                  <c:v>1.8313605181570747</c:v>
                </c:pt>
                <c:pt idx="1564">
                  <c:v>1.705695823709432</c:v>
                </c:pt>
                <c:pt idx="1565">
                  <c:v>1.6568977902736834</c:v>
                </c:pt>
                <c:pt idx="1566">
                  <c:v>1.6045335598296988</c:v>
                </c:pt>
                <c:pt idx="1567">
                  <c:v>1.5488865012029638</c:v>
                </c:pt>
                <c:pt idx="1568">
                  <c:v>1.4434200257517329</c:v>
                </c:pt>
                <c:pt idx="1569">
                  <c:v>1.3240718700792464</c:v>
                </c:pt>
                <c:pt idx="1570">
                  <c:v>1.2105776269368105</c:v>
                </c:pt>
                <c:pt idx="1571">
                  <c:v>1.0748638107372512</c:v>
                </c:pt>
                <c:pt idx="1572">
                  <c:v>0.95043250522841205</c:v>
                </c:pt>
                <c:pt idx="1573">
                  <c:v>0.83026845594253174</c:v>
                </c:pt>
                <c:pt idx="1574">
                  <c:v>0.73122934010494467</c:v>
                </c:pt>
                <c:pt idx="1575">
                  <c:v>0.64311492526088054</c:v>
                </c:pt>
                <c:pt idx="1576">
                  <c:v>0.56595412659019562</c:v>
                </c:pt>
                <c:pt idx="1577">
                  <c:v>0.49950037440506301</c:v>
                </c:pt>
                <c:pt idx="1578">
                  <c:v>0.46842921342137728</c:v>
                </c:pt>
                <c:pt idx="1579">
                  <c:v>0.41994154443116843</c:v>
                </c:pt>
                <c:pt idx="1580">
                  <c:v>0.43753387556818657</c:v>
                </c:pt>
                <c:pt idx="1581">
                  <c:v>0.4883711894679979</c:v>
                </c:pt>
                <c:pt idx="1582">
                  <c:v>0.48599526074643273</c:v>
                </c:pt>
                <c:pt idx="1583">
                  <c:v>0.44011611704224185</c:v>
                </c:pt>
                <c:pt idx="1584">
                  <c:v>0.43316483812294621</c:v>
                </c:pt>
                <c:pt idx="1585">
                  <c:v>0.45939957446556956</c:v>
                </c:pt>
                <c:pt idx="1586">
                  <c:v>0.44937351179131241</c:v>
                </c:pt>
                <c:pt idx="1587">
                  <c:v>0.43493612705248574</c:v>
                </c:pt>
                <c:pt idx="1588">
                  <c:v>0.42313290117256547</c:v>
                </c:pt>
                <c:pt idx="1589">
                  <c:v>0.43991842130476749</c:v>
                </c:pt>
                <c:pt idx="1590">
                  <c:v>0.44480725992225673</c:v>
                </c:pt>
                <c:pt idx="1591">
                  <c:v>0.45959447716850033</c:v>
                </c:pt>
                <c:pt idx="1592">
                  <c:v>0.50168440041260687</c:v>
                </c:pt>
                <c:pt idx="1593">
                  <c:v>0.52629078431583232</c:v>
                </c:pt>
                <c:pt idx="1594">
                  <c:v>0.55217346735662209</c:v>
                </c:pt>
                <c:pt idx="1595">
                  <c:v>0.56845101279803734</c:v>
                </c:pt>
                <c:pt idx="1596">
                  <c:v>0.56229749566976961</c:v>
                </c:pt>
                <c:pt idx="1597">
                  <c:v>0.51927485408510343</c:v>
                </c:pt>
                <c:pt idx="1598">
                  <c:v>0.45947531103386002</c:v>
                </c:pt>
                <c:pt idx="1599">
                  <c:v>0.35655305618872607</c:v>
                </c:pt>
                <c:pt idx="1600">
                  <c:v>0.29388769994190528</c:v>
                </c:pt>
                <c:pt idx="1601">
                  <c:v>0.23291474431081932</c:v>
                </c:pt>
                <c:pt idx="1602">
                  <c:v>0.14197281559389979</c:v>
                </c:pt>
                <c:pt idx="1603">
                  <c:v>0.10232221006410488</c:v>
                </c:pt>
                <c:pt idx="1604">
                  <c:v>6.2690474803247048E-2</c:v>
                </c:pt>
                <c:pt idx="1605">
                  <c:v>-1.1058409389100375E-2</c:v>
                </c:pt>
                <c:pt idx="1606">
                  <c:v>-6.1235414320878964E-2</c:v>
                </c:pt>
                <c:pt idx="1607">
                  <c:v>-0.12608800615779447</c:v>
                </c:pt>
                <c:pt idx="1608">
                  <c:v>-0.18595064665297906</c:v>
                </c:pt>
                <c:pt idx="1609">
                  <c:v>-0.27773608834309477</c:v>
                </c:pt>
                <c:pt idx="1610">
                  <c:v>-0.38291386663273003</c:v>
                </c:pt>
                <c:pt idx="1611">
                  <c:v>-0.47628603808993286</c:v>
                </c:pt>
                <c:pt idx="1612">
                  <c:v>-0.52100090527028886</c:v>
                </c:pt>
                <c:pt idx="1613">
                  <c:v>-0.59423129426784815</c:v>
                </c:pt>
                <c:pt idx="1614">
                  <c:v>-0.65706211654520374</c:v>
                </c:pt>
                <c:pt idx="1615">
                  <c:v>-0.75096280612881461</c:v>
                </c:pt>
                <c:pt idx="1616">
                  <c:v>-0.79064640184872004</c:v>
                </c:pt>
                <c:pt idx="1617">
                  <c:v>-0.83006418049226405</c:v>
                </c:pt>
                <c:pt idx="1618">
                  <c:v>-0.85445853352469237</c:v>
                </c:pt>
                <c:pt idx="1619">
                  <c:v>-0.85952918754307106</c:v>
                </c:pt>
                <c:pt idx="1620">
                  <c:v>-0.82342348723505665</c:v>
                </c:pt>
                <c:pt idx="1621">
                  <c:v>-0.78902498075933625</c:v>
                </c:pt>
                <c:pt idx="1622">
                  <c:v>-0.7376570898078969</c:v>
                </c:pt>
                <c:pt idx="1623">
                  <c:v>-0.68353640276236849</c:v>
                </c:pt>
                <c:pt idx="1624">
                  <c:v>-0.62651433240209897</c:v>
                </c:pt>
                <c:pt idx="1625">
                  <c:v>-0.52182637479115757</c:v>
                </c:pt>
                <c:pt idx="1626">
                  <c:v>-0.39355740138051587</c:v>
                </c:pt>
                <c:pt idx="1627">
                  <c:v>-0.29504514504145385</c:v>
                </c:pt>
                <c:pt idx="1628">
                  <c:v>-0.2169116152031812</c:v>
                </c:pt>
                <c:pt idx="1629">
                  <c:v>-0.13057156981853035</c:v>
                </c:pt>
                <c:pt idx="1630">
                  <c:v>-2.9766881675403294E-2</c:v>
                </c:pt>
                <c:pt idx="1631">
                  <c:v>6.8159875298010403E-2</c:v>
                </c:pt>
                <c:pt idx="1632">
                  <c:v>0.19512744481925662</c:v>
                </c:pt>
                <c:pt idx="1633">
                  <c:v>0.31019234504719168</c:v>
                </c:pt>
                <c:pt idx="1634">
                  <c:v>0.42254831614924571</c:v>
                </c:pt>
                <c:pt idx="1635">
                  <c:v>0.55521020029975809</c:v>
                </c:pt>
                <c:pt idx="1636">
                  <c:v>0.67332711292062919</c:v>
                </c:pt>
                <c:pt idx="1637">
                  <c:v>0.76404837448994434</c:v>
                </c:pt>
                <c:pt idx="1638">
                  <c:v>0.82007366087612676</c:v>
                </c:pt>
                <c:pt idx="1639">
                  <c:v>0.89530832328086962</c:v>
                </c:pt>
                <c:pt idx="1640">
                  <c:v>0.96624773784517659</c:v>
                </c:pt>
                <c:pt idx="1641">
                  <c:v>0.97040481732869766</c:v>
                </c:pt>
                <c:pt idx="1642">
                  <c:v>1.0049471415791777</c:v>
                </c:pt>
                <c:pt idx="1643">
                  <c:v>1.0197633745118142</c:v>
                </c:pt>
                <c:pt idx="1644">
                  <c:v>1.0477200427577187</c:v>
                </c:pt>
                <c:pt idx="1645">
                  <c:v>1.1106244203467017</c:v>
                </c:pt>
                <c:pt idx="1646">
                  <c:v>1.1466104282325533</c:v>
                </c:pt>
                <c:pt idx="1647">
                  <c:v>1.2144740559805316</c:v>
                </c:pt>
                <c:pt idx="1648">
                  <c:v>1.26555292818992</c:v>
                </c:pt>
                <c:pt idx="1649">
                  <c:v>1.314193789331912</c:v>
                </c:pt>
                <c:pt idx="1650">
                  <c:v>1.4079225300349003</c:v>
                </c:pt>
                <c:pt idx="1651">
                  <c:v>1.516953941779055</c:v>
                </c:pt>
                <c:pt idx="1652">
                  <c:v>1.6296711432326128</c:v>
                </c:pt>
                <c:pt idx="1653">
                  <c:v>1.699194301709799</c:v>
                </c:pt>
                <c:pt idx="1654">
                  <c:v>1.7260212851136825</c:v>
                </c:pt>
                <c:pt idx="1655">
                  <c:v>1.7610044922956041</c:v>
                </c:pt>
                <c:pt idx="1656">
                  <c:v>1.7330205609694043</c:v>
                </c:pt>
                <c:pt idx="1657">
                  <c:v>1.7463284348872863</c:v>
                </c:pt>
                <c:pt idx="1658">
                  <c:v>1.7751846240186531</c:v>
                </c:pt>
                <c:pt idx="1659">
                  <c:v>1.8464458373742161</c:v>
                </c:pt>
                <c:pt idx="1660">
                  <c:v>1.9057664277022273</c:v>
                </c:pt>
                <c:pt idx="1661">
                  <c:v>1.9493769600612632</c:v>
                </c:pt>
                <c:pt idx="1662">
                  <c:v>2.0423272052579255</c:v>
                </c:pt>
                <c:pt idx="1663">
                  <c:v>2.0374928845632976</c:v>
                </c:pt>
                <c:pt idx="1664">
                  <c:v>2.0135466848589463</c:v>
                </c:pt>
                <c:pt idx="1665">
                  <c:v>2.0494020470535741</c:v>
                </c:pt>
                <c:pt idx="1666">
                  <c:v>2.0089931332150814</c:v>
                </c:pt>
                <c:pt idx="1667">
                  <c:v>1.8928597725902661</c:v>
                </c:pt>
                <c:pt idx="1668">
                  <c:v>1.7806482214921984</c:v>
                </c:pt>
                <c:pt idx="1669">
                  <c:v>1.7022494674603548</c:v>
                </c:pt>
                <c:pt idx="1670">
                  <c:v>1.6654261394873293</c:v>
                </c:pt>
                <c:pt idx="1671">
                  <c:v>1.5440733209355484</c:v>
                </c:pt>
                <c:pt idx="1672">
                  <c:v>1.4182221258396699</c:v>
                </c:pt>
                <c:pt idx="1673">
                  <c:v>1.2444232747833512</c:v>
                </c:pt>
                <c:pt idx="1674">
                  <c:v>1.0902119652626006</c:v>
                </c:pt>
                <c:pt idx="1675">
                  <c:v>1.003088114639701</c:v>
                </c:pt>
                <c:pt idx="1676">
                  <c:v>0.90326053041187782</c:v>
                </c:pt>
                <c:pt idx="1677">
                  <c:v>0.8347853196766376</c:v>
                </c:pt>
                <c:pt idx="1678">
                  <c:v>0.72313147414574785</c:v>
                </c:pt>
                <c:pt idx="1679">
                  <c:v>0.64056175388818237</c:v>
                </c:pt>
                <c:pt idx="1680">
                  <c:v>0.56663009111087659</c:v>
                </c:pt>
                <c:pt idx="1681">
                  <c:v>0.47590396989275546</c:v>
                </c:pt>
                <c:pt idx="1682">
                  <c:v>0.38437954027907184</c:v>
                </c:pt>
                <c:pt idx="1683">
                  <c:v>0.29206966522897349</c:v>
                </c:pt>
                <c:pt idx="1684">
                  <c:v>0.22122457461982181</c:v>
                </c:pt>
                <c:pt idx="1685">
                  <c:v>0.17284092011030813</c:v>
                </c:pt>
                <c:pt idx="1686">
                  <c:v>6.9771895690175806E-2</c:v>
                </c:pt>
                <c:pt idx="1687">
                  <c:v>4.0368702654778356E-2</c:v>
                </c:pt>
                <c:pt idx="1688">
                  <c:v>5.6426086003879092E-2</c:v>
                </c:pt>
                <c:pt idx="1689">
                  <c:v>8.3910224790915595E-3</c:v>
                </c:pt>
                <c:pt idx="1690">
                  <c:v>-6.4911376181622515E-2</c:v>
                </c:pt>
                <c:pt idx="1691">
                  <c:v>-0.14357051549500624</c:v>
                </c:pt>
                <c:pt idx="1692">
                  <c:v>-0.1714208580181395</c:v>
                </c:pt>
                <c:pt idx="1693">
                  <c:v>-0.22183984106378213</c:v>
                </c:pt>
                <c:pt idx="1694">
                  <c:v>-0.19956517692302567</c:v>
                </c:pt>
                <c:pt idx="1695">
                  <c:v>-0.18820686021087013</c:v>
                </c:pt>
                <c:pt idx="1696">
                  <c:v>-0.22516691426666116</c:v>
                </c:pt>
                <c:pt idx="1697">
                  <c:v>-0.24005509036786588</c:v>
                </c:pt>
                <c:pt idx="1698">
                  <c:v>-0.2644223694796235</c:v>
                </c:pt>
                <c:pt idx="1699">
                  <c:v>-0.25760747433410425</c:v>
                </c:pt>
                <c:pt idx="1700">
                  <c:v>-0.27184425294632203</c:v>
                </c:pt>
                <c:pt idx="1701">
                  <c:v>-0.29216348061979686</c:v>
                </c:pt>
                <c:pt idx="1702">
                  <c:v>-0.29526662602327525</c:v>
                </c:pt>
                <c:pt idx="1703">
                  <c:v>-0.29954142304236347</c:v>
                </c:pt>
                <c:pt idx="1704">
                  <c:v>-0.3214206657606819</c:v>
                </c:pt>
                <c:pt idx="1705">
                  <c:v>-0.33613447173636102</c:v>
                </c:pt>
                <c:pt idx="1706">
                  <c:v>-0.36958564109383413</c:v>
                </c:pt>
                <c:pt idx="1707">
                  <c:v>-0.32666542487890599</c:v>
                </c:pt>
                <c:pt idx="1708">
                  <c:v>-0.32278615440516711</c:v>
                </c:pt>
                <c:pt idx="1709">
                  <c:v>-0.31665378206541911</c:v>
                </c:pt>
                <c:pt idx="1710">
                  <c:v>-0.30089069996454293</c:v>
                </c:pt>
                <c:pt idx="1711">
                  <c:v>-0.28824570399259947</c:v>
                </c:pt>
                <c:pt idx="1712">
                  <c:v>-0.27322432869920515</c:v>
                </c:pt>
                <c:pt idx="1713">
                  <c:v>-0.27856190386526913</c:v>
                </c:pt>
                <c:pt idx="1714">
                  <c:v>-0.24341775536889729</c:v>
                </c:pt>
                <c:pt idx="1715">
                  <c:v>-0.2706165171456818</c:v>
                </c:pt>
                <c:pt idx="1716">
                  <c:v>-0.2408522516627275</c:v>
                </c:pt>
                <c:pt idx="1717">
                  <c:v>-0.24453308365977058</c:v>
                </c:pt>
                <c:pt idx="1718">
                  <c:v>-0.21097495210207629</c:v>
                </c:pt>
                <c:pt idx="1719">
                  <c:v>-0.20489310362492261</c:v>
                </c:pt>
                <c:pt idx="1720">
                  <c:v>-0.21591625637549675</c:v>
                </c:pt>
                <c:pt idx="1721">
                  <c:v>-0.27320222376454095</c:v>
                </c:pt>
                <c:pt idx="1722">
                  <c:v>-0.32275869961314085</c:v>
                </c:pt>
                <c:pt idx="1723">
                  <c:v>-0.33488865400047735</c:v>
                </c:pt>
                <c:pt idx="1724">
                  <c:v>-0.345372224218994</c:v>
                </c:pt>
                <c:pt idx="1725">
                  <c:v>-0.34911266039655697</c:v>
                </c:pt>
                <c:pt idx="1726">
                  <c:v>-0.36180684319146439</c:v>
                </c:pt>
                <c:pt idx="1727">
                  <c:v>-0.32955211224644337</c:v>
                </c:pt>
                <c:pt idx="1728">
                  <c:v>-0.3490504659043408</c:v>
                </c:pt>
                <c:pt idx="1729">
                  <c:v>-0.35660660033049979</c:v>
                </c:pt>
                <c:pt idx="1730">
                  <c:v>-0.34555777785204511</c:v>
                </c:pt>
                <c:pt idx="1731">
                  <c:v>-0.33232039896609195</c:v>
                </c:pt>
                <c:pt idx="1732">
                  <c:v>-0.29760264121228353</c:v>
                </c:pt>
                <c:pt idx="1733">
                  <c:v>-0.25609806674889501</c:v>
                </c:pt>
                <c:pt idx="1734">
                  <c:v>-0.21623549695801475</c:v>
                </c:pt>
                <c:pt idx="1735">
                  <c:v>-0.1949759589002916</c:v>
                </c:pt>
                <c:pt idx="1736">
                  <c:v>-0.1059590157048378</c:v>
                </c:pt>
                <c:pt idx="1737">
                  <c:v>-9.0602833625704121E-2</c:v>
                </c:pt>
                <c:pt idx="1738">
                  <c:v>-3.392791443758101E-2</c:v>
                </c:pt>
                <c:pt idx="1739">
                  <c:v>8.7959109302995029E-3</c:v>
                </c:pt>
                <c:pt idx="1740">
                  <c:v>0.1104214180942281</c:v>
                </c:pt>
                <c:pt idx="1741">
                  <c:v>0.19541003046157568</c:v>
                </c:pt>
                <c:pt idx="1742">
                  <c:v>0.29744971647284374</c:v>
                </c:pt>
                <c:pt idx="1743">
                  <c:v>0.37151935575872463</c:v>
                </c:pt>
                <c:pt idx="1744">
                  <c:v>0.40368753058389462</c:v>
                </c:pt>
                <c:pt idx="1745">
                  <c:v>0.51604870826201765</c:v>
                </c:pt>
                <c:pt idx="1746">
                  <c:v>0.65302336563157304</c:v>
                </c:pt>
                <c:pt idx="1747">
                  <c:v>0.76606307929042761</c:v>
                </c:pt>
                <c:pt idx="1748">
                  <c:v>0.80393948551915673</c:v>
                </c:pt>
                <c:pt idx="1749">
                  <c:v>0.81441799617905741</c:v>
                </c:pt>
                <c:pt idx="1750">
                  <c:v>0.80476194533787759</c:v>
                </c:pt>
                <c:pt idx="1751">
                  <c:v>0.82465805168327577</c:v>
                </c:pt>
                <c:pt idx="1752">
                  <c:v>0.8797986688601549</c:v>
                </c:pt>
                <c:pt idx="1753">
                  <c:v>0.87479420314457046</c:v>
                </c:pt>
                <c:pt idx="1754">
                  <c:v>0.85453142936699256</c:v>
                </c:pt>
                <c:pt idx="1755">
                  <c:v>0.87377455325571252</c:v>
                </c:pt>
                <c:pt idx="1756">
                  <c:v>0.88302211611511228</c:v>
                </c:pt>
                <c:pt idx="1757">
                  <c:v>0.89686011552298839</c:v>
                </c:pt>
                <c:pt idx="1758">
                  <c:v>0.96966081651114067</c:v>
                </c:pt>
                <c:pt idx="1759">
                  <c:v>0.97448585027154933</c:v>
                </c:pt>
                <c:pt idx="1760">
                  <c:v>0.93734933309993596</c:v>
                </c:pt>
                <c:pt idx="1761">
                  <c:v>0.86659937040031432</c:v>
                </c:pt>
                <c:pt idx="1762">
                  <c:v>0.79656550378276514</c:v>
                </c:pt>
                <c:pt idx="1763">
                  <c:v>0.73158497168963543</c:v>
                </c:pt>
                <c:pt idx="1764">
                  <c:v>0.74871545438278919</c:v>
                </c:pt>
                <c:pt idx="1765">
                  <c:v>0.75752393898478088</c:v>
                </c:pt>
                <c:pt idx="1766">
                  <c:v>0.69782912800732599</c:v>
                </c:pt>
                <c:pt idx="1767">
                  <c:v>0.58741045552340909</c:v>
                </c:pt>
                <c:pt idx="1768">
                  <c:v>0.54743468645265858</c:v>
                </c:pt>
                <c:pt idx="1769">
                  <c:v>0.5355894344649883</c:v>
                </c:pt>
                <c:pt idx="1770">
                  <c:v>0.54707002205292976</c:v>
                </c:pt>
                <c:pt idx="1771">
                  <c:v>0.54297008599393692</c:v>
                </c:pt>
                <c:pt idx="1772">
                  <c:v>0.519201060973983</c:v>
                </c:pt>
                <c:pt idx="1773">
                  <c:v>0.49466538156913514</c:v>
                </c:pt>
                <c:pt idx="1774">
                  <c:v>0.49705453367432628</c:v>
                </c:pt>
                <c:pt idx="1775">
                  <c:v>0.50524176417152988</c:v>
                </c:pt>
                <c:pt idx="1776">
                  <c:v>0.51411074307449578</c:v>
                </c:pt>
                <c:pt idx="1777">
                  <c:v>0.53074180887356703</c:v>
                </c:pt>
                <c:pt idx="1778">
                  <c:v>0.47584387308495618</c:v>
                </c:pt>
                <c:pt idx="1779">
                  <c:v>0.35061006871270112</c:v>
                </c:pt>
                <c:pt idx="1780">
                  <c:v>0.31034269360571659</c:v>
                </c:pt>
                <c:pt idx="1781">
                  <c:v>0.29937612049039525</c:v>
                </c:pt>
                <c:pt idx="1782">
                  <c:v>0.29966277571032862</c:v>
                </c:pt>
                <c:pt idx="1783">
                  <c:v>0.30999217046293559</c:v>
                </c:pt>
                <c:pt idx="1784">
                  <c:v>0.33608103691171398</c:v>
                </c:pt>
                <c:pt idx="1785">
                  <c:v>0.30771879179328149</c:v>
                </c:pt>
                <c:pt idx="1786">
                  <c:v>0.31018919645460885</c:v>
                </c:pt>
                <c:pt idx="1787">
                  <c:v>0.27524018234606962</c:v>
                </c:pt>
                <c:pt idx="1788">
                  <c:v>0.26105464057274791</c:v>
                </c:pt>
                <c:pt idx="1789">
                  <c:v>0.20880572777350873</c:v>
                </c:pt>
                <c:pt idx="1790">
                  <c:v>0.19040785545476305</c:v>
                </c:pt>
                <c:pt idx="1791">
                  <c:v>0.18521745449646762</c:v>
                </c:pt>
                <c:pt idx="1792">
                  <c:v>0.20552466009224915</c:v>
                </c:pt>
                <c:pt idx="1793">
                  <c:v>0.18150233375301814</c:v>
                </c:pt>
                <c:pt idx="1794">
                  <c:v>0.11784406058005766</c:v>
                </c:pt>
                <c:pt idx="1795">
                  <c:v>9.4328815231466731E-2</c:v>
                </c:pt>
                <c:pt idx="1796">
                  <c:v>0.10187842917998034</c:v>
                </c:pt>
                <c:pt idx="1797">
                  <c:v>7.4273463770400491E-2</c:v>
                </c:pt>
                <c:pt idx="1798">
                  <c:v>3.6630967664525532E-2</c:v>
                </c:pt>
                <c:pt idx="1799">
                  <c:v>4.0703563102256132E-3</c:v>
                </c:pt>
                <c:pt idx="1800">
                  <c:v>2.4360995158014084E-2</c:v>
                </c:pt>
                <c:pt idx="1801">
                  <c:v>2.0188475434193963E-2</c:v>
                </c:pt>
                <c:pt idx="1802">
                  <c:v>1.401068737259374E-2</c:v>
                </c:pt>
                <c:pt idx="1803">
                  <c:v>2.3486331423894394E-2</c:v>
                </c:pt>
                <c:pt idx="1804">
                  <c:v>5.8261791564102008E-2</c:v>
                </c:pt>
                <c:pt idx="1805">
                  <c:v>8.0108214922142998E-2</c:v>
                </c:pt>
                <c:pt idx="1806">
                  <c:v>8.1832621995900606E-2</c:v>
                </c:pt>
                <c:pt idx="1807">
                  <c:v>7.1027616862237367E-2</c:v>
                </c:pt>
                <c:pt idx="1808">
                  <c:v>0.11441346291133619</c:v>
                </c:pt>
                <c:pt idx="1809">
                  <c:v>0.15645489066306409</c:v>
                </c:pt>
                <c:pt idx="1810">
                  <c:v>0.19051767178244136</c:v>
                </c:pt>
                <c:pt idx="1811">
                  <c:v>0.24460842170591426</c:v>
                </c:pt>
                <c:pt idx="1812">
                  <c:v>0.23730334729444097</c:v>
                </c:pt>
                <c:pt idx="1813">
                  <c:v>0.26295050243718648</c:v>
                </c:pt>
                <c:pt idx="1814">
                  <c:v>0.29347196854651991</c:v>
                </c:pt>
                <c:pt idx="1815">
                  <c:v>0.3601565491269112</c:v>
                </c:pt>
                <c:pt idx="1816">
                  <c:v>0.39097062963203438</c:v>
                </c:pt>
                <c:pt idx="1817">
                  <c:v>0.39472021246701006</c:v>
                </c:pt>
                <c:pt idx="1818">
                  <c:v>0.40613349485696104</c:v>
                </c:pt>
                <c:pt idx="1819">
                  <c:v>0.41003738911937265</c:v>
                </c:pt>
                <c:pt idx="1820">
                  <c:v>0.44419677140865399</c:v>
                </c:pt>
                <c:pt idx="1821">
                  <c:v>0.45330817947883328</c:v>
                </c:pt>
                <c:pt idx="1822">
                  <c:v>0.4577809112167277</c:v>
                </c:pt>
                <c:pt idx="1823">
                  <c:v>0.43838866067563742</c:v>
                </c:pt>
                <c:pt idx="1824">
                  <c:v>0.40966876125613388</c:v>
                </c:pt>
                <c:pt idx="1825">
                  <c:v>0.3658728261540749</c:v>
                </c:pt>
                <c:pt idx="1826">
                  <c:v>0.29639635796990577</c:v>
                </c:pt>
                <c:pt idx="1827">
                  <c:v>0.2603166365280708</c:v>
                </c:pt>
                <c:pt idx="1828">
                  <c:v>0.19962822893842155</c:v>
                </c:pt>
                <c:pt idx="1829">
                  <c:v>0.10043334035833583</c:v>
                </c:pt>
                <c:pt idx="1830">
                  <c:v>5.8666075645749306E-2</c:v>
                </c:pt>
                <c:pt idx="1831">
                  <c:v>7.0601492601835333E-2</c:v>
                </c:pt>
                <c:pt idx="1832">
                  <c:v>1.6645534272113086E-2</c:v>
                </c:pt>
                <c:pt idx="1833">
                  <c:v>3.1563775167330131E-2</c:v>
                </c:pt>
                <c:pt idx="1834">
                  <c:v>-2.5640106800686586E-2</c:v>
                </c:pt>
                <c:pt idx="1835">
                  <c:v>-4.3158714877958679E-2</c:v>
                </c:pt>
                <c:pt idx="1836">
                  <c:v>-6.3417861298961084E-2</c:v>
                </c:pt>
                <c:pt idx="1837">
                  <c:v>-4.6078563669973156E-2</c:v>
                </c:pt>
                <c:pt idx="1838">
                  <c:v>-3.3464653034627416E-2</c:v>
                </c:pt>
                <c:pt idx="1839">
                  <c:v>-0.1285418100229872</c:v>
                </c:pt>
                <c:pt idx="1840">
                  <c:v>-0.22434164605396056</c:v>
                </c:pt>
                <c:pt idx="1841">
                  <c:v>-0.28374128238713631</c:v>
                </c:pt>
                <c:pt idx="1842">
                  <c:v>-0.35043148065922874</c:v>
                </c:pt>
                <c:pt idx="1843">
                  <c:v>-0.39828127692061582</c:v>
                </c:pt>
                <c:pt idx="1844">
                  <c:v>-0.44428099117614323</c:v>
                </c:pt>
                <c:pt idx="1845">
                  <c:v>-0.47612500802451196</c:v>
                </c:pt>
                <c:pt idx="1846">
                  <c:v>-0.50906758439203936</c:v>
                </c:pt>
                <c:pt idx="1847">
                  <c:v>-0.52960498794154198</c:v>
                </c:pt>
                <c:pt idx="1848">
                  <c:v>-0.60310708055343676</c:v>
                </c:pt>
                <c:pt idx="1849">
                  <c:v>-0.64863782772158085</c:v>
                </c:pt>
                <c:pt idx="1850">
                  <c:v>-0.65379992873235437</c:v>
                </c:pt>
                <c:pt idx="1851">
                  <c:v>-0.69023727559966241</c:v>
                </c:pt>
                <c:pt idx="1852">
                  <c:v>-0.75056379661230421</c:v>
                </c:pt>
                <c:pt idx="1853">
                  <c:v>-0.81057885553743603</c:v>
                </c:pt>
                <c:pt idx="1854">
                  <c:v>-0.89121289092248079</c:v>
                </c:pt>
                <c:pt idx="1855">
                  <c:v>-0.95390649695240337</c:v>
                </c:pt>
                <c:pt idx="1856">
                  <c:v>-1.0438069166306181</c:v>
                </c:pt>
                <c:pt idx="1857">
                  <c:v>-1.1490922634727272</c:v>
                </c:pt>
                <c:pt idx="1858">
                  <c:v>-1.2881789110174464</c:v>
                </c:pt>
                <c:pt idx="1859">
                  <c:v>-1.4355727035907262</c:v>
                </c:pt>
                <c:pt idx="1860">
                  <c:v>-1.4721164983150037</c:v>
                </c:pt>
                <c:pt idx="1861">
                  <c:v>-1.4874843420303108</c:v>
                </c:pt>
                <c:pt idx="1862">
                  <c:v>-1.5109966950013989</c:v>
                </c:pt>
                <c:pt idx="1863">
                  <c:v>-1.5276321089659648</c:v>
                </c:pt>
                <c:pt idx="1864">
                  <c:v>-1.5497526546314717</c:v>
                </c:pt>
                <c:pt idx="1865">
                  <c:v>-1.5650962282390104</c:v>
                </c:pt>
                <c:pt idx="1866">
                  <c:v>-1.6252768775553204</c:v>
                </c:pt>
                <c:pt idx="1867">
                  <c:v>-1.6723780008239499</c:v>
                </c:pt>
                <c:pt idx="1868">
                  <c:v>-1.6731527746063715</c:v>
                </c:pt>
                <c:pt idx="1869">
                  <c:v>-1.6436691483536021</c:v>
                </c:pt>
                <c:pt idx="1870">
                  <c:v>-1.628306634443629</c:v>
                </c:pt>
                <c:pt idx="1871">
                  <c:v>-1.6717307047525711</c:v>
                </c:pt>
                <c:pt idx="1872">
                  <c:v>-1.7112756236938456</c:v>
                </c:pt>
                <c:pt idx="1873">
                  <c:v>-1.7515038697039977</c:v>
                </c:pt>
                <c:pt idx="1874">
                  <c:v>-1.7687591626732355</c:v>
                </c:pt>
                <c:pt idx="1875">
                  <c:v>-1.7721362196319344</c:v>
                </c:pt>
                <c:pt idx="1876">
                  <c:v>-1.7261490831671829</c:v>
                </c:pt>
                <c:pt idx="1877">
                  <c:v>-1.7100226882575742</c:v>
                </c:pt>
                <c:pt idx="1878">
                  <c:v>-1.6776930148824869</c:v>
                </c:pt>
                <c:pt idx="1879">
                  <c:v>-1.6857285886692637</c:v>
                </c:pt>
                <c:pt idx="1880">
                  <c:v>-1.6819331930866674</c:v>
                </c:pt>
                <c:pt idx="1881">
                  <c:v>-1.6937596570358151</c:v>
                </c:pt>
                <c:pt idx="1882">
                  <c:v>-1.6869518685543767</c:v>
                </c:pt>
                <c:pt idx="1883">
                  <c:v>-1.7233647932562979</c:v>
                </c:pt>
                <c:pt idx="1884">
                  <c:v>-1.7236253814998745</c:v>
                </c:pt>
                <c:pt idx="1885">
                  <c:v>-1.7285802451311021</c:v>
                </c:pt>
                <c:pt idx="1886">
                  <c:v>-1.7301518247786758</c:v>
                </c:pt>
                <c:pt idx="1887">
                  <c:v>-1.696136308854038</c:v>
                </c:pt>
                <c:pt idx="1888">
                  <c:v>-1.716847243592811</c:v>
                </c:pt>
                <c:pt idx="1889">
                  <c:v>-1.7825477145204669</c:v>
                </c:pt>
                <c:pt idx="1890">
                  <c:v>-1.8478842977227892</c:v>
                </c:pt>
                <c:pt idx="1891">
                  <c:v>-1.8784429379023384</c:v>
                </c:pt>
                <c:pt idx="1892">
                  <c:v>-1.8431179008233634</c:v>
                </c:pt>
                <c:pt idx="1893">
                  <c:v>-1.8312015660573728</c:v>
                </c:pt>
                <c:pt idx="1894">
                  <c:v>-1.8261361816305082</c:v>
                </c:pt>
                <c:pt idx="1895">
                  <c:v>-1.8226547031522211</c:v>
                </c:pt>
                <c:pt idx="1896">
                  <c:v>-1.7954515211172313</c:v>
                </c:pt>
                <c:pt idx="1897">
                  <c:v>-1.813698927295001</c:v>
                </c:pt>
                <c:pt idx="1898">
                  <c:v>-1.7853504186742721</c:v>
                </c:pt>
                <c:pt idx="1899">
                  <c:v>-1.7765392205334001</c:v>
                </c:pt>
                <c:pt idx="1900">
                  <c:v>-1.7173267437569046</c:v>
                </c:pt>
                <c:pt idx="1901">
                  <c:v>-1.6745509266934049</c:v>
                </c:pt>
                <c:pt idx="1902">
                  <c:v>-1.5554460346510341</c:v>
                </c:pt>
                <c:pt idx="1903">
                  <c:v>-1.4318897991978501</c:v>
                </c:pt>
                <c:pt idx="1904">
                  <c:v>-1.2790665461043091</c:v>
                </c:pt>
                <c:pt idx="1905">
                  <c:v>-1.1740807258099832</c:v>
                </c:pt>
                <c:pt idx="1906">
                  <c:v>-1.0445059099425658</c:v>
                </c:pt>
                <c:pt idx="1907">
                  <c:v>-0.93399199232386243</c:v>
                </c:pt>
                <c:pt idx="1908">
                  <c:v>-0.81307750040094795</c:v>
                </c:pt>
                <c:pt idx="1909">
                  <c:v>-0.65535749602137316</c:v>
                </c:pt>
                <c:pt idx="1910">
                  <c:v>-0.48139403038100148</c:v>
                </c:pt>
                <c:pt idx="1911">
                  <c:v>-0.31912899668742978</c:v>
                </c:pt>
                <c:pt idx="1912">
                  <c:v>-0.14862348482332113</c:v>
                </c:pt>
                <c:pt idx="1913">
                  <c:v>-4.089144045440115E-2</c:v>
                </c:pt>
                <c:pt idx="1914">
                  <c:v>7.9019457660202977E-2</c:v>
                </c:pt>
                <c:pt idx="1915">
                  <c:v>0.20416887247435095</c:v>
                </c:pt>
                <c:pt idx="1916">
                  <c:v>0.3832328505090063</c:v>
                </c:pt>
                <c:pt idx="1917">
                  <c:v>0.50523191529665301</c:v>
                </c:pt>
                <c:pt idx="1918">
                  <c:v>0.64509565632566779</c:v>
                </c:pt>
                <c:pt idx="1919">
                  <c:v>0.72403986563074163</c:v>
                </c:pt>
                <c:pt idx="1920">
                  <c:v>0.84476327305806931</c:v>
                </c:pt>
                <c:pt idx="1921">
                  <c:v>1.0284132134288146</c:v>
                </c:pt>
                <c:pt idx="1922">
                  <c:v>1.1541445939158288</c:v>
                </c:pt>
                <c:pt idx="1923">
                  <c:v>1.2009760125889386</c:v>
                </c:pt>
                <c:pt idx="1924">
                  <c:v>1.2081044444501263</c:v>
                </c:pt>
                <c:pt idx="1925">
                  <c:v>1.2235119445511691</c:v>
                </c:pt>
                <c:pt idx="1926">
                  <c:v>1.2461116998243003</c:v>
                </c:pt>
                <c:pt idx="1927">
                  <c:v>1.2586314234916982</c:v>
                </c:pt>
                <c:pt idx="1928">
                  <c:v>1.3160982768500089</c:v>
                </c:pt>
                <c:pt idx="1929">
                  <c:v>1.3610843192068101</c:v>
                </c:pt>
                <c:pt idx="1930">
                  <c:v>1.3756671200050425</c:v>
                </c:pt>
                <c:pt idx="1931">
                  <c:v>1.407234209244691</c:v>
                </c:pt>
                <c:pt idx="1932">
                  <c:v>1.4490893739683082</c:v>
                </c:pt>
                <c:pt idx="1933">
                  <c:v>1.4775558416514512</c:v>
                </c:pt>
                <c:pt idx="1934">
                  <c:v>1.5348514116324778</c:v>
                </c:pt>
                <c:pt idx="1935">
                  <c:v>1.5651978431475531</c:v>
                </c:pt>
                <c:pt idx="1936">
                  <c:v>1.569680617802869</c:v>
                </c:pt>
                <c:pt idx="1937">
                  <c:v>1.5434023112516593</c:v>
                </c:pt>
                <c:pt idx="1938">
                  <c:v>1.5236017830990702</c:v>
                </c:pt>
                <c:pt idx="1939">
                  <c:v>1.4838045033521692</c:v>
                </c:pt>
                <c:pt idx="1940">
                  <c:v>1.4874268792939493</c:v>
                </c:pt>
                <c:pt idx="1941">
                  <c:v>1.4692949117485998</c:v>
                </c:pt>
                <c:pt idx="1942">
                  <c:v>1.3849159225532828</c:v>
                </c:pt>
                <c:pt idx="1943">
                  <c:v>1.3635343169740592</c:v>
                </c:pt>
                <c:pt idx="1944">
                  <c:v>1.35043136149978</c:v>
                </c:pt>
                <c:pt idx="1945">
                  <c:v>1.3396358151945158</c:v>
                </c:pt>
                <c:pt idx="1946">
                  <c:v>1.3274466652296479</c:v>
                </c:pt>
                <c:pt idx="1947">
                  <c:v>1.3409049561467272</c:v>
                </c:pt>
                <c:pt idx="1948">
                  <c:v>1.28549552528892</c:v>
                </c:pt>
                <c:pt idx="1949">
                  <c:v>1.1707977824661897</c:v>
                </c:pt>
                <c:pt idx="1950">
                  <c:v>1.0728034796050192</c:v>
                </c:pt>
                <c:pt idx="1951">
                  <c:v>0.98823794302750234</c:v>
                </c:pt>
                <c:pt idx="1952">
                  <c:v>0.86062312769062788</c:v>
                </c:pt>
                <c:pt idx="1953">
                  <c:v>0.78451896188807613</c:v>
                </c:pt>
                <c:pt idx="1954">
                  <c:v>0.69655174249292184</c:v>
                </c:pt>
                <c:pt idx="1955">
                  <c:v>0.63281826905252947</c:v>
                </c:pt>
                <c:pt idx="1956">
                  <c:v>0.59059019247456601</c:v>
                </c:pt>
                <c:pt idx="1957">
                  <c:v>0.53588620970265388</c:v>
                </c:pt>
                <c:pt idx="1958">
                  <c:v>0.45092035630584282</c:v>
                </c:pt>
                <c:pt idx="1959">
                  <c:v>0.39000286210992163</c:v>
                </c:pt>
                <c:pt idx="1960">
                  <c:v>0.36261207109958865</c:v>
                </c:pt>
                <c:pt idx="1961">
                  <c:v>0.3182534865349933</c:v>
                </c:pt>
                <c:pt idx="1962">
                  <c:v>0.2793371270323648</c:v>
                </c:pt>
                <c:pt idx="1963">
                  <c:v>0.24800210136113943</c:v>
                </c:pt>
                <c:pt idx="1964">
                  <c:v>0.22832474226693808</c:v>
                </c:pt>
                <c:pt idx="1965">
                  <c:v>0.21847922566940167</c:v>
                </c:pt>
                <c:pt idx="1966">
                  <c:v>0.20748969473432377</c:v>
                </c:pt>
                <c:pt idx="1967">
                  <c:v>0.19061035156999581</c:v>
                </c:pt>
                <c:pt idx="1968">
                  <c:v>0.13077661579046579</c:v>
                </c:pt>
                <c:pt idx="1969">
                  <c:v>0.14653408878433527</c:v>
                </c:pt>
                <c:pt idx="1970">
                  <c:v>0.15531834814061124</c:v>
                </c:pt>
                <c:pt idx="1971">
                  <c:v>0.12816596810732042</c:v>
                </c:pt>
                <c:pt idx="1972">
                  <c:v>5.8878792762789692E-2</c:v>
                </c:pt>
                <c:pt idx="1973">
                  <c:v>5.8376276916927684E-2</c:v>
                </c:pt>
                <c:pt idx="1974">
                  <c:v>4.8728793331982573E-2</c:v>
                </c:pt>
                <c:pt idx="1975">
                  <c:v>3.0436852124513573E-2</c:v>
                </c:pt>
                <c:pt idx="1976">
                  <c:v>-1.4153319286067785E-2</c:v>
                </c:pt>
                <c:pt idx="1977">
                  <c:v>-7.693527926452999E-2</c:v>
                </c:pt>
                <c:pt idx="1978">
                  <c:v>-0.11858104393278451</c:v>
                </c:pt>
                <c:pt idx="1979">
                  <c:v>-0.12835422075716485</c:v>
                </c:pt>
                <c:pt idx="1980">
                  <c:v>-9.3840204701239605E-2</c:v>
                </c:pt>
                <c:pt idx="1981">
                  <c:v>-0.10649573078586445</c:v>
                </c:pt>
                <c:pt idx="1982">
                  <c:v>-4.1618332251987633E-2</c:v>
                </c:pt>
                <c:pt idx="1983">
                  <c:v>-3.2138115578055897E-2</c:v>
                </c:pt>
                <c:pt idx="1984">
                  <c:v>-2.261532870673344E-2</c:v>
                </c:pt>
                <c:pt idx="1985">
                  <c:v>-3.2088472605204879E-2</c:v>
                </c:pt>
                <c:pt idx="1986">
                  <c:v>-3.9329200173538338E-2</c:v>
                </c:pt>
                <c:pt idx="1987">
                  <c:v>-1.7252168556614832E-2</c:v>
                </c:pt>
                <c:pt idx="1988">
                  <c:v>2.6504737931013701E-2</c:v>
                </c:pt>
                <c:pt idx="1989">
                  <c:v>0.12597073001552275</c:v>
                </c:pt>
                <c:pt idx="1990">
                  <c:v>0.16000701695309644</c:v>
                </c:pt>
                <c:pt idx="1991">
                  <c:v>0.24805772547361477</c:v>
                </c:pt>
                <c:pt idx="1992">
                  <c:v>0.38737745700826748</c:v>
                </c:pt>
                <c:pt idx="1993">
                  <c:v>0.5564491461207367</c:v>
                </c:pt>
                <c:pt idx="1994">
                  <c:v>0.64630744755958158</c:v>
                </c:pt>
                <c:pt idx="1995">
                  <c:v>0.65621592194884681</c:v>
                </c:pt>
                <c:pt idx="1996">
                  <c:v>0.66916873915530528</c:v>
                </c:pt>
                <c:pt idx="1997">
                  <c:v>0.69896115616775356</c:v>
                </c:pt>
                <c:pt idx="1998">
                  <c:v>0.71889256054895612</c:v>
                </c:pt>
                <c:pt idx="1999">
                  <c:v>0.71183584793928223</c:v>
                </c:pt>
                <c:pt idx="2000">
                  <c:v>0.73106697534056753</c:v>
                </c:pt>
                <c:pt idx="2001">
                  <c:v>0.69790774643811371</c:v>
                </c:pt>
                <c:pt idx="2002">
                  <c:v>0.71207477844652001</c:v>
                </c:pt>
                <c:pt idx="2003">
                  <c:v>0.68320410763957151</c:v>
                </c:pt>
                <c:pt idx="2004">
                  <c:v>0.69087260333835465</c:v>
                </c:pt>
                <c:pt idx="2005">
                  <c:v>0.69644020107430316</c:v>
                </c:pt>
                <c:pt idx="2006">
                  <c:v>0.68700130059528419</c:v>
                </c:pt>
                <c:pt idx="2007">
                  <c:v>0.65537687419634916</c:v>
                </c:pt>
                <c:pt idx="2008">
                  <c:v>0.62709392589973745</c:v>
                </c:pt>
                <c:pt idx="2009">
                  <c:v>0.61017590201023142</c:v>
                </c:pt>
                <c:pt idx="2010">
                  <c:v>0.53534139146895432</c:v>
                </c:pt>
                <c:pt idx="2011">
                  <c:v>0.51227091553576343</c:v>
                </c:pt>
                <c:pt idx="2012">
                  <c:v>0.46842318165719088</c:v>
                </c:pt>
                <c:pt idx="2013">
                  <c:v>0.32512395643834568</c:v>
                </c:pt>
                <c:pt idx="2014">
                  <c:v>0.23291218394452579</c:v>
                </c:pt>
                <c:pt idx="2015">
                  <c:v>0.15398342525026368</c:v>
                </c:pt>
                <c:pt idx="2016">
                  <c:v>0.16265031768013935</c:v>
                </c:pt>
                <c:pt idx="2017">
                  <c:v>0.18233126732254842</c:v>
                </c:pt>
                <c:pt idx="2018">
                  <c:v>0.21645980021426686</c:v>
                </c:pt>
                <c:pt idx="2019">
                  <c:v>0.27313389691629053</c:v>
                </c:pt>
                <c:pt idx="2020">
                  <c:v>0.3309254871271573</c:v>
                </c:pt>
                <c:pt idx="2021">
                  <c:v>0.35396874628985558</c:v>
                </c:pt>
                <c:pt idx="2022">
                  <c:v>0.38479282991828179</c:v>
                </c:pt>
                <c:pt idx="2023">
                  <c:v>0.37117314416217251</c:v>
                </c:pt>
                <c:pt idx="2024">
                  <c:v>0.3420680850936465</c:v>
                </c:pt>
                <c:pt idx="2025">
                  <c:v>0.35499837474579121</c:v>
                </c:pt>
                <c:pt idx="2026">
                  <c:v>0.36838697530603765</c:v>
                </c:pt>
                <c:pt idx="2027">
                  <c:v>0.40881661600013403</c:v>
                </c:pt>
                <c:pt idx="2028">
                  <c:v>0.45497912239118921</c:v>
                </c:pt>
                <c:pt idx="2029">
                  <c:v>0.51349199506760645</c:v>
                </c:pt>
                <c:pt idx="2030">
                  <c:v>0.53256345419650053</c:v>
                </c:pt>
                <c:pt idx="2031">
                  <c:v>0.58347372683553456</c:v>
                </c:pt>
                <c:pt idx="2032">
                  <c:v>0.64850597764966245</c:v>
                </c:pt>
                <c:pt idx="2033">
                  <c:v>0.68379020831167725</c:v>
                </c:pt>
                <c:pt idx="2034">
                  <c:v>0.79912755741618036</c:v>
                </c:pt>
                <c:pt idx="2035">
                  <c:v>0.90988597323542419</c:v>
                </c:pt>
                <c:pt idx="2036">
                  <c:v>1.0123444250912228</c:v>
                </c:pt>
                <c:pt idx="2037">
                  <c:v>1.0639163089807826</c:v>
                </c:pt>
                <c:pt idx="2038">
                  <c:v>1.0952871547319167</c:v>
                </c:pt>
                <c:pt idx="2039">
                  <c:v>1.1260323297109862</c:v>
                </c:pt>
                <c:pt idx="2040">
                  <c:v>1.1481483468842868</c:v>
                </c:pt>
                <c:pt idx="2041">
                  <c:v>1.156361826808858</c:v>
                </c:pt>
                <c:pt idx="2042">
                  <c:v>1.2165033957668758</c:v>
                </c:pt>
                <c:pt idx="2043">
                  <c:v>1.2618258508768632</c:v>
                </c:pt>
                <c:pt idx="2044">
                  <c:v>1.3483512453661355</c:v>
                </c:pt>
                <c:pt idx="2045">
                  <c:v>1.4075643250039236</c:v>
                </c:pt>
                <c:pt idx="2046">
                  <c:v>1.4068429200615804</c:v>
                </c:pt>
                <c:pt idx="2047">
                  <c:v>1.4106736828752056</c:v>
                </c:pt>
                <c:pt idx="2048">
                  <c:v>1.4017843099946214</c:v>
                </c:pt>
                <c:pt idx="2049">
                  <c:v>1.4180139658944506</c:v>
                </c:pt>
                <c:pt idx="2050">
                  <c:v>1.4022253431427996</c:v>
                </c:pt>
                <c:pt idx="2051">
                  <c:v>1.3869858659335148</c:v>
                </c:pt>
                <c:pt idx="2052">
                  <c:v>1.3372970749881576</c:v>
                </c:pt>
                <c:pt idx="2053">
                  <c:v>1.2427064255848848</c:v>
                </c:pt>
                <c:pt idx="2054">
                  <c:v>1.2170755965057907</c:v>
                </c:pt>
                <c:pt idx="2055">
                  <c:v>1.158764039699687</c:v>
                </c:pt>
                <c:pt idx="2056">
                  <c:v>1.0922649466229455</c:v>
                </c:pt>
                <c:pt idx="2057">
                  <c:v>1.043345893816167</c:v>
                </c:pt>
                <c:pt idx="2058">
                  <c:v>0.99123559438355135</c:v>
                </c:pt>
                <c:pt idx="2059">
                  <c:v>0.96369429585793809</c:v>
                </c:pt>
                <c:pt idx="2060">
                  <c:v>0.90118347107904884</c:v>
                </c:pt>
                <c:pt idx="2061">
                  <c:v>0.83423337361800154</c:v>
                </c:pt>
                <c:pt idx="2062">
                  <c:v>0.82040691357008899</c:v>
                </c:pt>
                <c:pt idx="2063">
                  <c:v>0.765851862136675</c:v>
                </c:pt>
                <c:pt idx="2064">
                  <c:v>0.6808075800611717</c:v>
                </c:pt>
                <c:pt idx="2065">
                  <c:v>0.62903910537527574</c:v>
                </c:pt>
                <c:pt idx="2066">
                  <c:v>0.60202032426966157</c:v>
                </c:pt>
                <c:pt idx="2067">
                  <c:v>0.56238939168232038</c:v>
                </c:pt>
                <c:pt idx="2068">
                  <c:v>0.54435002546624744</c:v>
                </c:pt>
                <c:pt idx="2069">
                  <c:v>0.52614236548589055</c:v>
                </c:pt>
                <c:pt idx="2070">
                  <c:v>0.49644847854489454</c:v>
                </c:pt>
                <c:pt idx="2071">
                  <c:v>0.43874240889809979</c:v>
                </c:pt>
                <c:pt idx="2072">
                  <c:v>0.40604020150933218</c:v>
                </c:pt>
                <c:pt idx="2073">
                  <c:v>0.39203600933293609</c:v>
                </c:pt>
                <c:pt idx="2074">
                  <c:v>0.42714915136387194</c:v>
                </c:pt>
                <c:pt idx="2075">
                  <c:v>0.41475348080912394</c:v>
                </c:pt>
                <c:pt idx="2076">
                  <c:v>0.39644003785214643</c:v>
                </c:pt>
                <c:pt idx="2077">
                  <c:v>0.38859488441860962</c:v>
                </c:pt>
                <c:pt idx="2078">
                  <c:v>0.39106481982869851</c:v>
                </c:pt>
                <c:pt idx="2079">
                  <c:v>0.38344951829547452</c:v>
                </c:pt>
                <c:pt idx="2080">
                  <c:v>0.39826401589020632</c:v>
                </c:pt>
                <c:pt idx="2081">
                  <c:v>0.39918433604817155</c:v>
                </c:pt>
                <c:pt idx="2082">
                  <c:v>0.4576032317665199</c:v>
                </c:pt>
                <c:pt idx="2083">
                  <c:v>0.51578075440445414</c:v>
                </c:pt>
                <c:pt idx="2084">
                  <c:v>0.55731753822647201</c:v>
                </c:pt>
                <c:pt idx="2085">
                  <c:v>0.61721481479597873</c:v>
                </c:pt>
                <c:pt idx="2086">
                  <c:v>0.60271779378640056</c:v>
                </c:pt>
                <c:pt idx="2087">
                  <c:v>0.62040377238804634</c:v>
                </c:pt>
                <c:pt idx="2088">
                  <c:v>0.68119321329027482</c:v>
                </c:pt>
                <c:pt idx="2089">
                  <c:v>0.68329503455786678</c:v>
                </c:pt>
                <c:pt idx="2090">
                  <c:v>0.6971940328306574</c:v>
                </c:pt>
                <c:pt idx="2091">
                  <c:v>0.72265960827471432</c:v>
                </c:pt>
                <c:pt idx="2092">
                  <c:v>0.7667525249327809</c:v>
                </c:pt>
                <c:pt idx="2093">
                  <c:v>0.78713895839339421</c:v>
                </c:pt>
                <c:pt idx="2094">
                  <c:v>0.8612382531772077</c:v>
                </c:pt>
                <c:pt idx="2095">
                  <c:v>0.91150348786651869</c:v>
                </c:pt>
                <c:pt idx="2096">
                  <c:v>0.98178643784598707</c:v>
                </c:pt>
                <c:pt idx="2097">
                  <c:v>1.0719829022690341</c:v>
                </c:pt>
                <c:pt idx="2098">
                  <c:v>1.1469062483045431</c:v>
                </c:pt>
                <c:pt idx="2099">
                  <c:v>1.2421954384140566</c:v>
                </c:pt>
                <c:pt idx="2100">
                  <c:v>1.3555141938229254</c:v>
                </c:pt>
                <c:pt idx="2101">
                  <c:v>1.4403085444195536</c:v>
                </c:pt>
                <c:pt idx="2102">
                  <c:v>1.5713323161538979</c:v>
                </c:pt>
                <c:pt idx="2103">
                  <c:v>1.62301901969623</c:v>
                </c:pt>
                <c:pt idx="2104">
                  <c:v>1.682685023680911</c:v>
                </c:pt>
                <c:pt idx="2105">
                  <c:v>1.7397690407906909</c:v>
                </c:pt>
                <c:pt idx="2106">
                  <c:v>1.8341771049599949</c:v>
                </c:pt>
                <c:pt idx="2107">
                  <c:v>1.955766272142698</c:v>
                </c:pt>
                <c:pt idx="2108">
                  <c:v>2.0326394567281474</c:v>
                </c:pt>
                <c:pt idx="2109">
                  <c:v>2.1008657060454512</c:v>
                </c:pt>
                <c:pt idx="2110">
                  <c:v>2.1888435072932459</c:v>
                </c:pt>
                <c:pt idx="2111">
                  <c:v>2.2699753877501072</c:v>
                </c:pt>
                <c:pt idx="2112">
                  <c:v>2.3729736806554289</c:v>
                </c:pt>
                <c:pt idx="2113">
                  <c:v>2.4630592493099974</c:v>
                </c:pt>
                <c:pt idx="2114">
                  <c:v>2.5369475430157071</c:v>
                </c:pt>
                <c:pt idx="2115">
                  <c:v>2.5723190959942479</c:v>
                </c:pt>
                <c:pt idx="2116">
                  <c:v>2.6094766937441616</c:v>
                </c:pt>
                <c:pt idx="2117">
                  <c:v>2.5672834469995176</c:v>
                </c:pt>
                <c:pt idx="2118">
                  <c:v>2.5395163913416923</c:v>
                </c:pt>
                <c:pt idx="2119">
                  <c:v>2.5019720699520458</c:v>
                </c:pt>
                <c:pt idx="2120">
                  <c:v>2.448377746263636</c:v>
                </c:pt>
                <c:pt idx="2121">
                  <c:v>2.3804168436074531</c:v>
                </c:pt>
                <c:pt idx="2122">
                  <c:v>2.3096184211427619</c:v>
                </c:pt>
                <c:pt idx="2123">
                  <c:v>2.215180986641005</c:v>
                </c:pt>
                <c:pt idx="2124">
                  <c:v>2.1540375661693263</c:v>
                </c:pt>
                <c:pt idx="2125">
                  <c:v>2.0776768233677005</c:v>
                </c:pt>
                <c:pt idx="2126">
                  <c:v>2.0030981866866715</c:v>
                </c:pt>
                <c:pt idx="2127">
                  <c:v>1.9079498646542559</c:v>
                </c:pt>
                <c:pt idx="2128">
                  <c:v>1.8224782077358523</c:v>
                </c:pt>
                <c:pt idx="2129">
                  <c:v>1.734542586013565</c:v>
                </c:pt>
                <c:pt idx="2130">
                  <c:v>1.6459397845768047</c:v>
                </c:pt>
                <c:pt idx="2131">
                  <c:v>1.5481107168222077</c:v>
                </c:pt>
                <c:pt idx="2132">
                  <c:v>1.4363879588914183</c:v>
                </c:pt>
                <c:pt idx="2133">
                  <c:v>1.2891915692479818</c:v>
                </c:pt>
                <c:pt idx="2134">
                  <c:v>1.1643092250304872</c:v>
                </c:pt>
                <c:pt idx="2135">
                  <c:v>1.0784825965663654</c:v>
                </c:pt>
                <c:pt idx="2136">
                  <c:v>0.99998881458509559</c:v>
                </c:pt>
                <c:pt idx="2137">
                  <c:v>0.88208475595347136</c:v>
                </c:pt>
                <c:pt idx="2138">
                  <c:v>0.85712236531559993</c:v>
                </c:pt>
                <c:pt idx="2139">
                  <c:v>0.77991658025829247</c:v>
                </c:pt>
                <c:pt idx="2140">
                  <c:v>0.71798055531715521</c:v>
                </c:pt>
                <c:pt idx="2141">
                  <c:v>0.65739375047199133</c:v>
                </c:pt>
                <c:pt idx="2142">
                  <c:v>0.61530609043452222</c:v>
                </c:pt>
                <c:pt idx="2143">
                  <c:v>0.58153671620901204</c:v>
                </c:pt>
                <c:pt idx="2144">
                  <c:v>0.55497637437960734</c:v>
                </c:pt>
                <c:pt idx="2145">
                  <c:v>0.50110059726962664</c:v>
                </c:pt>
                <c:pt idx="2146">
                  <c:v>0.45721485112182142</c:v>
                </c:pt>
                <c:pt idx="2147">
                  <c:v>0.3837354099214571</c:v>
                </c:pt>
                <c:pt idx="2148">
                  <c:v>0.33859322680123233</c:v>
                </c:pt>
                <c:pt idx="2149">
                  <c:v>0.30646180323120775</c:v>
                </c:pt>
                <c:pt idx="2150">
                  <c:v>0.29832842481092442</c:v>
                </c:pt>
                <c:pt idx="2151">
                  <c:v>0.25294333330872032</c:v>
                </c:pt>
                <c:pt idx="2152">
                  <c:v>0.20305382844456835</c:v>
                </c:pt>
                <c:pt idx="2153">
                  <c:v>0.1345206667577287</c:v>
                </c:pt>
                <c:pt idx="2154">
                  <c:v>9.7767902116105865E-2</c:v>
                </c:pt>
                <c:pt idx="2155">
                  <c:v>5.8953735078091832E-2</c:v>
                </c:pt>
                <c:pt idx="2156">
                  <c:v>-1.7448871517419723E-2</c:v>
                </c:pt>
                <c:pt idx="2157">
                  <c:v>-0.13491347212191609</c:v>
                </c:pt>
                <c:pt idx="2158">
                  <c:v>-0.21420771334605307</c:v>
                </c:pt>
                <c:pt idx="2159">
                  <c:v>-0.26441740404007474</c:v>
                </c:pt>
                <c:pt idx="2160">
                  <c:v>-0.28539946516163389</c:v>
                </c:pt>
                <c:pt idx="2161">
                  <c:v>-0.30677334451285015</c:v>
                </c:pt>
                <c:pt idx="2162">
                  <c:v>-0.37713042501355765</c:v>
                </c:pt>
                <c:pt idx="2163">
                  <c:v>-0.45693167445119287</c:v>
                </c:pt>
                <c:pt idx="2164">
                  <c:v>-0.51208070119166949</c:v>
                </c:pt>
                <c:pt idx="2165">
                  <c:v>-0.56261111679959563</c:v>
                </c:pt>
                <c:pt idx="2166">
                  <c:v>-0.61240362781111046</c:v>
                </c:pt>
                <c:pt idx="2167">
                  <c:v>-0.64101624487991349</c:v>
                </c:pt>
                <c:pt idx="2168">
                  <c:v>-0.63988476682257855</c:v>
                </c:pt>
                <c:pt idx="2169">
                  <c:v>-0.69825081566323433</c:v>
                </c:pt>
                <c:pt idx="2170">
                  <c:v>-0.78273843925609254</c:v>
                </c:pt>
                <c:pt idx="2171">
                  <c:v>-0.89060319436935653</c:v>
                </c:pt>
                <c:pt idx="2172">
                  <c:v>-0.95456353329463406</c:v>
                </c:pt>
                <c:pt idx="2173">
                  <c:v>-0.97897575647516999</c:v>
                </c:pt>
                <c:pt idx="2174">
                  <c:v>-0.95951879154202091</c:v>
                </c:pt>
                <c:pt idx="2175">
                  <c:v>-0.95251502781264241</c:v>
                </c:pt>
                <c:pt idx="2176">
                  <c:v>-0.89995237618320578</c:v>
                </c:pt>
                <c:pt idx="2177">
                  <c:v>-0.85178880843919436</c:v>
                </c:pt>
                <c:pt idx="2178">
                  <c:v>-0.80672059808346497</c:v>
                </c:pt>
                <c:pt idx="2179">
                  <c:v>-0.79056342627021536</c:v>
                </c:pt>
                <c:pt idx="2180">
                  <c:v>-0.80260201252825092</c:v>
                </c:pt>
                <c:pt idx="2181">
                  <c:v>-0.82622398752791593</c:v>
                </c:pt>
                <c:pt idx="2182">
                  <c:v>-0.85187311780495434</c:v>
                </c:pt>
                <c:pt idx="2183">
                  <c:v>-0.83399358797406342</c:v>
                </c:pt>
                <c:pt idx="2184">
                  <c:v>-0.73965966592710053</c:v>
                </c:pt>
                <c:pt idx="2185">
                  <c:v>-0.74069404233142211</c:v>
                </c:pt>
                <c:pt idx="2186">
                  <c:v>-0.77158016684983632</c:v>
                </c:pt>
                <c:pt idx="2187">
                  <c:v>-0.80563244780995746</c:v>
                </c:pt>
                <c:pt idx="2188">
                  <c:v>-0.85646705495513509</c:v>
                </c:pt>
                <c:pt idx="2189">
                  <c:v>-0.88578044807112477</c:v>
                </c:pt>
                <c:pt idx="2190">
                  <c:v>-0.84655409691002592</c:v>
                </c:pt>
                <c:pt idx="2191">
                  <c:v>-0.79961618964973791</c:v>
                </c:pt>
                <c:pt idx="2192">
                  <c:v>-0.72720983723099109</c:v>
                </c:pt>
                <c:pt idx="2193">
                  <c:v>-0.67838615177224537</c:v>
                </c:pt>
                <c:pt idx="2194">
                  <c:v>-0.61477792567997658</c:v>
                </c:pt>
                <c:pt idx="2195">
                  <c:v>-0.57716622838003906</c:v>
                </c:pt>
                <c:pt idx="2196">
                  <c:v>-0.54630227339009974</c:v>
                </c:pt>
                <c:pt idx="2197">
                  <c:v>-0.58860527015630182</c:v>
                </c:pt>
                <c:pt idx="2198">
                  <c:v>-0.61441593410755624</c:v>
                </c:pt>
                <c:pt idx="2199">
                  <c:v>-0.62466993841792318</c:v>
                </c:pt>
                <c:pt idx="2200">
                  <c:v>-0.5641204275069801</c:v>
                </c:pt>
                <c:pt idx="2201">
                  <c:v>-0.58774794181378043</c:v>
                </c:pt>
                <c:pt idx="2202">
                  <c:v>-0.62809305813539063</c:v>
                </c:pt>
                <c:pt idx="2203">
                  <c:v>-0.64738213732527328</c:v>
                </c:pt>
                <c:pt idx="2204">
                  <c:v>-0.64060040296124277</c:v>
                </c:pt>
                <c:pt idx="2205">
                  <c:v>-0.70612931924368894</c:v>
                </c:pt>
                <c:pt idx="2206">
                  <c:v>-0.70303643361607548</c:v>
                </c:pt>
                <c:pt idx="2207">
                  <c:v>-0.67062005376788281</c:v>
                </c:pt>
                <c:pt idx="2208">
                  <c:v>-0.6277385199030816</c:v>
                </c:pt>
                <c:pt idx="2209">
                  <c:v>-0.59603542080257155</c:v>
                </c:pt>
                <c:pt idx="2210">
                  <c:v>-0.56170760234660166</c:v>
                </c:pt>
                <c:pt idx="2211">
                  <c:v>-0.60818979931755757</c:v>
                </c:pt>
                <c:pt idx="2212">
                  <c:v>-0.64492048125718626</c:v>
                </c:pt>
                <c:pt idx="2213">
                  <c:v>-0.68984281645066237</c:v>
                </c:pt>
                <c:pt idx="2214">
                  <c:v>-0.71457770622814276</c:v>
                </c:pt>
                <c:pt idx="2215">
                  <c:v>-0.74291249603164666</c:v>
                </c:pt>
                <c:pt idx="2216">
                  <c:v>-0.78084209951289452</c:v>
                </c:pt>
                <c:pt idx="2217">
                  <c:v>-0.82938541065904536</c:v>
                </c:pt>
                <c:pt idx="2218">
                  <c:v>-0.81987857180295587</c:v>
                </c:pt>
                <c:pt idx="2219">
                  <c:v>-0.81462623845934634</c:v>
                </c:pt>
                <c:pt idx="2220">
                  <c:v>-0.77293643429991321</c:v>
                </c:pt>
                <c:pt idx="2221">
                  <c:v>-0.77496178950277195</c:v>
                </c:pt>
                <c:pt idx="2222">
                  <c:v>-0.73875056776287151</c:v>
                </c:pt>
                <c:pt idx="2223">
                  <c:v>-0.64331196793697731</c:v>
                </c:pt>
                <c:pt idx="2224">
                  <c:v>-0.57673591723620998</c:v>
                </c:pt>
                <c:pt idx="2225">
                  <c:v>-0.55290894635034293</c:v>
                </c:pt>
                <c:pt idx="2226">
                  <c:v>-0.51641472581860681</c:v>
                </c:pt>
                <c:pt idx="2227">
                  <c:v>-0.51924330341971403</c:v>
                </c:pt>
                <c:pt idx="2228">
                  <c:v>-0.51865014136343257</c:v>
                </c:pt>
                <c:pt idx="2229">
                  <c:v>-0.49010143375190868</c:v>
                </c:pt>
                <c:pt idx="2230">
                  <c:v>-0.44303240102249009</c:v>
                </c:pt>
                <c:pt idx="2231">
                  <c:v>-0.3917388772195064</c:v>
                </c:pt>
                <c:pt idx="2232">
                  <c:v>-0.32157770828822568</c:v>
                </c:pt>
                <c:pt idx="2233">
                  <c:v>-0.27289832029949179</c:v>
                </c:pt>
                <c:pt idx="2234">
                  <c:v>-0.21139347292684382</c:v>
                </c:pt>
                <c:pt idx="2235">
                  <c:v>-0.13644927988618522</c:v>
                </c:pt>
                <c:pt idx="2236">
                  <c:v>-9.6190038128307592E-2</c:v>
                </c:pt>
                <c:pt idx="2237">
                  <c:v>-1.4549369947751686E-2</c:v>
                </c:pt>
                <c:pt idx="2238">
                  <c:v>4.6166638949014384E-2</c:v>
                </c:pt>
                <c:pt idx="2239">
                  <c:v>8.3601722940551237E-2</c:v>
                </c:pt>
                <c:pt idx="2240">
                  <c:v>3.402408197332784E-2</c:v>
                </c:pt>
                <c:pt idx="2241">
                  <c:v>-2.2872488274475314E-2</c:v>
                </c:pt>
                <c:pt idx="2242">
                  <c:v>-7.6649142622667268E-2</c:v>
                </c:pt>
                <c:pt idx="2243">
                  <c:v>-0.12725719641177494</c:v>
                </c:pt>
                <c:pt idx="2244">
                  <c:v>-0.20690645478079869</c:v>
                </c:pt>
                <c:pt idx="2245">
                  <c:v>-0.28381916851012207</c:v>
                </c:pt>
                <c:pt idx="2246">
                  <c:v>-0.32528944747471833</c:v>
                </c:pt>
                <c:pt idx="2247">
                  <c:v>-0.40672857423966702</c:v>
                </c:pt>
                <c:pt idx="2248">
                  <c:v>-0.48117463600432925</c:v>
                </c:pt>
                <c:pt idx="2249">
                  <c:v>-0.5841819748500191</c:v>
                </c:pt>
                <c:pt idx="2250">
                  <c:v>-0.6850112748121916</c:v>
                </c:pt>
                <c:pt idx="2251">
                  <c:v>-0.79482527908892475</c:v>
                </c:pt>
                <c:pt idx="2252">
                  <c:v>-0.92638786528780404</c:v>
                </c:pt>
                <c:pt idx="2253">
                  <c:v>-1.0651122676060578</c:v>
                </c:pt>
                <c:pt idx="2254">
                  <c:v>-1.1838196077417835</c:v>
                </c:pt>
                <c:pt idx="2255">
                  <c:v>-1.2907656274050745</c:v>
                </c:pt>
                <c:pt idx="2256">
                  <c:v>-1.4201175863189619</c:v>
                </c:pt>
                <c:pt idx="2257">
                  <c:v>-1.5198226744041223</c:v>
                </c:pt>
                <c:pt idx="2258">
                  <c:v>-1.6629412553463878</c:v>
                </c:pt>
                <c:pt idx="2259">
                  <c:v>-1.7735119381107392</c:v>
                </c:pt>
                <c:pt idx="2260">
                  <c:v>-1.8988935641287801</c:v>
                </c:pt>
                <c:pt idx="2261">
                  <c:v>-1.9021059537818223</c:v>
                </c:pt>
                <c:pt idx="2262">
                  <c:v>-1.9313710031927755</c:v>
                </c:pt>
                <c:pt idx="2263">
                  <c:v>-1.9930430275974318</c:v>
                </c:pt>
                <c:pt idx="2264">
                  <c:v>-2.0115414841811399</c:v>
                </c:pt>
                <c:pt idx="2265">
                  <c:v>-2.0622717978522949</c:v>
                </c:pt>
                <c:pt idx="2266">
                  <c:v>-2.0884130138011816</c:v>
                </c:pt>
                <c:pt idx="2267">
                  <c:v>-2.1575532236866062</c:v>
                </c:pt>
                <c:pt idx="2268">
                  <c:v>-2.1751101887398354</c:v>
                </c:pt>
                <c:pt idx="2269">
                  <c:v>-2.1820916431300632</c:v>
                </c:pt>
                <c:pt idx="2270">
                  <c:v>-2.1451374126050489</c:v>
                </c:pt>
                <c:pt idx="2271">
                  <c:v>-2.1160397581427426</c:v>
                </c:pt>
                <c:pt idx="2272">
                  <c:v>-2.0926989622743339</c:v>
                </c:pt>
                <c:pt idx="2273">
                  <c:v>-2.0255999874508555</c:v>
                </c:pt>
                <c:pt idx="2274">
                  <c:v>-1.9414909609208852</c:v>
                </c:pt>
                <c:pt idx="2275">
                  <c:v>-1.8648053107784601</c:v>
                </c:pt>
                <c:pt idx="2276">
                  <c:v>-1.8156645532464197</c:v>
                </c:pt>
                <c:pt idx="2277">
                  <c:v>-1.8008069764167136</c:v>
                </c:pt>
                <c:pt idx="2278">
                  <c:v>-1.783801043757689</c:v>
                </c:pt>
                <c:pt idx="2279">
                  <c:v>-1.7217314999895879</c:v>
                </c:pt>
                <c:pt idx="2280">
                  <c:v>-1.6801049968843971</c:v>
                </c:pt>
                <c:pt idx="2281">
                  <c:v>-1.6416917387267509</c:v>
                </c:pt>
                <c:pt idx="2282">
                  <c:v>-1.6520818995879984</c:v>
                </c:pt>
                <c:pt idx="2283">
                  <c:v>-1.6115532676871747</c:v>
                </c:pt>
                <c:pt idx="2284">
                  <c:v>-1.5492744036864035</c:v>
                </c:pt>
                <c:pt idx="2285">
                  <c:v>-1.5224542215394277</c:v>
                </c:pt>
                <c:pt idx="2286">
                  <c:v>-1.4626441645812069</c:v>
                </c:pt>
                <c:pt idx="2287">
                  <c:v>-1.4089450014587241</c:v>
                </c:pt>
                <c:pt idx="2288">
                  <c:v>-1.2863356339036494</c:v>
                </c:pt>
                <c:pt idx="2289">
                  <c:v>-1.2006372047807348</c:v>
                </c:pt>
                <c:pt idx="2290">
                  <c:v>-1.1357710543258464</c:v>
                </c:pt>
                <c:pt idx="2291">
                  <c:v>-1.1223829179482649</c:v>
                </c:pt>
                <c:pt idx="2292">
                  <c:v>-1.1197373827425037</c:v>
                </c:pt>
                <c:pt idx="2293">
                  <c:v>-1.1098310568921639</c:v>
                </c:pt>
                <c:pt idx="2294">
                  <c:v>-1.1420522009312053</c:v>
                </c:pt>
                <c:pt idx="2295">
                  <c:v>-1.17727260519994</c:v>
                </c:pt>
                <c:pt idx="2296">
                  <c:v>-1.201235483065213</c:v>
                </c:pt>
                <c:pt idx="2297">
                  <c:v>-1.1990364668855591</c:v>
                </c:pt>
                <c:pt idx="2298">
                  <c:v>-1.1336664203135207</c:v>
                </c:pt>
                <c:pt idx="2299">
                  <c:v>-1.0937338036444273</c:v>
                </c:pt>
                <c:pt idx="2300">
                  <c:v>-1.0928813344427293</c:v>
                </c:pt>
                <c:pt idx="2301">
                  <c:v>-1.0841613067733626</c:v>
                </c:pt>
                <c:pt idx="2302">
                  <c:v>-1.0460789235436896</c:v>
                </c:pt>
                <c:pt idx="2303">
                  <c:v>-0.95695247288615037</c:v>
                </c:pt>
                <c:pt idx="2304">
                  <c:v>-0.91306213744453246</c:v>
                </c:pt>
                <c:pt idx="2305">
                  <c:v>-0.82289148868358286</c:v>
                </c:pt>
                <c:pt idx="2306">
                  <c:v>-0.73396976302401828</c:v>
                </c:pt>
                <c:pt idx="2307">
                  <c:v>-0.65185978631294605</c:v>
                </c:pt>
                <c:pt idx="2308">
                  <c:v>-0.57700700129498883</c:v>
                </c:pt>
                <c:pt idx="2309">
                  <c:v>-0.54566980700366696</c:v>
                </c:pt>
                <c:pt idx="2310">
                  <c:v>-0.47845610263370264</c:v>
                </c:pt>
                <c:pt idx="2311">
                  <c:v>-0.37958400934620179</c:v>
                </c:pt>
                <c:pt idx="2312">
                  <c:v>-0.24825273657905961</c:v>
                </c:pt>
                <c:pt idx="2313">
                  <c:v>-9.4311991823434013E-2</c:v>
                </c:pt>
                <c:pt idx="2314">
                  <c:v>4.8714258291727833E-2</c:v>
                </c:pt>
                <c:pt idx="2315">
                  <c:v>0.20307990866759862</c:v>
                </c:pt>
                <c:pt idx="2316">
                  <c:v>0.37017169328976579</c:v>
                </c:pt>
                <c:pt idx="2317">
                  <c:v>0.52668630704215613</c:v>
                </c:pt>
                <c:pt idx="2318">
                  <c:v>0.66574819330268686</c:v>
                </c:pt>
                <c:pt idx="2319">
                  <c:v>0.75085738892218024</c:v>
                </c:pt>
                <c:pt idx="2320">
                  <c:v>0.84148434780300962</c:v>
                </c:pt>
                <c:pt idx="2321">
                  <c:v>0.91240008477855095</c:v>
                </c:pt>
                <c:pt idx="2322">
                  <c:v>0.97940174720326101</c:v>
                </c:pt>
                <c:pt idx="2323">
                  <c:v>1.043074443049723</c:v>
                </c:pt>
                <c:pt idx="2324">
                  <c:v>1.0847063101173888</c:v>
                </c:pt>
                <c:pt idx="2325">
                  <c:v>1.1325109851222765</c:v>
                </c:pt>
                <c:pt idx="2326">
                  <c:v>1.1562242587518636</c:v>
                </c:pt>
                <c:pt idx="2327">
                  <c:v>1.1814262180567763</c:v>
                </c:pt>
                <c:pt idx="2328">
                  <c:v>1.2158910874389957</c:v>
                </c:pt>
                <c:pt idx="2329">
                  <c:v>1.2707832152056526</c:v>
                </c:pt>
                <c:pt idx="2330">
                  <c:v>1.3063085136281549</c:v>
                </c:pt>
                <c:pt idx="2331">
                  <c:v>1.3155079780874652</c:v>
                </c:pt>
                <c:pt idx="2332">
                  <c:v>1.338962803299711</c:v>
                </c:pt>
                <c:pt idx="2333">
                  <c:v>1.344516037697991</c:v>
                </c:pt>
                <c:pt idx="2334">
                  <c:v>1.3679518490123941</c:v>
                </c:pt>
                <c:pt idx="2335">
                  <c:v>1.4054106539749092</c:v>
                </c:pt>
                <c:pt idx="2336">
                  <c:v>1.4282293108065229</c:v>
                </c:pt>
                <c:pt idx="2337">
                  <c:v>1.4474853242833967</c:v>
                </c:pt>
                <c:pt idx="2338">
                  <c:v>1.4479942157314667</c:v>
                </c:pt>
                <c:pt idx="2339">
                  <c:v>1.4420461354613126</c:v>
                </c:pt>
                <c:pt idx="2340">
                  <c:v>1.4342858295227014</c:v>
                </c:pt>
                <c:pt idx="2341">
                  <c:v>1.4025984051520182</c:v>
                </c:pt>
                <c:pt idx="2342">
                  <c:v>1.3969890005015091</c:v>
                </c:pt>
                <c:pt idx="2343">
                  <c:v>1.3920224125572584</c:v>
                </c:pt>
                <c:pt idx="2344">
                  <c:v>1.3694900223615925</c:v>
                </c:pt>
                <c:pt idx="2345">
                  <c:v>1.3371473892117975</c:v>
                </c:pt>
                <c:pt idx="2346">
                  <c:v>1.2876289410964563</c:v>
                </c:pt>
                <c:pt idx="2347">
                  <c:v>1.2113887138504338</c:v>
                </c:pt>
                <c:pt idx="2348">
                  <c:v>1.1592263344083726</c:v>
                </c:pt>
                <c:pt idx="2349">
                  <c:v>1.111292580945731</c:v>
                </c:pt>
                <c:pt idx="2350">
                  <c:v>1.0161541652550177</c:v>
                </c:pt>
                <c:pt idx="2351">
                  <c:v>0.94392072950955153</c:v>
                </c:pt>
                <c:pt idx="2352">
                  <c:v>0.89067824539175744</c:v>
                </c:pt>
                <c:pt idx="2353">
                  <c:v>0.82371965172622408</c:v>
                </c:pt>
                <c:pt idx="2354">
                  <c:v>0.75771648939002412</c:v>
                </c:pt>
                <c:pt idx="2355">
                  <c:v>0.65241348101327867</c:v>
                </c:pt>
                <c:pt idx="2356">
                  <c:v>0.57759706642791708</c:v>
                </c:pt>
                <c:pt idx="2357">
                  <c:v>0.49257559044335408</c:v>
                </c:pt>
                <c:pt idx="2358">
                  <c:v>0.42925940491861497</c:v>
                </c:pt>
                <c:pt idx="2359">
                  <c:v>0.36553605091933727</c:v>
                </c:pt>
                <c:pt idx="2360">
                  <c:v>0.30102841711686407</c:v>
                </c:pt>
                <c:pt idx="2361">
                  <c:v>0.2392937494957959</c:v>
                </c:pt>
                <c:pt idx="2362">
                  <c:v>0.21725837953126198</c:v>
                </c:pt>
                <c:pt idx="2363">
                  <c:v>0.20498771481938069</c:v>
                </c:pt>
                <c:pt idx="2364">
                  <c:v>0.19344114490414954</c:v>
                </c:pt>
                <c:pt idx="2365">
                  <c:v>0.15708234646704866</c:v>
                </c:pt>
                <c:pt idx="2366">
                  <c:v>0.12821063090219012</c:v>
                </c:pt>
                <c:pt idx="2367">
                  <c:v>0.1361645171808735</c:v>
                </c:pt>
                <c:pt idx="2368">
                  <c:v>0.15875350366981716</c:v>
                </c:pt>
                <c:pt idx="2369">
                  <c:v>0.1922194291795509</c:v>
                </c:pt>
                <c:pt idx="2370">
                  <c:v>0.19975402975717355</c:v>
                </c:pt>
                <c:pt idx="2371">
                  <c:v>0.25313748213603754</c:v>
                </c:pt>
                <c:pt idx="2372">
                  <c:v>0.26797023677469367</c:v>
                </c:pt>
                <c:pt idx="2373">
                  <c:v>0.29968181855207265</c:v>
                </c:pt>
                <c:pt idx="2374">
                  <c:v>0.31905544381601098</c:v>
                </c:pt>
                <c:pt idx="2375">
                  <c:v>0.34255021328118029</c:v>
                </c:pt>
                <c:pt idx="2376">
                  <c:v>0.37626405859209261</c:v>
                </c:pt>
                <c:pt idx="2377">
                  <c:v>0.3893465391803515</c:v>
                </c:pt>
                <c:pt idx="2378">
                  <c:v>0.41125981808729584</c:v>
                </c:pt>
                <c:pt idx="2379">
                  <c:v>0.40649035993237786</c:v>
                </c:pt>
                <c:pt idx="2380">
                  <c:v>0.41674794120877329</c:v>
                </c:pt>
                <c:pt idx="2381">
                  <c:v>0.43156453847881804</c:v>
                </c:pt>
                <c:pt idx="2382">
                  <c:v>0.4668874725662947</c:v>
                </c:pt>
                <c:pt idx="2383">
                  <c:v>0.46769437182807688</c:v>
                </c:pt>
                <c:pt idx="2384">
                  <c:v>0.48245270249161532</c:v>
                </c:pt>
                <c:pt idx="2385">
                  <c:v>0.52183911340504363</c:v>
                </c:pt>
                <c:pt idx="2386">
                  <c:v>0.57825945226113229</c:v>
                </c:pt>
                <c:pt idx="2387">
                  <c:v>0.63845454817627378</c:v>
                </c:pt>
                <c:pt idx="2388">
                  <c:v>0.68053437425147545</c:v>
                </c:pt>
                <c:pt idx="2389">
                  <c:v>0.72377316125031532</c:v>
                </c:pt>
                <c:pt idx="2390">
                  <c:v>0.74935362342053013</c:v>
                </c:pt>
                <c:pt idx="2391">
                  <c:v>0.78513749718575321</c:v>
                </c:pt>
                <c:pt idx="2392">
                  <c:v>0.76791621972051782</c:v>
                </c:pt>
                <c:pt idx="2393">
                  <c:v>0.80506458095582645</c:v>
                </c:pt>
                <c:pt idx="2394">
                  <c:v>0.80132415905583942</c:v>
                </c:pt>
                <c:pt idx="2395">
                  <c:v>0.80583697126865661</c:v>
                </c:pt>
                <c:pt idx="2396">
                  <c:v>0.81962086662565858</c:v>
                </c:pt>
                <c:pt idx="2397">
                  <c:v>0.83823931675435503</c:v>
                </c:pt>
                <c:pt idx="2398">
                  <c:v>0.80382025314993311</c:v>
                </c:pt>
                <c:pt idx="2399">
                  <c:v>0.76155011513446003</c:v>
                </c:pt>
                <c:pt idx="2400">
                  <c:v>0.72375495645522081</c:v>
                </c:pt>
                <c:pt idx="2401">
                  <c:v>0.68003135390803982</c:v>
                </c:pt>
                <c:pt idx="2402">
                  <c:v>0.64175287270315751</c:v>
                </c:pt>
                <c:pt idx="2403">
                  <c:v>0.61402011896009445</c:v>
                </c:pt>
                <c:pt idx="2404">
                  <c:v>0.59343198189974067</c:v>
                </c:pt>
                <c:pt idx="2405">
                  <c:v>0.55091520119157267</c:v>
                </c:pt>
                <c:pt idx="2406">
                  <c:v>0.49799651111161114</c:v>
                </c:pt>
                <c:pt idx="2407">
                  <c:v>0.44051976967893547</c:v>
                </c:pt>
                <c:pt idx="2408">
                  <c:v>0.37289514639716775</c:v>
                </c:pt>
                <c:pt idx="2409">
                  <c:v>0.33815002035841801</c:v>
                </c:pt>
                <c:pt idx="2410">
                  <c:v>0.34055385427298818</c:v>
                </c:pt>
                <c:pt idx="2411">
                  <c:v>0.30310650730923383</c:v>
                </c:pt>
                <c:pt idx="2412">
                  <c:v>0.29187338751938885</c:v>
                </c:pt>
                <c:pt idx="2413">
                  <c:v>0.267178566518465</c:v>
                </c:pt>
                <c:pt idx="2414">
                  <c:v>0.22303210225282968</c:v>
                </c:pt>
                <c:pt idx="2415">
                  <c:v>0.20009400205116318</c:v>
                </c:pt>
                <c:pt idx="2416">
                  <c:v>0.20089799501758757</c:v>
                </c:pt>
                <c:pt idx="2417">
                  <c:v>0.17979900236070187</c:v>
                </c:pt>
                <c:pt idx="2418">
                  <c:v>0.17235405768393589</c:v>
                </c:pt>
                <c:pt idx="2419">
                  <c:v>0.16700311869483259</c:v>
                </c:pt>
                <c:pt idx="2420">
                  <c:v>0.17304590708177009</c:v>
                </c:pt>
                <c:pt idx="2421">
                  <c:v>0.16286247768058479</c:v>
                </c:pt>
                <c:pt idx="2422">
                  <c:v>0.17386434102090806</c:v>
                </c:pt>
                <c:pt idx="2423">
                  <c:v>0.21700781129286015</c:v>
                </c:pt>
                <c:pt idx="2424">
                  <c:v>0.23549247459954206</c:v>
                </c:pt>
                <c:pt idx="2425">
                  <c:v>0.27374857172549422</c:v>
                </c:pt>
                <c:pt idx="2426">
                  <c:v>0.25233105385599203</c:v>
                </c:pt>
                <c:pt idx="2427">
                  <c:v>0.2167711886569213</c:v>
                </c:pt>
                <c:pt idx="2428">
                  <c:v>0.22370525423259541</c:v>
                </c:pt>
                <c:pt idx="2429">
                  <c:v>0.23859543898506505</c:v>
                </c:pt>
                <c:pt idx="2430">
                  <c:v>0.2441202850038833</c:v>
                </c:pt>
                <c:pt idx="2431">
                  <c:v>0.20822426216266021</c:v>
                </c:pt>
                <c:pt idx="2432">
                  <c:v>0.19960843787615876</c:v>
                </c:pt>
                <c:pt idx="2433">
                  <c:v>0.1968455948945303</c:v>
                </c:pt>
                <c:pt idx="2434">
                  <c:v>0.24759098669739935</c:v>
                </c:pt>
                <c:pt idx="2435">
                  <c:v>0.28866980985984908</c:v>
                </c:pt>
                <c:pt idx="2436">
                  <c:v>0.33448033437620833</c:v>
                </c:pt>
                <c:pt idx="2437">
                  <c:v>0.33628887896502829</c:v>
                </c:pt>
                <c:pt idx="2438">
                  <c:v>0.35267371796037272</c:v>
                </c:pt>
                <c:pt idx="2439">
                  <c:v>0.35789895886025869</c:v>
                </c:pt>
                <c:pt idx="2440">
                  <c:v>0.38061551098349794</c:v>
                </c:pt>
                <c:pt idx="2441">
                  <c:v>0.42262851674685742</c:v>
                </c:pt>
                <c:pt idx="2442">
                  <c:v>0.44605521913028856</c:v>
                </c:pt>
                <c:pt idx="2443">
                  <c:v>0.47208309357072348</c:v>
                </c:pt>
                <c:pt idx="2444">
                  <c:v>0.43655416043824741</c:v>
                </c:pt>
                <c:pt idx="2445">
                  <c:v>0.39745949287934257</c:v>
                </c:pt>
                <c:pt idx="2446">
                  <c:v>0.37307143237757856</c:v>
                </c:pt>
                <c:pt idx="2447">
                  <c:v>0.40155601300021454</c:v>
                </c:pt>
                <c:pt idx="2448">
                  <c:v>0.42347913953666688</c:v>
                </c:pt>
                <c:pt idx="2449">
                  <c:v>0.40763229364749831</c:v>
                </c:pt>
                <c:pt idx="2450">
                  <c:v>0.38526497072227683</c:v>
                </c:pt>
                <c:pt idx="2451">
                  <c:v>0.33870610912852306</c:v>
                </c:pt>
                <c:pt idx="2452">
                  <c:v>0.27855585325165788</c:v>
                </c:pt>
                <c:pt idx="2453">
                  <c:v>0.22474667202246568</c:v>
                </c:pt>
                <c:pt idx="2454">
                  <c:v>0.15161892267202057</c:v>
                </c:pt>
                <c:pt idx="2455">
                  <c:v>4.9322897265924329E-2</c:v>
                </c:pt>
                <c:pt idx="2456">
                  <c:v>-4.3627358875787739E-2</c:v>
                </c:pt>
                <c:pt idx="2457">
                  <c:v>-0.1772687296848616</c:v>
                </c:pt>
                <c:pt idx="2458">
                  <c:v>-0.28699774690832563</c:v>
                </c:pt>
                <c:pt idx="2459">
                  <c:v>-0.40709949329556516</c:v>
                </c:pt>
                <c:pt idx="2460">
                  <c:v>-0.50086654537975217</c:v>
                </c:pt>
                <c:pt idx="2461">
                  <c:v>-0.58839348511153378</c:v>
                </c:pt>
                <c:pt idx="2462">
                  <c:v>-0.68811414166663065</c:v>
                </c:pt>
                <c:pt idx="2463">
                  <c:v>-0.76608855327645287</c:v>
                </c:pt>
                <c:pt idx="2464">
                  <c:v>-0.84667476428546196</c:v>
                </c:pt>
                <c:pt idx="2465">
                  <c:v>-0.89916526013909259</c:v>
                </c:pt>
                <c:pt idx="2466">
                  <c:v>-0.94396994233498688</c:v>
                </c:pt>
                <c:pt idx="2467">
                  <c:v>-0.9993954834192319</c:v>
                </c:pt>
                <c:pt idx="2468">
                  <c:v>-1.0421645230011078</c:v>
                </c:pt>
                <c:pt idx="2469">
                  <c:v>-1.0568827149172419</c:v>
                </c:pt>
                <c:pt idx="2470">
                  <c:v>-1.0893623154749745</c:v>
                </c:pt>
                <c:pt idx="2471">
                  <c:v>-1.1520493960308171</c:v>
                </c:pt>
                <c:pt idx="2472">
                  <c:v>-1.2052369857376841</c:v>
                </c:pt>
                <c:pt idx="2473">
                  <c:v>-1.2401031497487236</c:v>
                </c:pt>
                <c:pt idx="2474">
                  <c:v>-1.2742919479896944</c:v>
                </c:pt>
                <c:pt idx="2475">
                  <c:v>-1.3159593552788966</c:v>
                </c:pt>
                <c:pt idx="2476">
                  <c:v>-1.334538731229864</c:v>
                </c:pt>
                <c:pt idx="2477">
                  <c:v>-1.3544215970376172</c:v>
                </c:pt>
                <c:pt idx="2478">
                  <c:v>-1.336703901764478</c:v>
                </c:pt>
                <c:pt idx="2479">
                  <c:v>-1.3351030912016579</c:v>
                </c:pt>
                <c:pt idx="2480">
                  <c:v>-1.3290476835712137</c:v>
                </c:pt>
                <c:pt idx="2481">
                  <c:v>-1.3563902780770267</c:v>
                </c:pt>
                <c:pt idx="2482">
                  <c:v>-1.3644896463033047</c:v>
                </c:pt>
                <c:pt idx="2483">
                  <c:v>-1.3769873477542749</c:v>
                </c:pt>
                <c:pt idx="2484">
                  <c:v>-1.3819059189453358</c:v>
                </c:pt>
                <c:pt idx="2485">
                  <c:v>-1.3652404689697539</c:v>
                </c:pt>
                <c:pt idx="2486">
                  <c:v>-1.3335045429020911</c:v>
                </c:pt>
                <c:pt idx="2487">
                  <c:v>-1.3063316092706321</c:v>
                </c:pt>
                <c:pt idx="2488">
                  <c:v>-1.278028609263447</c:v>
                </c:pt>
                <c:pt idx="2489">
                  <c:v>-1.2544603813395352</c:v>
                </c:pt>
                <c:pt idx="2490">
                  <c:v>-1.2280540444207768</c:v>
                </c:pt>
                <c:pt idx="2491">
                  <c:v>-1.1950725559059598</c:v>
                </c:pt>
                <c:pt idx="2492">
                  <c:v>-1.1425599845470176</c:v>
                </c:pt>
                <c:pt idx="2493">
                  <c:v>-1.0975249006658165</c:v>
                </c:pt>
                <c:pt idx="2494">
                  <c:v>-1.0461473887335124</c:v>
                </c:pt>
                <c:pt idx="2495">
                  <c:v>-1.0006179197492551</c:v>
                </c:pt>
                <c:pt idx="2496">
                  <c:v>-1.0000623793890853</c:v>
                </c:pt>
                <c:pt idx="2497">
                  <c:v>-1.0096908727072571</c:v>
                </c:pt>
                <c:pt idx="2498">
                  <c:v>-0.98948979135311066</c:v>
                </c:pt>
                <c:pt idx="2499">
                  <c:v>-0.99489640233779231</c:v>
                </c:pt>
                <c:pt idx="2500">
                  <c:v>-0.94482397996326117</c:v>
                </c:pt>
                <c:pt idx="2501">
                  <c:v>-0.90653391189753951</c:v>
                </c:pt>
                <c:pt idx="2502">
                  <c:v>-0.84617889119004219</c:v>
                </c:pt>
                <c:pt idx="2503">
                  <c:v>-0.82726877660616527</c:v>
                </c:pt>
                <c:pt idx="2504">
                  <c:v>-0.82291035062209217</c:v>
                </c:pt>
                <c:pt idx="2505">
                  <c:v>-0.81671592412782168</c:v>
                </c:pt>
                <c:pt idx="2506">
                  <c:v>-0.81612354316691527</c:v>
                </c:pt>
                <c:pt idx="2507">
                  <c:v>-0.83576496655279764</c:v>
                </c:pt>
                <c:pt idx="2508">
                  <c:v>-0.8482119160022733</c:v>
                </c:pt>
                <c:pt idx="2509">
                  <c:v>-0.87992658491994191</c:v>
                </c:pt>
                <c:pt idx="2510">
                  <c:v>-0.90171989927613327</c:v>
                </c:pt>
                <c:pt idx="2511">
                  <c:v>-0.94300092779138422</c:v>
                </c:pt>
                <c:pt idx="2512">
                  <c:v>-1.0131705695339421</c:v>
                </c:pt>
                <c:pt idx="2513">
                  <c:v>-1.131080395757281</c:v>
                </c:pt>
                <c:pt idx="2514">
                  <c:v>-1.1558422804997721</c:v>
                </c:pt>
                <c:pt idx="2515">
                  <c:v>-1.1652648489716038</c:v>
                </c:pt>
                <c:pt idx="2516">
                  <c:v>-1.174610888480315</c:v>
                </c:pt>
                <c:pt idx="2517">
                  <c:v>-1.1457091267594428</c:v>
                </c:pt>
                <c:pt idx="2518">
                  <c:v>-1.1178310422433397</c:v>
                </c:pt>
                <c:pt idx="2519">
                  <c:v>-1.1069266764748622</c:v>
                </c:pt>
                <c:pt idx="2520">
                  <c:v>-1.0761217091923643</c:v>
                </c:pt>
                <c:pt idx="2521">
                  <c:v>-1.0957324707853151</c:v>
                </c:pt>
                <c:pt idx="2522">
                  <c:v>-1.1172412032581747</c:v>
                </c:pt>
                <c:pt idx="2523">
                  <c:v>-1.1367688808492316</c:v>
                </c:pt>
                <c:pt idx="2524">
                  <c:v>-1.1223565157029365</c:v>
                </c:pt>
                <c:pt idx="2525">
                  <c:v>-1.1208919802721069</c:v>
                </c:pt>
                <c:pt idx="2526">
                  <c:v>-1.1266566503909976</c:v>
                </c:pt>
                <c:pt idx="2527">
                  <c:v>-1.1814558082312521</c:v>
                </c:pt>
                <c:pt idx="2528">
                  <c:v>-1.2301451169185214</c:v>
                </c:pt>
                <c:pt idx="2529">
                  <c:v>-1.2232966711386541</c:v>
                </c:pt>
                <c:pt idx="2530">
                  <c:v>-1.2260526831454568</c:v>
                </c:pt>
                <c:pt idx="2531">
                  <c:v>-1.2215380884117901</c:v>
                </c:pt>
                <c:pt idx="2532">
                  <c:v>-1.2576118544704649</c:v>
                </c:pt>
                <c:pt idx="2533">
                  <c:v>-1.220113840705382</c:v>
                </c:pt>
                <c:pt idx="2534">
                  <c:v>-1.1178438377749871</c:v>
                </c:pt>
                <c:pt idx="2535">
                  <c:v>-1.1054953569285824</c:v>
                </c:pt>
                <c:pt idx="2536">
                  <c:v>-1.0919265576544059</c:v>
                </c:pt>
                <c:pt idx="2537">
                  <c:v>-1.1075902146743282</c:v>
                </c:pt>
                <c:pt idx="2538">
                  <c:v>-1.1044583519468292</c:v>
                </c:pt>
                <c:pt idx="2539">
                  <c:v>-1.0591932942368916</c:v>
                </c:pt>
                <c:pt idx="2540">
                  <c:v>-1.0364411114049048</c:v>
                </c:pt>
                <c:pt idx="2541">
                  <c:v>-1.0174966518936601</c:v>
                </c:pt>
                <c:pt idx="2542">
                  <c:v>-0.98997350938639983</c:v>
                </c:pt>
                <c:pt idx="2543">
                  <c:v>-0.95653422064010607</c:v>
                </c:pt>
                <c:pt idx="2544">
                  <c:v>-0.95111219547111858</c:v>
                </c:pt>
                <c:pt idx="2545">
                  <c:v>-0.94532831033183107</c:v>
                </c:pt>
                <c:pt idx="2546">
                  <c:v>-0.89276212915538489</c:v>
                </c:pt>
                <c:pt idx="2547">
                  <c:v>-0.82740781128711804</c:v>
                </c:pt>
                <c:pt idx="2548">
                  <c:v>-0.73780634019514557</c:v>
                </c:pt>
                <c:pt idx="2549">
                  <c:v>-0.66324010737972061</c:v>
                </c:pt>
                <c:pt idx="2550">
                  <c:v>-0.65193571013566753</c:v>
                </c:pt>
                <c:pt idx="2551">
                  <c:v>-0.62180460435361218</c:v>
                </c:pt>
                <c:pt idx="2552">
                  <c:v>-0.55043894049562958</c:v>
                </c:pt>
                <c:pt idx="2553">
                  <c:v>-0.47907010456842886</c:v>
                </c:pt>
                <c:pt idx="2554">
                  <c:v>-0.49232420594604059</c:v>
                </c:pt>
                <c:pt idx="2555">
                  <c:v>-0.52181815744358218</c:v>
                </c:pt>
                <c:pt idx="2556">
                  <c:v>-0.53976557442466211</c:v>
                </c:pt>
                <c:pt idx="2557">
                  <c:v>-0.58857154437538928</c:v>
                </c:pt>
                <c:pt idx="2558">
                  <c:v>-0.59282772485091895</c:v>
                </c:pt>
                <c:pt idx="2559">
                  <c:v>-0.57915295207131368</c:v>
                </c:pt>
                <c:pt idx="2560">
                  <c:v>-0.63342247909863891</c:v>
                </c:pt>
                <c:pt idx="2561">
                  <c:v>-0.69643544116300948</c:v>
                </c:pt>
                <c:pt idx="2562">
                  <c:v>-0.74396379068770035</c:v>
                </c:pt>
                <c:pt idx="2563">
                  <c:v>-0.79406750122574532</c:v>
                </c:pt>
                <c:pt idx="2564">
                  <c:v>-0.82577832027919673</c:v>
                </c:pt>
                <c:pt idx="2565">
                  <c:v>-0.89717943659093535</c:v>
                </c:pt>
                <c:pt idx="2566">
                  <c:v>-0.96185787241208087</c:v>
                </c:pt>
                <c:pt idx="2567">
                  <c:v>-1.0061335535067555</c:v>
                </c:pt>
                <c:pt idx="2568">
                  <c:v>-1.045226380218452</c:v>
                </c:pt>
                <c:pt idx="2569">
                  <c:v>-1.1077606343594526</c:v>
                </c:pt>
                <c:pt idx="2570">
                  <c:v>-1.1840571910787345</c:v>
                </c:pt>
                <c:pt idx="2571">
                  <c:v>-1.2338938811843942</c:v>
                </c:pt>
                <c:pt idx="2572">
                  <c:v>-1.2806659061075463</c:v>
                </c:pt>
                <c:pt idx="2573">
                  <c:v>-1.3460928880895813</c:v>
                </c:pt>
                <c:pt idx="2574">
                  <c:v>-1.3521882304139177</c:v>
                </c:pt>
                <c:pt idx="2575">
                  <c:v>-1.2854733558359259</c:v>
                </c:pt>
                <c:pt idx="2576">
                  <c:v>-1.238208915599851</c:v>
                </c:pt>
                <c:pt idx="2577">
                  <c:v>-1.211332868169565</c:v>
                </c:pt>
                <c:pt idx="2578">
                  <c:v>-1.1766968495324177</c:v>
                </c:pt>
                <c:pt idx="2579">
                  <c:v>-1.150265172197479</c:v>
                </c:pt>
                <c:pt idx="2580">
                  <c:v>-1.0993829440328846</c:v>
                </c:pt>
                <c:pt idx="2581">
                  <c:v>-0.99904087539923714</c:v>
                </c:pt>
                <c:pt idx="2582">
                  <c:v>-0.86715931359408049</c:v>
                </c:pt>
                <c:pt idx="2583">
                  <c:v>-0.7751920159248965</c:v>
                </c:pt>
                <c:pt idx="2584">
                  <c:v>-0.68671849979939503</c:v>
                </c:pt>
                <c:pt idx="2585">
                  <c:v>-0.60349899304384902</c:v>
                </c:pt>
                <c:pt idx="2586">
                  <c:v>-0.49546921699943514</c:v>
                </c:pt>
                <c:pt idx="2587">
                  <c:v>-0.35997021342793833</c:v>
                </c:pt>
                <c:pt idx="2588">
                  <c:v>-0.2621820855358718</c:v>
                </c:pt>
                <c:pt idx="2589">
                  <c:v>-0.1799015163983454</c:v>
                </c:pt>
                <c:pt idx="2590">
                  <c:v>-5.3407744661469303E-2</c:v>
                </c:pt>
                <c:pt idx="2591">
                  <c:v>6.2106412767670545E-2</c:v>
                </c:pt>
                <c:pt idx="2592">
                  <c:v>0.18684160579981215</c:v>
                </c:pt>
                <c:pt idx="2593">
                  <c:v>0.34197605847634716</c:v>
                </c:pt>
                <c:pt idx="2594">
                  <c:v>0.44961887832867325</c:v>
                </c:pt>
                <c:pt idx="2595">
                  <c:v>0.5491319343125397</c:v>
                </c:pt>
                <c:pt idx="2596">
                  <c:v>0.64767615704497117</c:v>
                </c:pt>
                <c:pt idx="2597">
                  <c:v>0.75409225813253367</c:v>
                </c:pt>
                <c:pt idx="2598">
                  <c:v>0.93019311848364183</c:v>
                </c:pt>
                <c:pt idx="2599">
                  <c:v>1.1104277371752749</c:v>
                </c:pt>
                <c:pt idx="2600">
                  <c:v>1.2415906280375339</c:v>
                </c:pt>
                <c:pt idx="2601">
                  <c:v>1.2867591665281635</c:v>
                </c:pt>
                <c:pt idx="2602">
                  <c:v>1.3148335056701559</c:v>
                </c:pt>
                <c:pt idx="2603">
                  <c:v>1.3822183099402656</c:v>
                </c:pt>
                <c:pt idx="2604">
                  <c:v>1.5044345422461651</c:v>
                </c:pt>
                <c:pt idx="2605">
                  <c:v>1.6116686935020359</c:v>
                </c:pt>
                <c:pt idx="2606">
                  <c:v>1.758994467981007</c:v>
                </c:pt>
                <c:pt idx="2607">
                  <c:v>1.8832760191424984</c:v>
                </c:pt>
                <c:pt idx="2608">
                  <c:v>1.9517700910798228</c:v>
                </c:pt>
                <c:pt idx="2609">
                  <c:v>1.9902633342661455</c:v>
                </c:pt>
                <c:pt idx="2610">
                  <c:v>2.0212323084782247</c:v>
                </c:pt>
                <c:pt idx="2611">
                  <c:v>2.0148928786730944</c:v>
                </c:pt>
                <c:pt idx="2612">
                  <c:v>2.0278026109734175</c:v>
                </c:pt>
                <c:pt idx="2613">
                  <c:v>2.0212180349949453</c:v>
                </c:pt>
                <c:pt idx="2614">
                  <c:v>1.9849622449652577</c:v>
                </c:pt>
                <c:pt idx="2615">
                  <c:v>1.929034814714933</c:v>
                </c:pt>
                <c:pt idx="2616">
                  <c:v>1.845488065109943</c:v>
                </c:pt>
                <c:pt idx="2617">
                  <c:v>1.7213694376089232</c:v>
                </c:pt>
                <c:pt idx="2618">
                  <c:v>1.6118786143598098</c:v>
                </c:pt>
                <c:pt idx="2619">
                  <c:v>1.4520670806466442</c:v>
                </c:pt>
                <c:pt idx="2620">
                  <c:v>1.2784278772222148</c:v>
                </c:pt>
                <c:pt idx="2621">
                  <c:v>1.1551732847516187</c:v>
                </c:pt>
                <c:pt idx="2622">
                  <c:v>1.1000189406051066</c:v>
                </c:pt>
                <c:pt idx="2623">
                  <c:v>1.0704392516522827</c:v>
                </c:pt>
                <c:pt idx="2624">
                  <c:v>1.0131272426541345</c:v>
                </c:pt>
                <c:pt idx="2625">
                  <c:v>0.94223364675488541</c:v>
                </c:pt>
                <c:pt idx="2626">
                  <c:v>0.88004641972510655</c:v>
                </c:pt>
                <c:pt idx="2627">
                  <c:v>0.75931691660356826</c:v>
                </c:pt>
                <c:pt idx="2628">
                  <c:v>0.66822882552451413</c:v>
                </c:pt>
                <c:pt idx="2629">
                  <c:v>0.61993543292033537</c:v>
                </c:pt>
                <c:pt idx="2630">
                  <c:v>0.58545398715990227</c:v>
                </c:pt>
                <c:pt idx="2631">
                  <c:v>0.56877909311371133</c:v>
                </c:pt>
                <c:pt idx="2632">
                  <c:v>0.56895035032301344</c:v>
                </c:pt>
                <c:pt idx="2633">
                  <c:v>0.60512227699602128</c:v>
                </c:pt>
                <c:pt idx="2634">
                  <c:v>0.64147650582792126</c:v>
                </c:pt>
                <c:pt idx="2635">
                  <c:v>0.67318677639597435</c:v>
                </c:pt>
                <c:pt idx="2636">
                  <c:v>0.7346157490800046</c:v>
                </c:pt>
                <c:pt idx="2637">
                  <c:v>0.77564414472365883</c:v>
                </c:pt>
                <c:pt idx="2638">
                  <c:v>0.84560881584187209</c:v>
                </c:pt>
                <c:pt idx="2639">
                  <c:v>0.8984171767114042</c:v>
                </c:pt>
                <c:pt idx="2640">
                  <c:v>1.0016514034222177</c:v>
                </c:pt>
                <c:pt idx="2641">
                  <c:v>1.106376714052689</c:v>
                </c:pt>
                <c:pt idx="2642">
                  <c:v>1.2036476545481058</c:v>
                </c:pt>
                <c:pt idx="2643">
                  <c:v>1.2707223879899012</c:v>
                </c:pt>
                <c:pt idx="2644">
                  <c:v>1.3056057165734092</c:v>
                </c:pt>
                <c:pt idx="2645">
                  <c:v>1.3417115319061859</c:v>
                </c:pt>
                <c:pt idx="2646">
                  <c:v>1.3684328815291726</c:v>
                </c:pt>
                <c:pt idx="2647">
                  <c:v>1.4065280612621038</c:v>
                </c:pt>
                <c:pt idx="2648">
                  <c:v>1.4440391098413592</c:v>
                </c:pt>
                <c:pt idx="2649">
                  <c:v>1.493180129678036</c:v>
                </c:pt>
                <c:pt idx="2650">
                  <c:v>1.530541273398903</c:v>
                </c:pt>
                <c:pt idx="2651">
                  <c:v>1.5647898318429081</c:v>
                </c:pt>
                <c:pt idx="2652">
                  <c:v>1.5679236261945901</c:v>
                </c:pt>
                <c:pt idx="2653">
                  <c:v>1.5467710118200078</c:v>
                </c:pt>
                <c:pt idx="2654">
                  <c:v>1.5289579119068293</c:v>
                </c:pt>
                <c:pt idx="2655">
                  <c:v>1.5248070990225404</c:v>
                </c:pt>
                <c:pt idx="2656">
                  <c:v>1.5005664958392648</c:v>
                </c:pt>
                <c:pt idx="2657">
                  <c:v>1.4806223742168709</c:v>
                </c:pt>
                <c:pt idx="2658">
                  <c:v>1.4571044839984273</c:v>
                </c:pt>
                <c:pt idx="2659">
                  <c:v>1.3785526822672571</c:v>
                </c:pt>
                <c:pt idx="2660">
                  <c:v>1.345673081415427</c:v>
                </c:pt>
                <c:pt idx="2661">
                  <c:v>1.2341087832618265</c:v>
                </c:pt>
                <c:pt idx="2662">
                  <c:v>1.1148328358852015</c:v>
                </c:pt>
                <c:pt idx="2663">
                  <c:v>1.0464368785000295</c:v>
                </c:pt>
                <c:pt idx="2664">
                  <c:v>0.93986329905994237</c:v>
                </c:pt>
                <c:pt idx="2665">
                  <c:v>0.82359140093949812</c:v>
                </c:pt>
                <c:pt idx="2666">
                  <c:v>0.66958958163742277</c:v>
                </c:pt>
                <c:pt idx="2667">
                  <c:v>0.52074412872303877</c:v>
                </c:pt>
                <c:pt idx="2668">
                  <c:v>0.34427898186481243</c:v>
                </c:pt>
                <c:pt idx="2669">
                  <c:v>0.18061247691107979</c:v>
                </c:pt>
                <c:pt idx="2670">
                  <c:v>-2.5871077280359479E-3</c:v>
                </c:pt>
                <c:pt idx="2671">
                  <c:v>-0.16838338685991078</c:v>
                </c:pt>
                <c:pt idx="2672">
                  <c:v>-0.32723803104417004</c:v>
                </c:pt>
                <c:pt idx="2673">
                  <c:v>-0.44339786100614426</c:v>
                </c:pt>
                <c:pt idx="2674">
                  <c:v>-0.51539872293716504</c:v>
                </c:pt>
                <c:pt idx="2675">
                  <c:v>-0.6281018734258812</c:v>
                </c:pt>
                <c:pt idx="2676">
                  <c:v>-0.80364976477590255</c:v>
                </c:pt>
                <c:pt idx="2677">
                  <c:v>-0.97092675235185033</c:v>
                </c:pt>
                <c:pt idx="2678">
                  <c:v>-1.1543251036504572</c:v>
                </c:pt>
                <c:pt idx="2679">
                  <c:v>-1.2896575600383589</c:v>
                </c:pt>
                <c:pt idx="2680">
                  <c:v>-1.3860729619571557</c:v>
                </c:pt>
                <c:pt idx="2681">
                  <c:v>-1.5191041957459903</c:v>
                </c:pt>
                <c:pt idx="2682">
                  <c:v>-1.633090917844046</c:v>
                </c:pt>
                <c:pt idx="2683">
                  <c:v>-1.7096118085527205</c:v>
                </c:pt>
                <c:pt idx="2684">
                  <c:v>-1.8285797895673062</c:v>
                </c:pt>
                <c:pt idx="2685">
                  <c:v>-1.8987713684234848</c:v>
                </c:pt>
                <c:pt idx="2686">
                  <c:v>-1.9679291542739485</c:v>
                </c:pt>
                <c:pt idx="2687">
                  <c:v>-2.0607382509101515</c:v>
                </c:pt>
                <c:pt idx="2688">
                  <c:v>-2.1494138938189242</c:v>
                </c:pt>
                <c:pt idx="2689">
                  <c:v>-2.2074937834604778</c:v>
                </c:pt>
                <c:pt idx="2690">
                  <c:v>-2.2707659943454241</c:v>
                </c:pt>
                <c:pt idx="2691">
                  <c:v>-2.2888656184903322</c:v>
                </c:pt>
                <c:pt idx="2692">
                  <c:v>-2.3482765297473054</c:v>
                </c:pt>
                <c:pt idx="2693">
                  <c:v>-2.3687605067248927</c:v>
                </c:pt>
                <c:pt idx="2694">
                  <c:v>-2.4243885897826365</c:v>
                </c:pt>
                <c:pt idx="2695">
                  <c:v>-2.4761452453617903</c:v>
                </c:pt>
                <c:pt idx="2696">
                  <c:v>-2.5064543040621161</c:v>
                </c:pt>
                <c:pt idx="2697">
                  <c:v>-2.4777769879573541</c:v>
                </c:pt>
                <c:pt idx="2698">
                  <c:v>-2.4380552344623236</c:v>
                </c:pt>
                <c:pt idx="2699">
                  <c:v>-2.3525213912276191</c:v>
                </c:pt>
                <c:pt idx="2700">
                  <c:v>-2.2518194961872902</c:v>
                </c:pt>
                <c:pt idx="2701">
                  <c:v>-2.1498422518014118</c:v>
                </c:pt>
                <c:pt idx="2702">
                  <c:v>-2.0562678892134048</c:v>
                </c:pt>
                <c:pt idx="2703">
                  <c:v>-1.9723225945829403</c:v>
                </c:pt>
                <c:pt idx="2704">
                  <c:v>-1.9213661453909074</c:v>
                </c:pt>
                <c:pt idx="2705">
                  <c:v>-1.8859762852427879</c:v>
                </c:pt>
                <c:pt idx="2706">
                  <c:v>-1.8604752121317172</c:v>
                </c:pt>
                <c:pt idx="2707">
                  <c:v>-1.8122694251394824</c:v>
                </c:pt>
                <c:pt idx="2708">
                  <c:v>-1.7290770041007648</c:v>
                </c:pt>
                <c:pt idx="2709">
                  <c:v>-1.6625442071279533</c:v>
                </c:pt>
                <c:pt idx="2710">
                  <c:v>-1.5853466545322739</c:v>
                </c:pt>
                <c:pt idx="2711">
                  <c:v>-1.4801535963935994</c:v>
                </c:pt>
                <c:pt idx="2712">
                  <c:v>-1.4289127405587136</c:v>
                </c:pt>
                <c:pt idx="2713">
                  <c:v>-1.3982246255105142</c:v>
                </c:pt>
                <c:pt idx="2714">
                  <c:v>-1.4016926590384362</c:v>
                </c:pt>
                <c:pt idx="2715">
                  <c:v>-1.3688483980148969</c:v>
                </c:pt>
                <c:pt idx="2716">
                  <c:v>-1.3671849889899905</c:v>
                </c:pt>
                <c:pt idx="2717">
                  <c:v>-1.3351455172936146</c:v>
                </c:pt>
                <c:pt idx="2718">
                  <c:v>-1.3244734678735115</c:v>
                </c:pt>
                <c:pt idx="2719">
                  <c:v>-1.2866524630715448</c:v>
                </c:pt>
                <c:pt idx="2720">
                  <c:v>-1.2853343954146119</c:v>
                </c:pt>
                <c:pt idx="2721">
                  <c:v>-1.2986192326898567</c:v>
                </c:pt>
                <c:pt idx="2722">
                  <c:v>-1.315563889456814</c:v>
                </c:pt>
                <c:pt idx="2723">
                  <c:v>-1.3094754397218082</c:v>
                </c:pt>
                <c:pt idx="2724">
                  <c:v>-1.2824134590820979</c:v>
                </c:pt>
                <c:pt idx="2725">
                  <c:v>-1.2464633912415461</c:v>
                </c:pt>
                <c:pt idx="2726">
                  <c:v>-1.1985961453747689</c:v>
                </c:pt>
                <c:pt idx="2727">
                  <c:v>-1.1449887422970293</c:v>
                </c:pt>
                <c:pt idx="2728">
                  <c:v>-1.1185986625698479</c:v>
                </c:pt>
                <c:pt idx="2729">
                  <c:v>-1.1172924482619191</c:v>
                </c:pt>
                <c:pt idx="2730">
                  <c:v>-1.0668503316862619</c:v>
                </c:pt>
                <c:pt idx="2731">
                  <c:v>-1.0533397124597144</c:v>
                </c:pt>
                <c:pt idx="2732">
                  <c:v>-1.0084911041328359</c:v>
                </c:pt>
                <c:pt idx="2733">
                  <c:v>-0.95942800120906047</c:v>
                </c:pt>
                <c:pt idx="2734">
                  <c:v>-0.88403739840801931</c:v>
                </c:pt>
                <c:pt idx="2735">
                  <c:v>-0.79789302868994039</c:v>
                </c:pt>
                <c:pt idx="2736">
                  <c:v>-0.73926651998869797</c:v>
                </c:pt>
                <c:pt idx="2737">
                  <c:v>-0.7577144807051257</c:v>
                </c:pt>
                <c:pt idx="2738">
                  <c:v>-0.80216073473980298</c:v>
                </c:pt>
                <c:pt idx="2739">
                  <c:v>-0.79163771353425605</c:v>
                </c:pt>
                <c:pt idx="2740">
                  <c:v>-0.81703589861638781</c:v>
                </c:pt>
                <c:pt idx="2741">
                  <c:v>-0.81854845430571055</c:v>
                </c:pt>
                <c:pt idx="2742">
                  <c:v>-0.84093938693408266</c:v>
                </c:pt>
                <c:pt idx="2743">
                  <c:v>-0.86666179926039688</c:v>
                </c:pt>
                <c:pt idx="2744">
                  <c:v>-0.83588073634061322</c:v>
                </c:pt>
                <c:pt idx="2745">
                  <c:v>-0.83321527221982172</c:v>
                </c:pt>
                <c:pt idx="2746">
                  <c:v>-0.8082414018792845</c:v>
                </c:pt>
                <c:pt idx="2747">
                  <c:v>-0.8041690068949936</c:v>
                </c:pt>
                <c:pt idx="2748">
                  <c:v>-0.82155862057215356</c:v>
                </c:pt>
                <c:pt idx="2749">
                  <c:v>-0.83603925905280352</c:v>
                </c:pt>
                <c:pt idx="2750">
                  <c:v>-0.80855613504891055</c:v>
                </c:pt>
                <c:pt idx="2751">
                  <c:v>-0.80250775010586795</c:v>
                </c:pt>
                <c:pt idx="2752">
                  <c:v>-0.78309286590164218</c:v>
                </c:pt>
                <c:pt idx="2753">
                  <c:v>-0.80584586294229132</c:v>
                </c:pt>
                <c:pt idx="2754">
                  <c:v>-0.82035497390825285</c:v>
                </c:pt>
                <c:pt idx="2755">
                  <c:v>-0.83337104575119536</c:v>
                </c:pt>
                <c:pt idx="2756">
                  <c:v>-0.83869171482439087</c:v>
                </c:pt>
                <c:pt idx="2757">
                  <c:v>-0.82402982538811032</c:v>
                </c:pt>
                <c:pt idx="2758">
                  <c:v>-0.74584016444789802</c:v>
                </c:pt>
                <c:pt idx="2759">
                  <c:v>-0.66302215502932293</c:v>
                </c:pt>
                <c:pt idx="2760">
                  <c:v>-0.61096731998647669</c:v>
                </c:pt>
                <c:pt idx="2761">
                  <c:v>-0.53898673401534991</c:v>
                </c:pt>
                <c:pt idx="2762">
                  <c:v>-0.49333110112156847</c:v>
                </c:pt>
                <c:pt idx="2763">
                  <c:v>-0.45531288908278417</c:v>
                </c:pt>
                <c:pt idx="2764">
                  <c:v>-0.38148846601725284</c:v>
                </c:pt>
                <c:pt idx="2765">
                  <c:v>-0.37960814728249481</c:v>
                </c:pt>
                <c:pt idx="2766">
                  <c:v>-0.39320777716652899</c:v>
                </c:pt>
                <c:pt idx="2767">
                  <c:v>-0.42809671614475742</c:v>
                </c:pt>
                <c:pt idx="2768">
                  <c:v>-0.42497236480639505</c:v>
                </c:pt>
                <c:pt idx="2769">
                  <c:v>-0.41132859900615804</c:v>
                </c:pt>
                <c:pt idx="2770">
                  <c:v>-0.38906716786497986</c:v>
                </c:pt>
                <c:pt idx="2771">
                  <c:v>-0.35998722804851574</c:v>
                </c:pt>
                <c:pt idx="2772">
                  <c:v>-0.37587362832384746</c:v>
                </c:pt>
                <c:pt idx="2773">
                  <c:v>-0.41074808431337062</c:v>
                </c:pt>
                <c:pt idx="2774">
                  <c:v>-0.43733597985213291</c:v>
                </c:pt>
                <c:pt idx="2775">
                  <c:v>-0.42952353320098813</c:v>
                </c:pt>
                <c:pt idx="2776">
                  <c:v>-0.40720282208712333</c:v>
                </c:pt>
                <c:pt idx="2777">
                  <c:v>-0.40420865830639707</c:v>
                </c:pt>
                <c:pt idx="2778">
                  <c:v>-0.40271655712631493</c:v>
                </c:pt>
                <c:pt idx="2779">
                  <c:v>-0.35930793385956616</c:v>
                </c:pt>
                <c:pt idx="2780">
                  <c:v>-0.35596537315904997</c:v>
                </c:pt>
                <c:pt idx="2781">
                  <c:v>-0.35912233201679922</c:v>
                </c:pt>
                <c:pt idx="2782">
                  <c:v>-0.37467549895308699</c:v>
                </c:pt>
                <c:pt idx="2783">
                  <c:v>-0.3520223733168123</c:v>
                </c:pt>
                <c:pt idx="2784">
                  <c:v>-0.28840620794946514</c:v>
                </c:pt>
                <c:pt idx="2785">
                  <c:v>-0.26217332850238645</c:v>
                </c:pt>
                <c:pt idx="2786">
                  <c:v>-0.25123656790673582</c:v>
                </c:pt>
                <c:pt idx="2787">
                  <c:v>-0.21137544136394684</c:v>
                </c:pt>
                <c:pt idx="2788">
                  <c:v>-0.1781072691722643</c:v>
                </c:pt>
                <c:pt idx="2789">
                  <c:v>-0.18651133527978053</c:v>
                </c:pt>
                <c:pt idx="2790">
                  <c:v>-0.18291722470557154</c:v>
                </c:pt>
                <c:pt idx="2791">
                  <c:v>-0.16124910935185435</c:v>
                </c:pt>
                <c:pt idx="2792">
                  <c:v>-0.13449713669645949</c:v>
                </c:pt>
                <c:pt idx="2793">
                  <c:v>-0.10728300892460646</c:v>
                </c:pt>
                <c:pt idx="2794">
                  <c:v>-5.6615034547088931E-2</c:v>
                </c:pt>
                <c:pt idx="2795">
                  <c:v>-1.4912701501664688E-2</c:v>
                </c:pt>
                <c:pt idx="2796">
                  <c:v>-3.5414414282442246E-3</c:v>
                </c:pt>
                <c:pt idx="2797">
                  <c:v>1.2290144550464234E-2</c:v>
                </c:pt>
                <c:pt idx="2798">
                  <c:v>5.4471719094754227E-2</c:v>
                </c:pt>
                <c:pt idx="2799">
                  <c:v>8.4925810187444856E-2</c:v>
                </c:pt>
                <c:pt idx="2800">
                  <c:v>0.10937770768457092</c:v>
                </c:pt>
                <c:pt idx="2801">
                  <c:v>0.15778297651836543</c:v>
                </c:pt>
                <c:pt idx="2802">
                  <c:v>0.16767756607575596</c:v>
                </c:pt>
                <c:pt idx="2803">
                  <c:v>0.14858540424854844</c:v>
                </c:pt>
                <c:pt idx="2804">
                  <c:v>0.11440956266180126</c:v>
                </c:pt>
                <c:pt idx="2805">
                  <c:v>6.3978068863620369E-2</c:v>
                </c:pt>
                <c:pt idx="2806">
                  <c:v>2.6643607969039321E-2</c:v>
                </c:pt>
                <c:pt idx="2807">
                  <c:v>2.4530083457238856E-2</c:v>
                </c:pt>
                <c:pt idx="2808">
                  <c:v>2.875757585575528E-2</c:v>
                </c:pt>
                <c:pt idx="2809">
                  <c:v>1.4098279270187523E-2</c:v>
                </c:pt>
                <c:pt idx="2810">
                  <c:v>4.762823611817249E-2</c:v>
                </c:pt>
                <c:pt idx="2811">
                  <c:v>7.1037554477057854E-2</c:v>
                </c:pt>
                <c:pt idx="2812">
                  <c:v>0.10517276559114355</c:v>
                </c:pt>
                <c:pt idx="2813">
                  <c:v>9.3460227321597658E-2</c:v>
                </c:pt>
                <c:pt idx="2814">
                  <c:v>4.8945253671256982E-2</c:v>
                </c:pt>
                <c:pt idx="2815">
                  <c:v>8.7776454378334281E-3</c:v>
                </c:pt>
                <c:pt idx="2816">
                  <c:v>-4.3126153268517438E-2</c:v>
                </c:pt>
                <c:pt idx="2817">
                  <c:v>-7.544515098992681E-2</c:v>
                </c:pt>
                <c:pt idx="2818">
                  <c:v>-0.18119231772763761</c:v>
                </c:pt>
                <c:pt idx="2819">
                  <c:v>-0.2796934788533802</c:v>
                </c:pt>
                <c:pt idx="2820">
                  <c:v>-0.390583463754055</c:v>
                </c:pt>
                <c:pt idx="2821">
                  <c:v>-0.47368702016057468</c:v>
                </c:pt>
                <c:pt idx="2822">
                  <c:v>-0.57697732045686534</c:v>
                </c:pt>
                <c:pt idx="2823">
                  <c:v>-0.63873048900190599</c:v>
                </c:pt>
                <c:pt idx="2824">
                  <c:v>-0.6612547003090623</c:v>
                </c:pt>
                <c:pt idx="2825">
                  <c:v>-0.68876029078162571</c:v>
                </c:pt>
                <c:pt idx="2826">
                  <c:v>-0.71830289916724843</c:v>
                </c:pt>
                <c:pt idx="2827">
                  <c:v>-0.74278262098598058</c:v>
                </c:pt>
                <c:pt idx="2828">
                  <c:v>-0.77780361692855615</c:v>
                </c:pt>
                <c:pt idx="2829">
                  <c:v>-0.80529408435726768</c:v>
                </c:pt>
                <c:pt idx="2830">
                  <c:v>-0.79593160133781093</c:v>
                </c:pt>
                <c:pt idx="2831">
                  <c:v>-0.80108985499784979</c:v>
                </c:pt>
                <c:pt idx="2832">
                  <c:v>-0.77978566619420675</c:v>
                </c:pt>
                <c:pt idx="2833">
                  <c:v>-0.80533020582420578</c:v>
                </c:pt>
                <c:pt idx="2834">
                  <c:v>-0.7762921058715162</c:v>
                </c:pt>
                <c:pt idx="2835">
                  <c:v>-0.6873012061817948</c:v>
                </c:pt>
                <c:pt idx="2836">
                  <c:v>-0.63007138478899594</c:v>
                </c:pt>
                <c:pt idx="2837">
                  <c:v>-0.55375448991992726</c:v>
                </c:pt>
                <c:pt idx="2838">
                  <c:v>-0.46831483299455956</c:v>
                </c:pt>
                <c:pt idx="2839">
                  <c:v>-0.30384158462703958</c:v>
                </c:pt>
                <c:pt idx="2840">
                  <c:v>-0.17873486714828632</c:v>
                </c:pt>
                <c:pt idx="2841">
                  <c:v>-5.3666634034454194E-2</c:v>
                </c:pt>
                <c:pt idx="2842">
                  <c:v>2.2434096934643783E-2</c:v>
                </c:pt>
                <c:pt idx="2843">
                  <c:v>0.14585229799818955</c:v>
                </c:pt>
                <c:pt idx="2844">
                  <c:v>0.26281510085169935</c:v>
                </c:pt>
                <c:pt idx="2845">
                  <c:v>0.36492319813680879</c:v>
                </c:pt>
                <c:pt idx="2846">
                  <c:v>0.4591968817604174</c:v>
                </c:pt>
                <c:pt idx="2847">
                  <c:v>0.5654179254310524</c:v>
                </c:pt>
                <c:pt idx="2848">
                  <c:v>0.6568451112689786</c:v>
                </c:pt>
                <c:pt idx="2849">
                  <c:v>0.7460858534068554</c:v>
                </c:pt>
                <c:pt idx="2850">
                  <c:v>0.82578524042811197</c:v>
                </c:pt>
                <c:pt idx="2851">
                  <c:v>0.83372746777381057</c:v>
                </c:pt>
                <c:pt idx="2852">
                  <c:v>0.84455140998708078</c:v>
                </c:pt>
                <c:pt idx="2853">
                  <c:v>0.86035652360512216</c:v>
                </c:pt>
                <c:pt idx="2854">
                  <c:v>0.86878911767767142</c:v>
                </c:pt>
                <c:pt idx="2855">
                  <c:v>0.85134871911184262</c:v>
                </c:pt>
                <c:pt idx="2856">
                  <c:v>0.82467520884579781</c:v>
                </c:pt>
                <c:pt idx="2857">
                  <c:v>0.84048140348766776</c:v>
                </c:pt>
                <c:pt idx="2858">
                  <c:v>0.87219197557454997</c:v>
                </c:pt>
                <c:pt idx="2859">
                  <c:v>0.88256920688612162</c:v>
                </c:pt>
                <c:pt idx="2860">
                  <c:v>0.85425488040364084</c:v>
                </c:pt>
                <c:pt idx="2861">
                  <c:v>0.83658584614843701</c:v>
                </c:pt>
                <c:pt idx="2862">
                  <c:v>0.8705573652126376</c:v>
                </c:pt>
                <c:pt idx="2863">
                  <c:v>0.91492795134683813</c:v>
                </c:pt>
                <c:pt idx="2864">
                  <c:v>0.93619816828156832</c:v>
                </c:pt>
                <c:pt idx="2865">
                  <c:v>0.96266222303264826</c:v>
                </c:pt>
                <c:pt idx="2866">
                  <c:v>0.89541530484015053</c:v>
                </c:pt>
                <c:pt idx="2867">
                  <c:v>0.81916721352512623</c:v>
                </c:pt>
                <c:pt idx="2868">
                  <c:v>0.72442497909175296</c:v>
                </c:pt>
                <c:pt idx="2869">
                  <c:v>0.67810606097355985</c:v>
                </c:pt>
                <c:pt idx="2870">
                  <c:v>0.64575443439182911</c:v>
                </c:pt>
                <c:pt idx="2871">
                  <c:v>0.63608352338592733</c:v>
                </c:pt>
                <c:pt idx="2872">
                  <c:v>0.66034401380073871</c:v>
                </c:pt>
                <c:pt idx="2873">
                  <c:v>0.68093904557049567</c:v>
                </c:pt>
                <c:pt idx="2874">
                  <c:v>0.68385817157577677</c:v>
                </c:pt>
                <c:pt idx="2875">
                  <c:v>0.72666706381033119</c:v>
                </c:pt>
                <c:pt idx="2876">
                  <c:v>0.77427878466780786</c:v>
                </c:pt>
                <c:pt idx="2877">
                  <c:v>0.84352738113232062</c:v>
                </c:pt>
                <c:pt idx="2878">
                  <c:v>0.87374480971987367</c:v>
                </c:pt>
                <c:pt idx="2879">
                  <c:v>0.89725154817061348</c:v>
                </c:pt>
                <c:pt idx="2880">
                  <c:v>0.93011278382236995</c:v>
                </c:pt>
                <c:pt idx="2881">
                  <c:v>0.96608553605355285</c:v>
                </c:pt>
                <c:pt idx="2882">
                  <c:v>0.99853626856998978</c:v>
                </c:pt>
                <c:pt idx="2883">
                  <c:v>1.0189919695881953</c:v>
                </c:pt>
                <c:pt idx="2884">
                  <c:v>1.0477320993049257</c:v>
                </c:pt>
                <c:pt idx="2885">
                  <c:v>1.0526790635281635</c:v>
                </c:pt>
                <c:pt idx="2886">
                  <c:v>1.050451152860995</c:v>
                </c:pt>
                <c:pt idx="2887">
                  <c:v>1.1276806024930695</c:v>
                </c:pt>
                <c:pt idx="2888">
                  <c:v>1.2209414808611292</c:v>
                </c:pt>
                <c:pt idx="2889">
                  <c:v>1.3270471194187599</c:v>
                </c:pt>
                <c:pt idx="2890">
                  <c:v>1.3907081892748498</c:v>
                </c:pt>
                <c:pt idx="2891">
                  <c:v>1.4719128411427946</c:v>
                </c:pt>
                <c:pt idx="2892">
                  <c:v>1.5319284487026996</c:v>
                </c:pt>
                <c:pt idx="2893">
                  <c:v>1.5844219840500586</c:v>
                </c:pt>
                <c:pt idx="2894">
                  <c:v>1.621786081414492</c:v>
                </c:pt>
                <c:pt idx="2895">
                  <c:v>1.658833491343102</c:v>
                </c:pt>
                <c:pt idx="2896">
                  <c:v>1.6782637233083568</c:v>
                </c:pt>
                <c:pt idx="2897">
                  <c:v>1.7115843779881599</c:v>
                </c:pt>
                <c:pt idx="2898">
                  <c:v>1.7434304081473604</c:v>
                </c:pt>
                <c:pt idx="2899">
                  <c:v>1.772627648591754</c:v>
                </c:pt>
                <c:pt idx="2900">
                  <c:v>1.7558590860681793</c:v>
                </c:pt>
                <c:pt idx="2901">
                  <c:v>1.6850569316892265</c:v>
                </c:pt>
                <c:pt idx="2902">
                  <c:v>1.6211993716249584</c:v>
                </c:pt>
                <c:pt idx="2903">
                  <c:v>1.5399855277012444</c:v>
                </c:pt>
                <c:pt idx="2904">
                  <c:v>1.4517843819334284</c:v>
                </c:pt>
                <c:pt idx="2905">
                  <c:v>1.3336290838781184</c:v>
                </c:pt>
                <c:pt idx="2906">
                  <c:v>1.2501431020864608</c:v>
                </c:pt>
                <c:pt idx="2907">
                  <c:v>1.1404687697748741</c:v>
                </c:pt>
                <c:pt idx="2908">
                  <c:v>1.0230201276424398</c:v>
                </c:pt>
                <c:pt idx="2909">
                  <c:v>0.87918607257891868</c:v>
                </c:pt>
                <c:pt idx="2910">
                  <c:v>0.72349643287448517</c:v>
                </c:pt>
                <c:pt idx="2911">
                  <c:v>0.6164872540082057</c:v>
                </c:pt>
                <c:pt idx="2912">
                  <c:v>0.44992800760063795</c:v>
                </c:pt>
                <c:pt idx="2913">
                  <c:v>0.28212535044390652</c:v>
                </c:pt>
                <c:pt idx="2914">
                  <c:v>0.14555340295442873</c:v>
                </c:pt>
                <c:pt idx="2915">
                  <c:v>-3.7865977071861073E-4</c:v>
                </c:pt>
                <c:pt idx="2916">
                  <c:v>-0.16183033487073156</c:v>
                </c:pt>
                <c:pt idx="2917">
                  <c:v>-0.29345964240162009</c:v>
                </c:pt>
                <c:pt idx="2918">
                  <c:v>-0.46856961183293527</c:v>
                </c:pt>
                <c:pt idx="2919">
                  <c:v>-0.65763921718931717</c:v>
                </c:pt>
                <c:pt idx="2920">
                  <c:v>-0.79901579296786251</c:v>
                </c:pt>
                <c:pt idx="2921">
                  <c:v>-0.90738503097793088</c:v>
                </c:pt>
                <c:pt idx="2922">
                  <c:v>-0.98976070875461075</c:v>
                </c:pt>
                <c:pt idx="2923">
                  <c:v>-1.1054644452871409</c:v>
                </c:pt>
                <c:pt idx="2924">
                  <c:v>-1.1913547496376833</c:v>
                </c:pt>
                <c:pt idx="2925">
                  <c:v>-1.3087532940820676</c:v>
                </c:pt>
                <c:pt idx="2926">
                  <c:v>-1.3521276492495051</c:v>
                </c:pt>
                <c:pt idx="2927">
                  <c:v>-1.3863033192005934</c:v>
                </c:pt>
                <c:pt idx="2928">
                  <c:v>-1.3913839615605816</c:v>
                </c:pt>
                <c:pt idx="2929">
                  <c:v>-1.3722155875184565</c:v>
                </c:pt>
                <c:pt idx="2930">
                  <c:v>-1.3120867189051959</c:v>
                </c:pt>
                <c:pt idx="2931">
                  <c:v>-1.2668130659141548</c:v>
                </c:pt>
                <c:pt idx="2932">
                  <c:v>-1.2087825296256653</c:v>
                </c:pt>
                <c:pt idx="2933">
                  <c:v>-1.1297608976601692</c:v>
                </c:pt>
                <c:pt idx="2934">
                  <c:v>-1.0515337498716011</c:v>
                </c:pt>
                <c:pt idx="2935">
                  <c:v>-0.96378412273123748</c:v>
                </c:pt>
                <c:pt idx="2936">
                  <c:v>-0.88265199654933824</c:v>
                </c:pt>
                <c:pt idx="2937">
                  <c:v>-0.79225404679142197</c:v>
                </c:pt>
                <c:pt idx="2938">
                  <c:v>-0.73996987838870854</c:v>
                </c:pt>
                <c:pt idx="2939">
                  <c:v>-0.67855295451503972</c:v>
                </c:pt>
                <c:pt idx="2940">
                  <c:v>-0.61107316498343078</c:v>
                </c:pt>
                <c:pt idx="2941">
                  <c:v>-0.56960225870790215</c:v>
                </c:pt>
                <c:pt idx="2942">
                  <c:v>-0.51098928879876082</c:v>
                </c:pt>
                <c:pt idx="2943">
                  <c:v>-0.46838825614496266</c:v>
                </c:pt>
                <c:pt idx="2944">
                  <c:v>-0.39758324933706574</c:v>
                </c:pt>
                <c:pt idx="2945">
                  <c:v>-0.32023386958449251</c:v>
                </c:pt>
                <c:pt idx="2946">
                  <c:v>-0.24463157244474695</c:v>
                </c:pt>
                <c:pt idx="2947">
                  <c:v>-0.19811475621667149</c:v>
                </c:pt>
                <c:pt idx="2948">
                  <c:v>-0.14709116992513313</c:v>
                </c:pt>
                <c:pt idx="2949">
                  <c:v>-0.10535750925459941</c:v>
                </c:pt>
                <c:pt idx="2950">
                  <c:v>-6.4779912698391603E-2</c:v>
                </c:pt>
                <c:pt idx="2951">
                  <c:v>-5.2860459258299283E-2</c:v>
                </c:pt>
                <c:pt idx="2952">
                  <c:v>-5.1168788777220219E-3</c:v>
                </c:pt>
                <c:pt idx="2953">
                  <c:v>-5.1802372732733127E-3</c:v>
                </c:pt>
                <c:pt idx="2954">
                  <c:v>2.4588163036240514E-2</c:v>
                </c:pt>
                <c:pt idx="2955">
                  <c:v>1.9180291785547254E-2</c:v>
                </c:pt>
                <c:pt idx="2956">
                  <c:v>3.0726200878602523E-2</c:v>
                </c:pt>
                <c:pt idx="2957">
                  <c:v>8.11051718827972E-2</c:v>
                </c:pt>
                <c:pt idx="2958">
                  <c:v>7.7995576353279708E-2</c:v>
                </c:pt>
                <c:pt idx="2959">
                  <c:v>9.4733449134864742E-2</c:v>
                </c:pt>
                <c:pt idx="2960">
                  <c:v>0.16747528842106796</c:v>
                </c:pt>
                <c:pt idx="2961">
                  <c:v>0.20467173214781975</c:v>
                </c:pt>
                <c:pt idx="2962">
                  <c:v>0.25783565169922812</c:v>
                </c:pt>
                <c:pt idx="2963">
                  <c:v>0.29412731348066984</c:v>
                </c:pt>
                <c:pt idx="2964">
                  <c:v>0.37529651809452336</c:v>
                </c:pt>
                <c:pt idx="2965">
                  <c:v>0.45388301157842897</c:v>
                </c:pt>
                <c:pt idx="2966">
                  <c:v>0.49325163859607846</c:v>
                </c:pt>
                <c:pt idx="2967">
                  <c:v>0.56427725305397503</c:v>
                </c:pt>
                <c:pt idx="2968">
                  <c:v>0.60270777987458446</c:v>
                </c:pt>
                <c:pt idx="2969">
                  <c:v>0.59774164140312236</c:v>
                </c:pt>
                <c:pt idx="2970">
                  <c:v>0.60349110866466937</c:v>
                </c:pt>
                <c:pt idx="2971">
                  <c:v>0.59671584792800658</c:v>
                </c:pt>
                <c:pt idx="2972">
                  <c:v>0.55119027514535424</c:v>
                </c:pt>
                <c:pt idx="2973">
                  <c:v>0.48028134246512894</c:v>
                </c:pt>
                <c:pt idx="2974">
                  <c:v>0.41225648482147309</c:v>
                </c:pt>
                <c:pt idx="2975">
                  <c:v>0.34281766365558558</c:v>
                </c:pt>
                <c:pt idx="2976">
                  <c:v>0.33177221611838359</c:v>
                </c:pt>
                <c:pt idx="2977">
                  <c:v>0.30986503654887043</c:v>
                </c:pt>
                <c:pt idx="2978">
                  <c:v>0.26324941869706203</c:v>
                </c:pt>
                <c:pt idx="2979">
                  <c:v>0.26959240715574528</c:v>
                </c:pt>
                <c:pt idx="2980">
                  <c:v>0.29813561193821703</c:v>
                </c:pt>
                <c:pt idx="2981">
                  <c:v>0.2951599777783544</c:v>
                </c:pt>
                <c:pt idx="2982">
                  <c:v>0.35020299293743584</c:v>
                </c:pt>
                <c:pt idx="2983">
                  <c:v>0.39274398607192057</c:v>
                </c:pt>
                <c:pt idx="2984">
                  <c:v>0.42532681338902578</c:v>
                </c:pt>
                <c:pt idx="2985">
                  <c:v>0.44094967709455712</c:v>
                </c:pt>
                <c:pt idx="2986">
                  <c:v>0.46930157565892855</c:v>
                </c:pt>
                <c:pt idx="2987">
                  <c:v>0.5140462243969065</c:v>
                </c:pt>
                <c:pt idx="2988">
                  <c:v>0.53155959086841997</c:v>
                </c:pt>
                <c:pt idx="2989">
                  <c:v>0.53638218407117044</c:v>
                </c:pt>
                <c:pt idx="2990">
                  <c:v>0.5918718821905119</c:v>
                </c:pt>
                <c:pt idx="2991">
                  <c:v>0.6196915364617287</c:v>
                </c:pt>
                <c:pt idx="2992">
                  <c:v>0.66388592398114576</c:v>
                </c:pt>
                <c:pt idx="2993">
                  <c:v>0.69477310140713988</c:v>
                </c:pt>
                <c:pt idx="2994">
                  <c:v>0.74383162719259266</c:v>
                </c:pt>
                <c:pt idx="2995">
                  <c:v>0.77164576647937588</c:v>
                </c:pt>
                <c:pt idx="2996">
                  <c:v>0.78868029852286059</c:v>
                </c:pt>
                <c:pt idx="2997">
                  <c:v>0.7593092148456555</c:v>
                </c:pt>
                <c:pt idx="2998">
                  <c:v>0.78232923817515521</c:v>
                </c:pt>
                <c:pt idx="2999">
                  <c:v>0.83001403057714984</c:v>
                </c:pt>
                <c:pt idx="3000">
                  <c:v>0.85773087142659399</c:v>
                </c:pt>
                <c:pt idx="3001">
                  <c:v>0.86225248731703052</c:v>
                </c:pt>
                <c:pt idx="3002">
                  <c:v>0.85584774694757626</c:v>
                </c:pt>
                <c:pt idx="3003">
                  <c:v>0.80063385635720163</c:v>
                </c:pt>
                <c:pt idx="3004">
                  <c:v>0.75457717143668612</c:v>
                </c:pt>
                <c:pt idx="3005">
                  <c:v>0.73239021384446978</c:v>
                </c:pt>
                <c:pt idx="3006">
                  <c:v>0.69343614414772081</c:v>
                </c:pt>
                <c:pt idx="3007">
                  <c:v>0.66250424682252818</c:v>
                </c:pt>
                <c:pt idx="3008">
                  <c:v>0.64308998325327149</c:v>
                </c:pt>
                <c:pt idx="3009">
                  <c:v>0.64625389123925336</c:v>
                </c:pt>
                <c:pt idx="3010">
                  <c:v>0.67696212577047599</c:v>
                </c:pt>
                <c:pt idx="3011">
                  <c:v>0.69205685056475919</c:v>
                </c:pt>
                <c:pt idx="3012">
                  <c:v>0.74583746420269281</c:v>
                </c:pt>
                <c:pt idx="3013">
                  <c:v>0.82376226063533242</c:v>
                </c:pt>
                <c:pt idx="3014">
                  <c:v>0.94438626092707356</c:v>
                </c:pt>
                <c:pt idx="3015">
                  <c:v>1.0301727965421885</c:v>
                </c:pt>
                <c:pt idx="3016">
                  <c:v>1.1637073404546496</c:v>
                </c:pt>
                <c:pt idx="3017">
                  <c:v>1.2776161851350092</c:v>
                </c:pt>
                <c:pt idx="3018">
                  <c:v>1.4174812439716904</c:v>
                </c:pt>
              </c:numCache>
            </c:numRef>
          </c:val>
          <c:smooth val="0"/>
          <c:extLst>
            <c:ext xmlns:c16="http://schemas.microsoft.com/office/drawing/2014/chart" uri="{C3380CC4-5D6E-409C-BE32-E72D297353CC}">
              <c16:uniqueId val="{00000000-B41D-435F-91AF-A094C161EDC8}"/>
            </c:ext>
          </c:extLst>
        </c:ser>
        <c:dLbls>
          <c:showLegendKey val="0"/>
          <c:showVal val="0"/>
          <c:showCatName val="0"/>
          <c:showSerName val="0"/>
          <c:showPercent val="0"/>
          <c:showBubbleSize val="0"/>
        </c:dLbls>
        <c:smooth val="0"/>
        <c:axId val="12345631"/>
        <c:axId val="1711100431"/>
      </c:lineChart>
      <c:dateAx>
        <c:axId val="12345631"/>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711100431"/>
        <c:crosses val="autoZero"/>
        <c:auto val="1"/>
        <c:lblOffset val="100"/>
        <c:baseTimeUnit val="days"/>
        <c:majorUnit val="1"/>
        <c:majorTimeUnit val="years"/>
      </c:dateAx>
      <c:valAx>
        <c:axId val="1711100431"/>
        <c:scaling>
          <c:orientation val="minMax"/>
          <c:min val="-3.5"/>
        </c:scaling>
        <c:delete val="0"/>
        <c:axPos val="l"/>
        <c:majorGridlines>
          <c:spPr>
            <a:ln w="9525"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345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2562584479530289E-2"/>
          <c:y val="3.86317907444668E-2"/>
          <c:w val="0.93813634654232536"/>
          <c:h val="0.83125461429997305"/>
        </c:manualLayout>
      </c:layout>
      <c:lineChart>
        <c:grouping val="standard"/>
        <c:varyColors val="0"/>
        <c:ser>
          <c:idx val="0"/>
          <c:order val="0"/>
          <c:spPr>
            <a:ln w="19050" cap="rnd">
              <a:solidFill>
                <a:srgbClr val="1F2F44"/>
              </a:solidFill>
              <a:round/>
            </a:ln>
            <a:effectLst/>
          </c:spPr>
          <c:marker>
            <c:symbol val="none"/>
          </c:marker>
          <c:cat>
            <c:numRef>
              <c:f>Valuation!$A$26:$A$3044</c:f>
              <c:numCache>
                <c:formatCode>yyyy\-mm\-dd</c:formatCode>
                <c:ptCount val="3019"/>
                <c:pt idx="0">
                  <c:v>41803</c:v>
                </c:pt>
                <c:pt idx="1">
                  <c:v>41806</c:v>
                </c:pt>
                <c:pt idx="2">
                  <c:v>41807</c:v>
                </c:pt>
                <c:pt idx="3">
                  <c:v>41808</c:v>
                </c:pt>
                <c:pt idx="4">
                  <c:v>41810</c:v>
                </c:pt>
                <c:pt idx="5">
                  <c:v>41813</c:v>
                </c:pt>
                <c:pt idx="6">
                  <c:v>41814</c:v>
                </c:pt>
                <c:pt idx="7">
                  <c:v>41815</c:v>
                </c:pt>
                <c:pt idx="8">
                  <c:v>41816</c:v>
                </c:pt>
                <c:pt idx="9">
                  <c:v>41817</c:v>
                </c:pt>
                <c:pt idx="10">
                  <c:v>41820</c:v>
                </c:pt>
                <c:pt idx="11">
                  <c:v>41821</c:v>
                </c:pt>
                <c:pt idx="12">
                  <c:v>41822</c:v>
                </c:pt>
                <c:pt idx="13">
                  <c:v>41823</c:v>
                </c:pt>
                <c:pt idx="14">
                  <c:v>41824</c:v>
                </c:pt>
                <c:pt idx="15">
                  <c:v>41827</c:v>
                </c:pt>
                <c:pt idx="16">
                  <c:v>41828</c:v>
                </c:pt>
                <c:pt idx="17">
                  <c:v>41830</c:v>
                </c:pt>
                <c:pt idx="18">
                  <c:v>41831</c:v>
                </c:pt>
                <c:pt idx="19">
                  <c:v>41834</c:v>
                </c:pt>
                <c:pt idx="20">
                  <c:v>41835</c:v>
                </c:pt>
                <c:pt idx="21">
                  <c:v>41836</c:v>
                </c:pt>
                <c:pt idx="22">
                  <c:v>41837</c:v>
                </c:pt>
                <c:pt idx="23">
                  <c:v>41838</c:v>
                </c:pt>
                <c:pt idx="24">
                  <c:v>41841</c:v>
                </c:pt>
                <c:pt idx="25">
                  <c:v>41842</c:v>
                </c:pt>
                <c:pt idx="26">
                  <c:v>41843</c:v>
                </c:pt>
                <c:pt idx="27">
                  <c:v>41844</c:v>
                </c:pt>
                <c:pt idx="28">
                  <c:v>41845</c:v>
                </c:pt>
                <c:pt idx="29">
                  <c:v>41848</c:v>
                </c:pt>
                <c:pt idx="30">
                  <c:v>41849</c:v>
                </c:pt>
                <c:pt idx="31">
                  <c:v>41850</c:v>
                </c:pt>
                <c:pt idx="32">
                  <c:v>41851</c:v>
                </c:pt>
                <c:pt idx="33">
                  <c:v>41852</c:v>
                </c:pt>
                <c:pt idx="34">
                  <c:v>41855</c:v>
                </c:pt>
                <c:pt idx="35">
                  <c:v>41856</c:v>
                </c:pt>
                <c:pt idx="36">
                  <c:v>41857</c:v>
                </c:pt>
                <c:pt idx="37">
                  <c:v>41858</c:v>
                </c:pt>
                <c:pt idx="38">
                  <c:v>41859</c:v>
                </c:pt>
                <c:pt idx="39">
                  <c:v>41862</c:v>
                </c:pt>
                <c:pt idx="40">
                  <c:v>41863</c:v>
                </c:pt>
                <c:pt idx="41">
                  <c:v>41864</c:v>
                </c:pt>
                <c:pt idx="42">
                  <c:v>41865</c:v>
                </c:pt>
                <c:pt idx="43">
                  <c:v>41866</c:v>
                </c:pt>
                <c:pt idx="44">
                  <c:v>41869</c:v>
                </c:pt>
                <c:pt idx="45">
                  <c:v>41870</c:v>
                </c:pt>
                <c:pt idx="46">
                  <c:v>41871</c:v>
                </c:pt>
                <c:pt idx="47">
                  <c:v>41872</c:v>
                </c:pt>
                <c:pt idx="48">
                  <c:v>41873</c:v>
                </c:pt>
                <c:pt idx="49">
                  <c:v>41876</c:v>
                </c:pt>
                <c:pt idx="50">
                  <c:v>41877</c:v>
                </c:pt>
                <c:pt idx="51">
                  <c:v>41878</c:v>
                </c:pt>
                <c:pt idx="52">
                  <c:v>41879</c:v>
                </c:pt>
                <c:pt idx="53">
                  <c:v>41880</c:v>
                </c:pt>
                <c:pt idx="54">
                  <c:v>41883</c:v>
                </c:pt>
                <c:pt idx="55">
                  <c:v>41884</c:v>
                </c:pt>
                <c:pt idx="56">
                  <c:v>41885</c:v>
                </c:pt>
                <c:pt idx="57">
                  <c:v>41886</c:v>
                </c:pt>
                <c:pt idx="58">
                  <c:v>41887</c:v>
                </c:pt>
                <c:pt idx="59">
                  <c:v>41890</c:v>
                </c:pt>
                <c:pt idx="60">
                  <c:v>41891</c:v>
                </c:pt>
                <c:pt idx="61">
                  <c:v>41892</c:v>
                </c:pt>
                <c:pt idx="62">
                  <c:v>41893</c:v>
                </c:pt>
                <c:pt idx="63">
                  <c:v>41894</c:v>
                </c:pt>
                <c:pt idx="64">
                  <c:v>41897</c:v>
                </c:pt>
                <c:pt idx="65">
                  <c:v>41898</c:v>
                </c:pt>
                <c:pt idx="66">
                  <c:v>41899</c:v>
                </c:pt>
                <c:pt idx="67">
                  <c:v>41900</c:v>
                </c:pt>
                <c:pt idx="68">
                  <c:v>41901</c:v>
                </c:pt>
                <c:pt idx="69">
                  <c:v>41904</c:v>
                </c:pt>
                <c:pt idx="70">
                  <c:v>41905</c:v>
                </c:pt>
                <c:pt idx="71">
                  <c:v>41906</c:v>
                </c:pt>
                <c:pt idx="72">
                  <c:v>41907</c:v>
                </c:pt>
                <c:pt idx="73">
                  <c:v>41908</c:v>
                </c:pt>
                <c:pt idx="74">
                  <c:v>41911</c:v>
                </c:pt>
                <c:pt idx="75">
                  <c:v>41912</c:v>
                </c:pt>
                <c:pt idx="76">
                  <c:v>41913</c:v>
                </c:pt>
                <c:pt idx="77">
                  <c:v>41914</c:v>
                </c:pt>
                <c:pt idx="78">
                  <c:v>41915</c:v>
                </c:pt>
                <c:pt idx="79">
                  <c:v>41918</c:v>
                </c:pt>
                <c:pt idx="80">
                  <c:v>41919</c:v>
                </c:pt>
                <c:pt idx="81">
                  <c:v>41920</c:v>
                </c:pt>
                <c:pt idx="82">
                  <c:v>41921</c:v>
                </c:pt>
                <c:pt idx="83">
                  <c:v>41922</c:v>
                </c:pt>
                <c:pt idx="84">
                  <c:v>41925</c:v>
                </c:pt>
                <c:pt idx="85">
                  <c:v>41926</c:v>
                </c:pt>
                <c:pt idx="86">
                  <c:v>41927</c:v>
                </c:pt>
                <c:pt idx="87">
                  <c:v>41928</c:v>
                </c:pt>
                <c:pt idx="88">
                  <c:v>41929</c:v>
                </c:pt>
                <c:pt idx="89">
                  <c:v>41932</c:v>
                </c:pt>
                <c:pt idx="90">
                  <c:v>41933</c:v>
                </c:pt>
                <c:pt idx="91">
                  <c:v>41934</c:v>
                </c:pt>
                <c:pt idx="92">
                  <c:v>41935</c:v>
                </c:pt>
                <c:pt idx="93">
                  <c:v>41936</c:v>
                </c:pt>
                <c:pt idx="94">
                  <c:v>41939</c:v>
                </c:pt>
                <c:pt idx="95">
                  <c:v>41940</c:v>
                </c:pt>
                <c:pt idx="96">
                  <c:v>41941</c:v>
                </c:pt>
                <c:pt idx="97">
                  <c:v>41942</c:v>
                </c:pt>
                <c:pt idx="98">
                  <c:v>41943</c:v>
                </c:pt>
                <c:pt idx="99">
                  <c:v>41946</c:v>
                </c:pt>
                <c:pt idx="100">
                  <c:v>41947</c:v>
                </c:pt>
                <c:pt idx="101">
                  <c:v>41948</c:v>
                </c:pt>
                <c:pt idx="102">
                  <c:v>41949</c:v>
                </c:pt>
                <c:pt idx="103">
                  <c:v>41950</c:v>
                </c:pt>
                <c:pt idx="104">
                  <c:v>41953</c:v>
                </c:pt>
                <c:pt idx="105">
                  <c:v>41954</c:v>
                </c:pt>
                <c:pt idx="106">
                  <c:v>41955</c:v>
                </c:pt>
                <c:pt idx="107">
                  <c:v>41956</c:v>
                </c:pt>
                <c:pt idx="108">
                  <c:v>41957</c:v>
                </c:pt>
                <c:pt idx="109">
                  <c:v>41960</c:v>
                </c:pt>
                <c:pt idx="110">
                  <c:v>41961</c:v>
                </c:pt>
                <c:pt idx="111">
                  <c:v>41962</c:v>
                </c:pt>
                <c:pt idx="112">
                  <c:v>41964</c:v>
                </c:pt>
                <c:pt idx="113">
                  <c:v>41967</c:v>
                </c:pt>
                <c:pt idx="114">
                  <c:v>41968</c:v>
                </c:pt>
                <c:pt idx="115">
                  <c:v>41969</c:v>
                </c:pt>
                <c:pt idx="116">
                  <c:v>41970</c:v>
                </c:pt>
                <c:pt idx="117">
                  <c:v>41971</c:v>
                </c:pt>
                <c:pt idx="118">
                  <c:v>41974</c:v>
                </c:pt>
                <c:pt idx="119">
                  <c:v>41975</c:v>
                </c:pt>
                <c:pt idx="120">
                  <c:v>41976</c:v>
                </c:pt>
                <c:pt idx="121">
                  <c:v>41977</c:v>
                </c:pt>
                <c:pt idx="122">
                  <c:v>41978</c:v>
                </c:pt>
                <c:pt idx="123">
                  <c:v>41981</c:v>
                </c:pt>
                <c:pt idx="124">
                  <c:v>41982</c:v>
                </c:pt>
                <c:pt idx="125">
                  <c:v>41983</c:v>
                </c:pt>
                <c:pt idx="126">
                  <c:v>41984</c:v>
                </c:pt>
                <c:pt idx="127">
                  <c:v>41985</c:v>
                </c:pt>
                <c:pt idx="128">
                  <c:v>41988</c:v>
                </c:pt>
                <c:pt idx="129">
                  <c:v>41989</c:v>
                </c:pt>
                <c:pt idx="130">
                  <c:v>41990</c:v>
                </c:pt>
                <c:pt idx="131">
                  <c:v>41991</c:v>
                </c:pt>
                <c:pt idx="132">
                  <c:v>41992</c:v>
                </c:pt>
                <c:pt idx="133">
                  <c:v>41995</c:v>
                </c:pt>
                <c:pt idx="134">
                  <c:v>41996</c:v>
                </c:pt>
                <c:pt idx="135">
                  <c:v>41999</c:v>
                </c:pt>
                <c:pt idx="136">
                  <c:v>42002</c:v>
                </c:pt>
                <c:pt idx="137">
                  <c:v>42003</c:v>
                </c:pt>
                <c:pt idx="138">
                  <c:v>42006</c:v>
                </c:pt>
                <c:pt idx="139">
                  <c:v>42009</c:v>
                </c:pt>
                <c:pt idx="140">
                  <c:v>42010</c:v>
                </c:pt>
                <c:pt idx="141">
                  <c:v>42011</c:v>
                </c:pt>
                <c:pt idx="142">
                  <c:v>42012</c:v>
                </c:pt>
                <c:pt idx="143">
                  <c:v>42013</c:v>
                </c:pt>
                <c:pt idx="144">
                  <c:v>42016</c:v>
                </c:pt>
                <c:pt idx="145">
                  <c:v>42017</c:v>
                </c:pt>
                <c:pt idx="146">
                  <c:v>42018</c:v>
                </c:pt>
                <c:pt idx="147">
                  <c:v>42019</c:v>
                </c:pt>
                <c:pt idx="148">
                  <c:v>42020</c:v>
                </c:pt>
                <c:pt idx="149">
                  <c:v>42023</c:v>
                </c:pt>
                <c:pt idx="150">
                  <c:v>42024</c:v>
                </c:pt>
                <c:pt idx="151">
                  <c:v>42025</c:v>
                </c:pt>
                <c:pt idx="152">
                  <c:v>42026</c:v>
                </c:pt>
                <c:pt idx="153">
                  <c:v>42027</c:v>
                </c:pt>
                <c:pt idx="154">
                  <c:v>42030</c:v>
                </c:pt>
                <c:pt idx="155">
                  <c:v>42031</c:v>
                </c:pt>
                <c:pt idx="156">
                  <c:v>42032</c:v>
                </c:pt>
                <c:pt idx="157">
                  <c:v>42033</c:v>
                </c:pt>
                <c:pt idx="158">
                  <c:v>42034</c:v>
                </c:pt>
                <c:pt idx="159">
                  <c:v>42037</c:v>
                </c:pt>
                <c:pt idx="160">
                  <c:v>42038</c:v>
                </c:pt>
                <c:pt idx="161">
                  <c:v>42039</c:v>
                </c:pt>
                <c:pt idx="162">
                  <c:v>42040</c:v>
                </c:pt>
                <c:pt idx="163">
                  <c:v>42041</c:v>
                </c:pt>
                <c:pt idx="164">
                  <c:v>42044</c:v>
                </c:pt>
                <c:pt idx="165">
                  <c:v>42045</c:v>
                </c:pt>
                <c:pt idx="166">
                  <c:v>42046</c:v>
                </c:pt>
                <c:pt idx="167">
                  <c:v>42047</c:v>
                </c:pt>
                <c:pt idx="168">
                  <c:v>42048</c:v>
                </c:pt>
                <c:pt idx="169">
                  <c:v>42053</c:v>
                </c:pt>
                <c:pt idx="170">
                  <c:v>42054</c:v>
                </c:pt>
                <c:pt idx="171">
                  <c:v>42055</c:v>
                </c:pt>
                <c:pt idx="172">
                  <c:v>42058</c:v>
                </c:pt>
                <c:pt idx="173">
                  <c:v>42059</c:v>
                </c:pt>
                <c:pt idx="174">
                  <c:v>42060</c:v>
                </c:pt>
                <c:pt idx="175">
                  <c:v>42061</c:v>
                </c:pt>
                <c:pt idx="176">
                  <c:v>42062</c:v>
                </c:pt>
                <c:pt idx="177">
                  <c:v>42065</c:v>
                </c:pt>
                <c:pt idx="178">
                  <c:v>42066</c:v>
                </c:pt>
                <c:pt idx="179">
                  <c:v>42067</c:v>
                </c:pt>
                <c:pt idx="180">
                  <c:v>42068</c:v>
                </c:pt>
                <c:pt idx="181">
                  <c:v>42069</c:v>
                </c:pt>
                <c:pt idx="182">
                  <c:v>42072</c:v>
                </c:pt>
                <c:pt idx="183">
                  <c:v>42073</c:v>
                </c:pt>
                <c:pt idx="184">
                  <c:v>42074</c:v>
                </c:pt>
                <c:pt idx="185">
                  <c:v>42075</c:v>
                </c:pt>
                <c:pt idx="186">
                  <c:v>42076</c:v>
                </c:pt>
                <c:pt idx="187">
                  <c:v>42079</c:v>
                </c:pt>
                <c:pt idx="188">
                  <c:v>42080</c:v>
                </c:pt>
                <c:pt idx="189">
                  <c:v>42081</c:v>
                </c:pt>
                <c:pt idx="190">
                  <c:v>42082</c:v>
                </c:pt>
                <c:pt idx="191">
                  <c:v>42083</c:v>
                </c:pt>
                <c:pt idx="192">
                  <c:v>42086</c:v>
                </c:pt>
                <c:pt idx="193">
                  <c:v>42087</c:v>
                </c:pt>
                <c:pt idx="194">
                  <c:v>42088</c:v>
                </c:pt>
                <c:pt idx="195">
                  <c:v>42089</c:v>
                </c:pt>
                <c:pt idx="196">
                  <c:v>42090</c:v>
                </c:pt>
                <c:pt idx="197">
                  <c:v>42093</c:v>
                </c:pt>
                <c:pt idx="198">
                  <c:v>42094</c:v>
                </c:pt>
                <c:pt idx="199">
                  <c:v>42095</c:v>
                </c:pt>
                <c:pt idx="200">
                  <c:v>42096</c:v>
                </c:pt>
                <c:pt idx="201">
                  <c:v>42100</c:v>
                </c:pt>
                <c:pt idx="202">
                  <c:v>42101</c:v>
                </c:pt>
                <c:pt idx="203">
                  <c:v>42102</c:v>
                </c:pt>
                <c:pt idx="204">
                  <c:v>42103</c:v>
                </c:pt>
                <c:pt idx="205">
                  <c:v>42104</c:v>
                </c:pt>
                <c:pt idx="206">
                  <c:v>42107</c:v>
                </c:pt>
                <c:pt idx="207">
                  <c:v>42108</c:v>
                </c:pt>
                <c:pt idx="208">
                  <c:v>42109</c:v>
                </c:pt>
                <c:pt idx="209">
                  <c:v>42110</c:v>
                </c:pt>
                <c:pt idx="210">
                  <c:v>42111</c:v>
                </c:pt>
                <c:pt idx="211">
                  <c:v>42114</c:v>
                </c:pt>
                <c:pt idx="212">
                  <c:v>42116</c:v>
                </c:pt>
                <c:pt idx="213">
                  <c:v>42117</c:v>
                </c:pt>
                <c:pt idx="214">
                  <c:v>42118</c:v>
                </c:pt>
                <c:pt idx="215">
                  <c:v>42121</c:v>
                </c:pt>
                <c:pt idx="216">
                  <c:v>42122</c:v>
                </c:pt>
                <c:pt idx="217">
                  <c:v>42123</c:v>
                </c:pt>
                <c:pt idx="218">
                  <c:v>42124</c:v>
                </c:pt>
                <c:pt idx="219">
                  <c:v>42128</c:v>
                </c:pt>
                <c:pt idx="220">
                  <c:v>42129</c:v>
                </c:pt>
                <c:pt idx="221">
                  <c:v>42130</c:v>
                </c:pt>
                <c:pt idx="222">
                  <c:v>42131</c:v>
                </c:pt>
                <c:pt idx="223">
                  <c:v>42132</c:v>
                </c:pt>
                <c:pt idx="224">
                  <c:v>42135</c:v>
                </c:pt>
                <c:pt idx="225">
                  <c:v>42136</c:v>
                </c:pt>
                <c:pt idx="226">
                  <c:v>42137</c:v>
                </c:pt>
                <c:pt idx="227">
                  <c:v>42138</c:v>
                </c:pt>
                <c:pt idx="228">
                  <c:v>42139</c:v>
                </c:pt>
                <c:pt idx="229">
                  <c:v>42142</c:v>
                </c:pt>
                <c:pt idx="230">
                  <c:v>42143</c:v>
                </c:pt>
                <c:pt idx="231">
                  <c:v>42144</c:v>
                </c:pt>
                <c:pt idx="232">
                  <c:v>42145</c:v>
                </c:pt>
                <c:pt idx="233">
                  <c:v>42146</c:v>
                </c:pt>
                <c:pt idx="234">
                  <c:v>42149</c:v>
                </c:pt>
                <c:pt idx="235">
                  <c:v>42150</c:v>
                </c:pt>
                <c:pt idx="236">
                  <c:v>42151</c:v>
                </c:pt>
                <c:pt idx="237">
                  <c:v>42152</c:v>
                </c:pt>
                <c:pt idx="238">
                  <c:v>42153</c:v>
                </c:pt>
                <c:pt idx="239">
                  <c:v>42156</c:v>
                </c:pt>
                <c:pt idx="240">
                  <c:v>42157</c:v>
                </c:pt>
                <c:pt idx="241">
                  <c:v>42158</c:v>
                </c:pt>
                <c:pt idx="242">
                  <c:v>42160</c:v>
                </c:pt>
                <c:pt idx="243">
                  <c:v>42163</c:v>
                </c:pt>
                <c:pt idx="244">
                  <c:v>42164</c:v>
                </c:pt>
                <c:pt idx="245">
                  <c:v>42165</c:v>
                </c:pt>
                <c:pt idx="246">
                  <c:v>42166</c:v>
                </c:pt>
                <c:pt idx="247">
                  <c:v>42167</c:v>
                </c:pt>
                <c:pt idx="248">
                  <c:v>42170</c:v>
                </c:pt>
                <c:pt idx="249">
                  <c:v>42171</c:v>
                </c:pt>
                <c:pt idx="250">
                  <c:v>42172</c:v>
                </c:pt>
                <c:pt idx="251">
                  <c:v>42173</c:v>
                </c:pt>
                <c:pt idx="252">
                  <c:v>42174</c:v>
                </c:pt>
                <c:pt idx="253">
                  <c:v>42177</c:v>
                </c:pt>
                <c:pt idx="254">
                  <c:v>42178</c:v>
                </c:pt>
                <c:pt idx="255">
                  <c:v>42179</c:v>
                </c:pt>
                <c:pt idx="256">
                  <c:v>42180</c:v>
                </c:pt>
                <c:pt idx="257">
                  <c:v>42181</c:v>
                </c:pt>
                <c:pt idx="258">
                  <c:v>42184</c:v>
                </c:pt>
                <c:pt idx="259">
                  <c:v>42185</c:v>
                </c:pt>
                <c:pt idx="260">
                  <c:v>42186</c:v>
                </c:pt>
                <c:pt idx="261">
                  <c:v>42187</c:v>
                </c:pt>
                <c:pt idx="262">
                  <c:v>42188</c:v>
                </c:pt>
                <c:pt idx="263">
                  <c:v>42191</c:v>
                </c:pt>
                <c:pt idx="264">
                  <c:v>42192</c:v>
                </c:pt>
                <c:pt idx="265">
                  <c:v>42193</c:v>
                </c:pt>
                <c:pt idx="266">
                  <c:v>42195</c:v>
                </c:pt>
                <c:pt idx="267">
                  <c:v>42198</c:v>
                </c:pt>
                <c:pt idx="268">
                  <c:v>42199</c:v>
                </c:pt>
                <c:pt idx="269">
                  <c:v>42200</c:v>
                </c:pt>
                <c:pt idx="270">
                  <c:v>42201</c:v>
                </c:pt>
                <c:pt idx="271">
                  <c:v>42202</c:v>
                </c:pt>
                <c:pt idx="272">
                  <c:v>42205</c:v>
                </c:pt>
                <c:pt idx="273">
                  <c:v>42206</c:v>
                </c:pt>
                <c:pt idx="274">
                  <c:v>42207</c:v>
                </c:pt>
                <c:pt idx="275">
                  <c:v>42208</c:v>
                </c:pt>
                <c:pt idx="276">
                  <c:v>42209</c:v>
                </c:pt>
                <c:pt idx="277">
                  <c:v>42212</c:v>
                </c:pt>
                <c:pt idx="278">
                  <c:v>42213</c:v>
                </c:pt>
                <c:pt idx="279">
                  <c:v>42214</c:v>
                </c:pt>
                <c:pt idx="280">
                  <c:v>42215</c:v>
                </c:pt>
                <c:pt idx="281">
                  <c:v>42216</c:v>
                </c:pt>
                <c:pt idx="282">
                  <c:v>42219</c:v>
                </c:pt>
                <c:pt idx="283">
                  <c:v>42220</c:v>
                </c:pt>
                <c:pt idx="284">
                  <c:v>42221</c:v>
                </c:pt>
                <c:pt idx="285">
                  <c:v>42222</c:v>
                </c:pt>
                <c:pt idx="286">
                  <c:v>42223</c:v>
                </c:pt>
                <c:pt idx="287">
                  <c:v>42226</c:v>
                </c:pt>
                <c:pt idx="288">
                  <c:v>42227</c:v>
                </c:pt>
                <c:pt idx="289">
                  <c:v>42228</c:v>
                </c:pt>
                <c:pt idx="290">
                  <c:v>42229</c:v>
                </c:pt>
                <c:pt idx="291">
                  <c:v>42230</c:v>
                </c:pt>
                <c:pt idx="292">
                  <c:v>42233</c:v>
                </c:pt>
                <c:pt idx="293">
                  <c:v>42234</c:v>
                </c:pt>
                <c:pt idx="294">
                  <c:v>42235</c:v>
                </c:pt>
                <c:pt idx="295">
                  <c:v>42236</c:v>
                </c:pt>
                <c:pt idx="296">
                  <c:v>42237</c:v>
                </c:pt>
                <c:pt idx="297">
                  <c:v>42240</c:v>
                </c:pt>
                <c:pt idx="298">
                  <c:v>42241</c:v>
                </c:pt>
                <c:pt idx="299">
                  <c:v>42242</c:v>
                </c:pt>
                <c:pt idx="300">
                  <c:v>42243</c:v>
                </c:pt>
                <c:pt idx="301">
                  <c:v>42244</c:v>
                </c:pt>
                <c:pt idx="302">
                  <c:v>42247</c:v>
                </c:pt>
                <c:pt idx="303">
                  <c:v>42248</c:v>
                </c:pt>
                <c:pt idx="304">
                  <c:v>42249</c:v>
                </c:pt>
                <c:pt idx="305">
                  <c:v>42250</c:v>
                </c:pt>
                <c:pt idx="306">
                  <c:v>42251</c:v>
                </c:pt>
                <c:pt idx="307">
                  <c:v>42255</c:v>
                </c:pt>
                <c:pt idx="308">
                  <c:v>42256</c:v>
                </c:pt>
                <c:pt idx="309">
                  <c:v>42257</c:v>
                </c:pt>
                <c:pt idx="310">
                  <c:v>42258</c:v>
                </c:pt>
                <c:pt idx="311">
                  <c:v>42261</c:v>
                </c:pt>
                <c:pt idx="312">
                  <c:v>42262</c:v>
                </c:pt>
                <c:pt idx="313">
                  <c:v>42263</c:v>
                </c:pt>
                <c:pt idx="314">
                  <c:v>42264</c:v>
                </c:pt>
                <c:pt idx="315">
                  <c:v>42265</c:v>
                </c:pt>
                <c:pt idx="316">
                  <c:v>42268</c:v>
                </c:pt>
                <c:pt idx="317">
                  <c:v>42269</c:v>
                </c:pt>
                <c:pt idx="318">
                  <c:v>42270</c:v>
                </c:pt>
                <c:pt idx="319">
                  <c:v>42271</c:v>
                </c:pt>
                <c:pt idx="320">
                  <c:v>42272</c:v>
                </c:pt>
                <c:pt idx="321">
                  <c:v>42275</c:v>
                </c:pt>
                <c:pt idx="322">
                  <c:v>42276</c:v>
                </c:pt>
                <c:pt idx="323">
                  <c:v>42277</c:v>
                </c:pt>
                <c:pt idx="324">
                  <c:v>42278</c:v>
                </c:pt>
                <c:pt idx="325">
                  <c:v>42279</c:v>
                </c:pt>
                <c:pt idx="326">
                  <c:v>42282</c:v>
                </c:pt>
                <c:pt idx="327">
                  <c:v>42283</c:v>
                </c:pt>
                <c:pt idx="328">
                  <c:v>42284</c:v>
                </c:pt>
                <c:pt idx="329">
                  <c:v>42285</c:v>
                </c:pt>
                <c:pt idx="330">
                  <c:v>42286</c:v>
                </c:pt>
                <c:pt idx="331">
                  <c:v>42290</c:v>
                </c:pt>
                <c:pt idx="332">
                  <c:v>42291</c:v>
                </c:pt>
                <c:pt idx="333">
                  <c:v>42292</c:v>
                </c:pt>
                <c:pt idx="334">
                  <c:v>42293</c:v>
                </c:pt>
                <c:pt idx="335">
                  <c:v>42296</c:v>
                </c:pt>
                <c:pt idx="336">
                  <c:v>42297</c:v>
                </c:pt>
                <c:pt idx="337">
                  <c:v>42298</c:v>
                </c:pt>
                <c:pt idx="338">
                  <c:v>42299</c:v>
                </c:pt>
                <c:pt idx="339">
                  <c:v>42300</c:v>
                </c:pt>
                <c:pt idx="340">
                  <c:v>42303</c:v>
                </c:pt>
                <c:pt idx="341">
                  <c:v>42304</c:v>
                </c:pt>
                <c:pt idx="342">
                  <c:v>42305</c:v>
                </c:pt>
                <c:pt idx="343">
                  <c:v>42306</c:v>
                </c:pt>
                <c:pt idx="344">
                  <c:v>42307</c:v>
                </c:pt>
                <c:pt idx="345">
                  <c:v>42311</c:v>
                </c:pt>
                <c:pt idx="346">
                  <c:v>42312</c:v>
                </c:pt>
                <c:pt idx="347">
                  <c:v>42313</c:v>
                </c:pt>
                <c:pt idx="348">
                  <c:v>42314</c:v>
                </c:pt>
                <c:pt idx="349">
                  <c:v>42317</c:v>
                </c:pt>
                <c:pt idx="350">
                  <c:v>42318</c:v>
                </c:pt>
                <c:pt idx="351">
                  <c:v>42319</c:v>
                </c:pt>
                <c:pt idx="352">
                  <c:v>42320</c:v>
                </c:pt>
                <c:pt idx="353">
                  <c:v>42321</c:v>
                </c:pt>
                <c:pt idx="354">
                  <c:v>42324</c:v>
                </c:pt>
                <c:pt idx="355">
                  <c:v>42325</c:v>
                </c:pt>
                <c:pt idx="356">
                  <c:v>42326</c:v>
                </c:pt>
                <c:pt idx="357">
                  <c:v>42327</c:v>
                </c:pt>
                <c:pt idx="358">
                  <c:v>42331</c:v>
                </c:pt>
                <c:pt idx="359">
                  <c:v>42332</c:v>
                </c:pt>
                <c:pt idx="360">
                  <c:v>42333</c:v>
                </c:pt>
                <c:pt idx="361">
                  <c:v>42334</c:v>
                </c:pt>
                <c:pt idx="362">
                  <c:v>42335</c:v>
                </c:pt>
                <c:pt idx="363">
                  <c:v>42338</c:v>
                </c:pt>
                <c:pt idx="364">
                  <c:v>42339</c:v>
                </c:pt>
                <c:pt idx="365">
                  <c:v>42340</c:v>
                </c:pt>
                <c:pt idx="366">
                  <c:v>42341</c:v>
                </c:pt>
                <c:pt idx="367">
                  <c:v>42342</c:v>
                </c:pt>
                <c:pt idx="368">
                  <c:v>42345</c:v>
                </c:pt>
                <c:pt idx="369">
                  <c:v>42346</c:v>
                </c:pt>
                <c:pt idx="370">
                  <c:v>42347</c:v>
                </c:pt>
                <c:pt idx="371">
                  <c:v>42348</c:v>
                </c:pt>
                <c:pt idx="372">
                  <c:v>42349</c:v>
                </c:pt>
                <c:pt idx="373">
                  <c:v>42352</c:v>
                </c:pt>
                <c:pt idx="374">
                  <c:v>42353</c:v>
                </c:pt>
                <c:pt idx="375">
                  <c:v>42354</c:v>
                </c:pt>
                <c:pt idx="376">
                  <c:v>42355</c:v>
                </c:pt>
                <c:pt idx="377">
                  <c:v>42356</c:v>
                </c:pt>
                <c:pt idx="378">
                  <c:v>42359</c:v>
                </c:pt>
                <c:pt idx="379">
                  <c:v>42360</c:v>
                </c:pt>
                <c:pt idx="380">
                  <c:v>42361</c:v>
                </c:pt>
                <c:pt idx="381">
                  <c:v>42366</c:v>
                </c:pt>
                <c:pt idx="382">
                  <c:v>42367</c:v>
                </c:pt>
                <c:pt idx="383">
                  <c:v>42368</c:v>
                </c:pt>
                <c:pt idx="384">
                  <c:v>42373</c:v>
                </c:pt>
                <c:pt idx="385">
                  <c:v>42374</c:v>
                </c:pt>
                <c:pt idx="386">
                  <c:v>42375</c:v>
                </c:pt>
                <c:pt idx="387">
                  <c:v>42376</c:v>
                </c:pt>
                <c:pt idx="388">
                  <c:v>42377</c:v>
                </c:pt>
                <c:pt idx="389">
                  <c:v>42380</c:v>
                </c:pt>
                <c:pt idx="390">
                  <c:v>42381</c:v>
                </c:pt>
                <c:pt idx="391">
                  <c:v>42382</c:v>
                </c:pt>
                <c:pt idx="392">
                  <c:v>42383</c:v>
                </c:pt>
                <c:pt idx="393">
                  <c:v>42384</c:v>
                </c:pt>
                <c:pt idx="394">
                  <c:v>42387</c:v>
                </c:pt>
                <c:pt idx="395">
                  <c:v>42388</c:v>
                </c:pt>
                <c:pt idx="396">
                  <c:v>42389</c:v>
                </c:pt>
                <c:pt idx="397">
                  <c:v>42390</c:v>
                </c:pt>
                <c:pt idx="398">
                  <c:v>42391</c:v>
                </c:pt>
                <c:pt idx="399">
                  <c:v>42395</c:v>
                </c:pt>
                <c:pt idx="400">
                  <c:v>42396</c:v>
                </c:pt>
                <c:pt idx="401">
                  <c:v>42397</c:v>
                </c:pt>
                <c:pt idx="402">
                  <c:v>42398</c:v>
                </c:pt>
                <c:pt idx="403">
                  <c:v>42401</c:v>
                </c:pt>
                <c:pt idx="404">
                  <c:v>42402</c:v>
                </c:pt>
                <c:pt idx="405">
                  <c:v>42403</c:v>
                </c:pt>
                <c:pt idx="406">
                  <c:v>42404</c:v>
                </c:pt>
                <c:pt idx="407">
                  <c:v>42405</c:v>
                </c:pt>
                <c:pt idx="408">
                  <c:v>42410</c:v>
                </c:pt>
                <c:pt idx="409">
                  <c:v>42411</c:v>
                </c:pt>
                <c:pt idx="410">
                  <c:v>42412</c:v>
                </c:pt>
                <c:pt idx="411">
                  <c:v>42415</c:v>
                </c:pt>
                <c:pt idx="412">
                  <c:v>42416</c:v>
                </c:pt>
                <c:pt idx="413">
                  <c:v>42417</c:v>
                </c:pt>
                <c:pt idx="414">
                  <c:v>42418</c:v>
                </c:pt>
                <c:pt idx="415">
                  <c:v>42419</c:v>
                </c:pt>
                <c:pt idx="416">
                  <c:v>42422</c:v>
                </c:pt>
                <c:pt idx="417">
                  <c:v>42423</c:v>
                </c:pt>
                <c:pt idx="418">
                  <c:v>42424</c:v>
                </c:pt>
                <c:pt idx="419">
                  <c:v>42425</c:v>
                </c:pt>
                <c:pt idx="420">
                  <c:v>42426</c:v>
                </c:pt>
                <c:pt idx="421">
                  <c:v>42429</c:v>
                </c:pt>
                <c:pt idx="422">
                  <c:v>42430</c:v>
                </c:pt>
                <c:pt idx="423">
                  <c:v>42431</c:v>
                </c:pt>
                <c:pt idx="424">
                  <c:v>42432</c:v>
                </c:pt>
                <c:pt idx="425">
                  <c:v>42433</c:v>
                </c:pt>
                <c:pt idx="426">
                  <c:v>42436</c:v>
                </c:pt>
                <c:pt idx="427">
                  <c:v>42437</c:v>
                </c:pt>
                <c:pt idx="428">
                  <c:v>42438</c:v>
                </c:pt>
                <c:pt idx="429">
                  <c:v>42439</c:v>
                </c:pt>
                <c:pt idx="430">
                  <c:v>42440</c:v>
                </c:pt>
                <c:pt idx="431">
                  <c:v>42443</c:v>
                </c:pt>
                <c:pt idx="432">
                  <c:v>42444</c:v>
                </c:pt>
                <c:pt idx="433">
                  <c:v>42445</c:v>
                </c:pt>
                <c:pt idx="434">
                  <c:v>42446</c:v>
                </c:pt>
                <c:pt idx="435">
                  <c:v>42447</c:v>
                </c:pt>
                <c:pt idx="436">
                  <c:v>42450</c:v>
                </c:pt>
                <c:pt idx="437">
                  <c:v>42451</c:v>
                </c:pt>
                <c:pt idx="438">
                  <c:v>42452</c:v>
                </c:pt>
                <c:pt idx="439">
                  <c:v>42453</c:v>
                </c:pt>
                <c:pt idx="440">
                  <c:v>42457</c:v>
                </c:pt>
                <c:pt idx="441">
                  <c:v>42458</c:v>
                </c:pt>
                <c:pt idx="442">
                  <c:v>42459</c:v>
                </c:pt>
                <c:pt idx="443">
                  <c:v>42460</c:v>
                </c:pt>
                <c:pt idx="444">
                  <c:v>42461</c:v>
                </c:pt>
                <c:pt idx="445">
                  <c:v>42464</c:v>
                </c:pt>
                <c:pt idx="446">
                  <c:v>42465</c:v>
                </c:pt>
                <c:pt idx="447">
                  <c:v>42466</c:v>
                </c:pt>
                <c:pt idx="448">
                  <c:v>42467</c:v>
                </c:pt>
                <c:pt idx="449">
                  <c:v>42468</c:v>
                </c:pt>
                <c:pt idx="450">
                  <c:v>42471</c:v>
                </c:pt>
                <c:pt idx="451">
                  <c:v>42472</c:v>
                </c:pt>
                <c:pt idx="452">
                  <c:v>42473</c:v>
                </c:pt>
                <c:pt idx="453">
                  <c:v>42474</c:v>
                </c:pt>
                <c:pt idx="454">
                  <c:v>42475</c:v>
                </c:pt>
                <c:pt idx="455">
                  <c:v>42478</c:v>
                </c:pt>
                <c:pt idx="456">
                  <c:v>42479</c:v>
                </c:pt>
                <c:pt idx="457">
                  <c:v>42480</c:v>
                </c:pt>
                <c:pt idx="458">
                  <c:v>42482</c:v>
                </c:pt>
                <c:pt idx="459">
                  <c:v>42485</c:v>
                </c:pt>
                <c:pt idx="460">
                  <c:v>42486</c:v>
                </c:pt>
                <c:pt idx="461">
                  <c:v>42487</c:v>
                </c:pt>
                <c:pt idx="462">
                  <c:v>42488</c:v>
                </c:pt>
                <c:pt idx="463">
                  <c:v>42489</c:v>
                </c:pt>
                <c:pt idx="464">
                  <c:v>42492</c:v>
                </c:pt>
                <c:pt idx="465">
                  <c:v>42493</c:v>
                </c:pt>
                <c:pt idx="466">
                  <c:v>42494</c:v>
                </c:pt>
                <c:pt idx="467">
                  <c:v>42495</c:v>
                </c:pt>
                <c:pt idx="468">
                  <c:v>42496</c:v>
                </c:pt>
                <c:pt idx="469">
                  <c:v>42499</c:v>
                </c:pt>
                <c:pt idx="470">
                  <c:v>42500</c:v>
                </c:pt>
                <c:pt idx="471">
                  <c:v>42501</c:v>
                </c:pt>
                <c:pt idx="472">
                  <c:v>42502</c:v>
                </c:pt>
                <c:pt idx="473">
                  <c:v>42503</c:v>
                </c:pt>
                <c:pt idx="474">
                  <c:v>42506</c:v>
                </c:pt>
                <c:pt idx="475">
                  <c:v>42507</c:v>
                </c:pt>
                <c:pt idx="476">
                  <c:v>42508</c:v>
                </c:pt>
                <c:pt idx="477">
                  <c:v>42509</c:v>
                </c:pt>
                <c:pt idx="478">
                  <c:v>42510</c:v>
                </c:pt>
                <c:pt idx="479">
                  <c:v>42513</c:v>
                </c:pt>
                <c:pt idx="480">
                  <c:v>42514</c:v>
                </c:pt>
                <c:pt idx="481">
                  <c:v>42515</c:v>
                </c:pt>
                <c:pt idx="482">
                  <c:v>42517</c:v>
                </c:pt>
                <c:pt idx="483">
                  <c:v>42520</c:v>
                </c:pt>
                <c:pt idx="484">
                  <c:v>42521</c:v>
                </c:pt>
                <c:pt idx="485">
                  <c:v>42522</c:v>
                </c:pt>
                <c:pt idx="486">
                  <c:v>42523</c:v>
                </c:pt>
                <c:pt idx="487">
                  <c:v>42524</c:v>
                </c:pt>
                <c:pt idx="488">
                  <c:v>42527</c:v>
                </c:pt>
                <c:pt idx="489">
                  <c:v>42528</c:v>
                </c:pt>
                <c:pt idx="490">
                  <c:v>42529</c:v>
                </c:pt>
                <c:pt idx="491">
                  <c:v>42530</c:v>
                </c:pt>
                <c:pt idx="492">
                  <c:v>42531</c:v>
                </c:pt>
                <c:pt idx="493">
                  <c:v>42534</c:v>
                </c:pt>
                <c:pt idx="494">
                  <c:v>42535</c:v>
                </c:pt>
                <c:pt idx="495">
                  <c:v>42536</c:v>
                </c:pt>
                <c:pt idx="496">
                  <c:v>42537</c:v>
                </c:pt>
                <c:pt idx="497">
                  <c:v>42538</c:v>
                </c:pt>
                <c:pt idx="498">
                  <c:v>42541</c:v>
                </c:pt>
                <c:pt idx="499">
                  <c:v>42542</c:v>
                </c:pt>
                <c:pt idx="500">
                  <c:v>42543</c:v>
                </c:pt>
                <c:pt idx="501">
                  <c:v>42544</c:v>
                </c:pt>
                <c:pt idx="502">
                  <c:v>42545</c:v>
                </c:pt>
                <c:pt idx="503">
                  <c:v>42548</c:v>
                </c:pt>
                <c:pt idx="504">
                  <c:v>42549</c:v>
                </c:pt>
                <c:pt idx="505">
                  <c:v>42550</c:v>
                </c:pt>
                <c:pt idx="506">
                  <c:v>42551</c:v>
                </c:pt>
                <c:pt idx="507">
                  <c:v>42552</c:v>
                </c:pt>
                <c:pt idx="508">
                  <c:v>42555</c:v>
                </c:pt>
                <c:pt idx="509">
                  <c:v>42556</c:v>
                </c:pt>
                <c:pt idx="510">
                  <c:v>42557</c:v>
                </c:pt>
                <c:pt idx="511">
                  <c:v>42558</c:v>
                </c:pt>
                <c:pt idx="512">
                  <c:v>42559</c:v>
                </c:pt>
                <c:pt idx="513">
                  <c:v>42562</c:v>
                </c:pt>
                <c:pt idx="514">
                  <c:v>42563</c:v>
                </c:pt>
                <c:pt idx="515">
                  <c:v>42564</c:v>
                </c:pt>
                <c:pt idx="516">
                  <c:v>42565</c:v>
                </c:pt>
                <c:pt idx="517">
                  <c:v>42566</c:v>
                </c:pt>
                <c:pt idx="518">
                  <c:v>42569</c:v>
                </c:pt>
                <c:pt idx="519">
                  <c:v>42570</c:v>
                </c:pt>
                <c:pt idx="520">
                  <c:v>42571</c:v>
                </c:pt>
                <c:pt idx="521">
                  <c:v>42572</c:v>
                </c:pt>
                <c:pt idx="522">
                  <c:v>42573</c:v>
                </c:pt>
                <c:pt idx="523">
                  <c:v>42576</c:v>
                </c:pt>
                <c:pt idx="524">
                  <c:v>42577</c:v>
                </c:pt>
                <c:pt idx="525">
                  <c:v>42578</c:v>
                </c:pt>
                <c:pt idx="526">
                  <c:v>42579</c:v>
                </c:pt>
                <c:pt idx="527">
                  <c:v>42580</c:v>
                </c:pt>
                <c:pt idx="528">
                  <c:v>42583</c:v>
                </c:pt>
                <c:pt idx="529">
                  <c:v>42584</c:v>
                </c:pt>
                <c:pt idx="530">
                  <c:v>42585</c:v>
                </c:pt>
                <c:pt idx="531">
                  <c:v>42586</c:v>
                </c:pt>
                <c:pt idx="532">
                  <c:v>42587</c:v>
                </c:pt>
                <c:pt idx="533">
                  <c:v>42590</c:v>
                </c:pt>
                <c:pt idx="534">
                  <c:v>42591</c:v>
                </c:pt>
                <c:pt idx="535">
                  <c:v>42592</c:v>
                </c:pt>
                <c:pt idx="536">
                  <c:v>42593</c:v>
                </c:pt>
                <c:pt idx="537">
                  <c:v>42594</c:v>
                </c:pt>
                <c:pt idx="538">
                  <c:v>42597</c:v>
                </c:pt>
                <c:pt idx="539">
                  <c:v>42598</c:v>
                </c:pt>
                <c:pt idx="540">
                  <c:v>42599</c:v>
                </c:pt>
                <c:pt idx="541">
                  <c:v>42600</c:v>
                </c:pt>
                <c:pt idx="542">
                  <c:v>42601</c:v>
                </c:pt>
                <c:pt idx="543">
                  <c:v>42604</c:v>
                </c:pt>
                <c:pt idx="544">
                  <c:v>42605</c:v>
                </c:pt>
                <c:pt idx="545">
                  <c:v>42606</c:v>
                </c:pt>
                <c:pt idx="546">
                  <c:v>42607</c:v>
                </c:pt>
                <c:pt idx="547">
                  <c:v>42608</c:v>
                </c:pt>
                <c:pt idx="548">
                  <c:v>42611</c:v>
                </c:pt>
                <c:pt idx="549">
                  <c:v>42612</c:v>
                </c:pt>
                <c:pt idx="550">
                  <c:v>42613</c:v>
                </c:pt>
                <c:pt idx="551">
                  <c:v>42614</c:v>
                </c:pt>
                <c:pt idx="552">
                  <c:v>42615</c:v>
                </c:pt>
                <c:pt idx="553">
                  <c:v>42618</c:v>
                </c:pt>
                <c:pt idx="554">
                  <c:v>42619</c:v>
                </c:pt>
                <c:pt idx="555">
                  <c:v>42621</c:v>
                </c:pt>
                <c:pt idx="556">
                  <c:v>42622</c:v>
                </c:pt>
                <c:pt idx="557">
                  <c:v>42625</c:v>
                </c:pt>
                <c:pt idx="558">
                  <c:v>42626</c:v>
                </c:pt>
                <c:pt idx="559">
                  <c:v>42627</c:v>
                </c:pt>
                <c:pt idx="560">
                  <c:v>42628</c:v>
                </c:pt>
                <c:pt idx="561">
                  <c:v>42629</c:v>
                </c:pt>
                <c:pt idx="562">
                  <c:v>42632</c:v>
                </c:pt>
                <c:pt idx="563">
                  <c:v>42633</c:v>
                </c:pt>
                <c:pt idx="564">
                  <c:v>42634</c:v>
                </c:pt>
                <c:pt idx="565">
                  <c:v>42635</c:v>
                </c:pt>
                <c:pt idx="566">
                  <c:v>42636</c:v>
                </c:pt>
                <c:pt idx="567">
                  <c:v>42639</c:v>
                </c:pt>
                <c:pt idx="568">
                  <c:v>42640</c:v>
                </c:pt>
                <c:pt idx="569">
                  <c:v>42641</c:v>
                </c:pt>
                <c:pt idx="570">
                  <c:v>42642</c:v>
                </c:pt>
                <c:pt idx="571">
                  <c:v>42643</c:v>
                </c:pt>
                <c:pt idx="572">
                  <c:v>42646</c:v>
                </c:pt>
                <c:pt idx="573">
                  <c:v>42647</c:v>
                </c:pt>
                <c:pt idx="574">
                  <c:v>42648</c:v>
                </c:pt>
                <c:pt idx="575">
                  <c:v>42649</c:v>
                </c:pt>
                <c:pt idx="576">
                  <c:v>42650</c:v>
                </c:pt>
                <c:pt idx="577">
                  <c:v>42653</c:v>
                </c:pt>
                <c:pt idx="578">
                  <c:v>42654</c:v>
                </c:pt>
                <c:pt idx="579">
                  <c:v>42656</c:v>
                </c:pt>
                <c:pt idx="580">
                  <c:v>42657</c:v>
                </c:pt>
                <c:pt idx="581">
                  <c:v>42660</c:v>
                </c:pt>
                <c:pt idx="582">
                  <c:v>42661</c:v>
                </c:pt>
                <c:pt idx="583">
                  <c:v>42662</c:v>
                </c:pt>
                <c:pt idx="584">
                  <c:v>42663</c:v>
                </c:pt>
                <c:pt idx="585">
                  <c:v>42664</c:v>
                </c:pt>
                <c:pt idx="586">
                  <c:v>42667</c:v>
                </c:pt>
                <c:pt idx="587">
                  <c:v>42668</c:v>
                </c:pt>
                <c:pt idx="588">
                  <c:v>42669</c:v>
                </c:pt>
                <c:pt idx="589">
                  <c:v>42670</c:v>
                </c:pt>
                <c:pt idx="590">
                  <c:v>42671</c:v>
                </c:pt>
                <c:pt idx="591">
                  <c:v>42674</c:v>
                </c:pt>
                <c:pt idx="592">
                  <c:v>42675</c:v>
                </c:pt>
                <c:pt idx="593">
                  <c:v>42677</c:v>
                </c:pt>
                <c:pt idx="594">
                  <c:v>42678</c:v>
                </c:pt>
                <c:pt idx="595">
                  <c:v>42681</c:v>
                </c:pt>
                <c:pt idx="596">
                  <c:v>42682</c:v>
                </c:pt>
                <c:pt idx="597">
                  <c:v>42683</c:v>
                </c:pt>
                <c:pt idx="598">
                  <c:v>42684</c:v>
                </c:pt>
                <c:pt idx="599">
                  <c:v>42685</c:v>
                </c:pt>
                <c:pt idx="600">
                  <c:v>42688</c:v>
                </c:pt>
                <c:pt idx="601">
                  <c:v>42690</c:v>
                </c:pt>
                <c:pt idx="602">
                  <c:v>42691</c:v>
                </c:pt>
                <c:pt idx="603">
                  <c:v>42692</c:v>
                </c:pt>
                <c:pt idx="604">
                  <c:v>42695</c:v>
                </c:pt>
                <c:pt idx="605">
                  <c:v>42696</c:v>
                </c:pt>
                <c:pt idx="606">
                  <c:v>42697</c:v>
                </c:pt>
                <c:pt idx="607">
                  <c:v>42698</c:v>
                </c:pt>
                <c:pt idx="608">
                  <c:v>42699</c:v>
                </c:pt>
                <c:pt idx="609">
                  <c:v>42702</c:v>
                </c:pt>
                <c:pt idx="610">
                  <c:v>42703</c:v>
                </c:pt>
                <c:pt idx="611">
                  <c:v>42704</c:v>
                </c:pt>
                <c:pt idx="612">
                  <c:v>42705</c:v>
                </c:pt>
                <c:pt idx="613">
                  <c:v>42706</c:v>
                </c:pt>
                <c:pt idx="614">
                  <c:v>42709</c:v>
                </c:pt>
                <c:pt idx="615">
                  <c:v>42710</c:v>
                </c:pt>
                <c:pt idx="616">
                  <c:v>42711</c:v>
                </c:pt>
                <c:pt idx="617">
                  <c:v>42712</c:v>
                </c:pt>
                <c:pt idx="618">
                  <c:v>42713</c:v>
                </c:pt>
                <c:pt idx="619">
                  <c:v>42716</c:v>
                </c:pt>
                <c:pt idx="620">
                  <c:v>42717</c:v>
                </c:pt>
                <c:pt idx="621">
                  <c:v>42718</c:v>
                </c:pt>
                <c:pt idx="622">
                  <c:v>42719</c:v>
                </c:pt>
                <c:pt idx="623">
                  <c:v>42720</c:v>
                </c:pt>
                <c:pt idx="624">
                  <c:v>42723</c:v>
                </c:pt>
                <c:pt idx="625">
                  <c:v>42724</c:v>
                </c:pt>
                <c:pt idx="626">
                  <c:v>42725</c:v>
                </c:pt>
                <c:pt idx="627">
                  <c:v>42726</c:v>
                </c:pt>
                <c:pt idx="628">
                  <c:v>42727</c:v>
                </c:pt>
                <c:pt idx="629">
                  <c:v>42730</c:v>
                </c:pt>
                <c:pt idx="630">
                  <c:v>42731</c:v>
                </c:pt>
                <c:pt idx="631">
                  <c:v>42732</c:v>
                </c:pt>
                <c:pt idx="632">
                  <c:v>42733</c:v>
                </c:pt>
                <c:pt idx="633">
                  <c:v>42737</c:v>
                </c:pt>
                <c:pt idx="634">
                  <c:v>42738</c:v>
                </c:pt>
                <c:pt idx="635">
                  <c:v>42739</c:v>
                </c:pt>
                <c:pt idx="636">
                  <c:v>42740</c:v>
                </c:pt>
                <c:pt idx="637">
                  <c:v>42741</c:v>
                </c:pt>
                <c:pt idx="638">
                  <c:v>42744</c:v>
                </c:pt>
                <c:pt idx="639">
                  <c:v>42745</c:v>
                </c:pt>
                <c:pt idx="640">
                  <c:v>42746</c:v>
                </c:pt>
                <c:pt idx="641">
                  <c:v>42747</c:v>
                </c:pt>
                <c:pt idx="642">
                  <c:v>42748</c:v>
                </c:pt>
                <c:pt idx="643">
                  <c:v>42751</c:v>
                </c:pt>
                <c:pt idx="644">
                  <c:v>42752</c:v>
                </c:pt>
                <c:pt idx="645">
                  <c:v>42753</c:v>
                </c:pt>
                <c:pt idx="646">
                  <c:v>42754</c:v>
                </c:pt>
                <c:pt idx="647">
                  <c:v>42755</c:v>
                </c:pt>
                <c:pt idx="648">
                  <c:v>42758</c:v>
                </c:pt>
                <c:pt idx="649">
                  <c:v>42759</c:v>
                </c:pt>
                <c:pt idx="650">
                  <c:v>42761</c:v>
                </c:pt>
                <c:pt idx="651">
                  <c:v>42762</c:v>
                </c:pt>
                <c:pt idx="652">
                  <c:v>42765</c:v>
                </c:pt>
                <c:pt idx="653">
                  <c:v>42766</c:v>
                </c:pt>
                <c:pt idx="654">
                  <c:v>42767</c:v>
                </c:pt>
                <c:pt idx="655">
                  <c:v>42768</c:v>
                </c:pt>
                <c:pt idx="656">
                  <c:v>42769</c:v>
                </c:pt>
                <c:pt idx="657">
                  <c:v>42772</c:v>
                </c:pt>
                <c:pt idx="658">
                  <c:v>42773</c:v>
                </c:pt>
                <c:pt idx="659">
                  <c:v>42774</c:v>
                </c:pt>
                <c:pt idx="660">
                  <c:v>42775</c:v>
                </c:pt>
                <c:pt idx="661">
                  <c:v>42776</c:v>
                </c:pt>
                <c:pt idx="662">
                  <c:v>42779</c:v>
                </c:pt>
                <c:pt idx="663">
                  <c:v>42780</c:v>
                </c:pt>
                <c:pt idx="664">
                  <c:v>42781</c:v>
                </c:pt>
                <c:pt idx="665">
                  <c:v>42782</c:v>
                </c:pt>
                <c:pt idx="666">
                  <c:v>42783</c:v>
                </c:pt>
                <c:pt idx="667">
                  <c:v>42786</c:v>
                </c:pt>
                <c:pt idx="668">
                  <c:v>42787</c:v>
                </c:pt>
                <c:pt idx="669">
                  <c:v>42788</c:v>
                </c:pt>
                <c:pt idx="670">
                  <c:v>42789</c:v>
                </c:pt>
                <c:pt idx="671">
                  <c:v>42790</c:v>
                </c:pt>
                <c:pt idx="672">
                  <c:v>42795</c:v>
                </c:pt>
                <c:pt idx="673">
                  <c:v>42796</c:v>
                </c:pt>
                <c:pt idx="674">
                  <c:v>42797</c:v>
                </c:pt>
                <c:pt idx="675">
                  <c:v>42800</c:v>
                </c:pt>
                <c:pt idx="676">
                  <c:v>42801</c:v>
                </c:pt>
                <c:pt idx="677">
                  <c:v>42802</c:v>
                </c:pt>
                <c:pt idx="678">
                  <c:v>42803</c:v>
                </c:pt>
                <c:pt idx="679">
                  <c:v>42804</c:v>
                </c:pt>
                <c:pt idx="680">
                  <c:v>42807</c:v>
                </c:pt>
                <c:pt idx="681">
                  <c:v>42808</c:v>
                </c:pt>
                <c:pt idx="682">
                  <c:v>42809</c:v>
                </c:pt>
                <c:pt idx="683">
                  <c:v>42810</c:v>
                </c:pt>
                <c:pt idx="684">
                  <c:v>42811</c:v>
                </c:pt>
                <c:pt idx="685">
                  <c:v>42814</c:v>
                </c:pt>
                <c:pt idx="686">
                  <c:v>42815</c:v>
                </c:pt>
                <c:pt idx="687">
                  <c:v>42816</c:v>
                </c:pt>
                <c:pt idx="688">
                  <c:v>42817</c:v>
                </c:pt>
                <c:pt idx="689">
                  <c:v>42818</c:v>
                </c:pt>
                <c:pt idx="690">
                  <c:v>42821</c:v>
                </c:pt>
                <c:pt idx="691">
                  <c:v>42822</c:v>
                </c:pt>
                <c:pt idx="692">
                  <c:v>42823</c:v>
                </c:pt>
                <c:pt idx="693">
                  <c:v>42824</c:v>
                </c:pt>
                <c:pt idx="694">
                  <c:v>42825</c:v>
                </c:pt>
                <c:pt idx="695">
                  <c:v>42828</c:v>
                </c:pt>
                <c:pt idx="696">
                  <c:v>42829</c:v>
                </c:pt>
                <c:pt idx="697">
                  <c:v>42830</c:v>
                </c:pt>
                <c:pt idx="698">
                  <c:v>42831</c:v>
                </c:pt>
                <c:pt idx="699">
                  <c:v>42832</c:v>
                </c:pt>
                <c:pt idx="700">
                  <c:v>42835</c:v>
                </c:pt>
                <c:pt idx="701">
                  <c:v>42836</c:v>
                </c:pt>
                <c:pt idx="702">
                  <c:v>42837</c:v>
                </c:pt>
                <c:pt idx="703">
                  <c:v>42838</c:v>
                </c:pt>
                <c:pt idx="704">
                  <c:v>42842</c:v>
                </c:pt>
                <c:pt idx="705">
                  <c:v>42843</c:v>
                </c:pt>
                <c:pt idx="706">
                  <c:v>42844</c:v>
                </c:pt>
                <c:pt idx="707">
                  <c:v>42845</c:v>
                </c:pt>
                <c:pt idx="708">
                  <c:v>42849</c:v>
                </c:pt>
                <c:pt idx="709">
                  <c:v>42850</c:v>
                </c:pt>
                <c:pt idx="710">
                  <c:v>42851</c:v>
                </c:pt>
                <c:pt idx="711">
                  <c:v>42852</c:v>
                </c:pt>
                <c:pt idx="712">
                  <c:v>42853</c:v>
                </c:pt>
                <c:pt idx="713">
                  <c:v>42857</c:v>
                </c:pt>
                <c:pt idx="714">
                  <c:v>42858</c:v>
                </c:pt>
                <c:pt idx="715">
                  <c:v>42859</c:v>
                </c:pt>
                <c:pt idx="716">
                  <c:v>42860</c:v>
                </c:pt>
                <c:pt idx="717">
                  <c:v>42863</c:v>
                </c:pt>
                <c:pt idx="718">
                  <c:v>42864</c:v>
                </c:pt>
                <c:pt idx="719">
                  <c:v>42865</c:v>
                </c:pt>
                <c:pt idx="720">
                  <c:v>42866</c:v>
                </c:pt>
                <c:pt idx="721">
                  <c:v>42867</c:v>
                </c:pt>
                <c:pt idx="722">
                  <c:v>42870</c:v>
                </c:pt>
                <c:pt idx="723">
                  <c:v>42871</c:v>
                </c:pt>
                <c:pt idx="724">
                  <c:v>42872</c:v>
                </c:pt>
                <c:pt idx="725">
                  <c:v>42873</c:v>
                </c:pt>
                <c:pt idx="726">
                  <c:v>42874</c:v>
                </c:pt>
                <c:pt idx="727">
                  <c:v>42877</c:v>
                </c:pt>
                <c:pt idx="728">
                  <c:v>42878</c:v>
                </c:pt>
                <c:pt idx="729">
                  <c:v>42879</c:v>
                </c:pt>
                <c:pt idx="730">
                  <c:v>42880</c:v>
                </c:pt>
                <c:pt idx="731">
                  <c:v>42881</c:v>
                </c:pt>
                <c:pt idx="732">
                  <c:v>42884</c:v>
                </c:pt>
                <c:pt idx="733">
                  <c:v>42885</c:v>
                </c:pt>
                <c:pt idx="734">
                  <c:v>42886</c:v>
                </c:pt>
                <c:pt idx="735">
                  <c:v>42887</c:v>
                </c:pt>
                <c:pt idx="736">
                  <c:v>42888</c:v>
                </c:pt>
                <c:pt idx="737">
                  <c:v>42891</c:v>
                </c:pt>
                <c:pt idx="738">
                  <c:v>42892</c:v>
                </c:pt>
                <c:pt idx="739">
                  <c:v>42893</c:v>
                </c:pt>
                <c:pt idx="740">
                  <c:v>42894</c:v>
                </c:pt>
                <c:pt idx="741">
                  <c:v>42895</c:v>
                </c:pt>
                <c:pt idx="742">
                  <c:v>42898</c:v>
                </c:pt>
                <c:pt idx="743">
                  <c:v>42899</c:v>
                </c:pt>
                <c:pt idx="744">
                  <c:v>42900</c:v>
                </c:pt>
                <c:pt idx="745">
                  <c:v>42902</c:v>
                </c:pt>
                <c:pt idx="746">
                  <c:v>42905</c:v>
                </c:pt>
                <c:pt idx="747">
                  <c:v>42906</c:v>
                </c:pt>
                <c:pt idx="748">
                  <c:v>42907</c:v>
                </c:pt>
                <c:pt idx="749">
                  <c:v>42908</c:v>
                </c:pt>
                <c:pt idx="750">
                  <c:v>42909</c:v>
                </c:pt>
                <c:pt idx="751">
                  <c:v>42912</c:v>
                </c:pt>
                <c:pt idx="752">
                  <c:v>42913</c:v>
                </c:pt>
                <c:pt idx="753">
                  <c:v>42914</c:v>
                </c:pt>
                <c:pt idx="754">
                  <c:v>42915</c:v>
                </c:pt>
                <c:pt idx="755">
                  <c:v>42916</c:v>
                </c:pt>
                <c:pt idx="756">
                  <c:v>42919</c:v>
                </c:pt>
                <c:pt idx="757">
                  <c:v>42920</c:v>
                </c:pt>
                <c:pt idx="758">
                  <c:v>42921</c:v>
                </c:pt>
                <c:pt idx="759">
                  <c:v>42922</c:v>
                </c:pt>
                <c:pt idx="760">
                  <c:v>42923</c:v>
                </c:pt>
                <c:pt idx="761">
                  <c:v>42926</c:v>
                </c:pt>
                <c:pt idx="762">
                  <c:v>42927</c:v>
                </c:pt>
                <c:pt idx="763">
                  <c:v>42928</c:v>
                </c:pt>
                <c:pt idx="764">
                  <c:v>42929</c:v>
                </c:pt>
                <c:pt idx="765">
                  <c:v>42930</c:v>
                </c:pt>
                <c:pt idx="766">
                  <c:v>42933</c:v>
                </c:pt>
                <c:pt idx="767">
                  <c:v>42934</c:v>
                </c:pt>
                <c:pt idx="768">
                  <c:v>42935</c:v>
                </c:pt>
                <c:pt idx="769">
                  <c:v>42936</c:v>
                </c:pt>
                <c:pt idx="770">
                  <c:v>42937</c:v>
                </c:pt>
                <c:pt idx="771">
                  <c:v>42940</c:v>
                </c:pt>
                <c:pt idx="772">
                  <c:v>42941</c:v>
                </c:pt>
                <c:pt idx="773">
                  <c:v>42942</c:v>
                </c:pt>
                <c:pt idx="774">
                  <c:v>42943</c:v>
                </c:pt>
                <c:pt idx="775">
                  <c:v>42944</c:v>
                </c:pt>
                <c:pt idx="776">
                  <c:v>42947</c:v>
                </c:pt>
                <c:pt idx="777">
                  <c:v>42948</c:v>
                </c:pt>
                <c:pt idx="778">
                  <c:v>42949</c:v>
                </c:pt>
                <c:pt idx="779">
                  <c:v>42950</c:v>
                </c:pt>
                <c:pt idx="780">
                  <c:v>42951</c:v>
                </c:pt>
                <c:pt idx="781">
                  <c:v>42954</c:v>
                </c:pt>
                <c:pt idx="782">
                  <c:v>42955</c:v>
                </c:pt>
                <c:pt idx="783">
                  <c:v>42956</c:v>
                </c:pt>
                <c:pt idx="784">
                  <c:v>42957</c:v>
                </c:pt>
                <c:pt idx="785">
                  <c:v>42958</c:v>
                </c:pt>
                <c:pt idx="786">
                  <c:v>42961</c:v>
                </c:pt>
                <c:pt idx="787">
                  <c:v>42962</c:v>
                </c:pt>
                <c:pt idx="788">
                  <c:v>42963</c:v>
                </c:pt>
                <c:pt idx="789">
                  <c:v>42964</c:v>
                </c:pt>
                <c:pt idx="790">
                  <c:v>42965</c:v>
                </c:pt>
                <c:pt idx="791">
                  <c:v>42968</c:v>
                </c:pt>
                <c:pt idx="792">
                  <c:v>42969</c:v>
                </c:pt>
                <c:pt idx="793">
                  <c:v>42970</c:v>
                </c:pt>
                <c:pt idx="794">
                  <c:v>42971</c:v>
                </c:pt>
                <c:pt idx="795">
                  <c:v>42972</c:v>
                </c:pt>
                <c:pt idx="796">
                  <c:v>42975</c:v>
                </c:pt>
                <c:pt idx="797">
                  <c:v>42976</c:v>
                </c:pt>
                <c:pt idx="798">
                  <c:v>42977</c:v>
                </c:pt>
                <c:pt idx="799">
                  <c:v>42978</c:v>
                </c:pt>
                <c:pt idx="800">
                  <c:v>42979</c:v>
                </c:pt>
                <c:pt idx="801">
                  <c:v>42982</c:v>
                </c:pt>
                <c:pt idx="802">
                  <c:v>42983</c:v>
                </c:pt>
                <c:pt idx="803">
                  <c:v>42984</c:v>
                </c:pt>
                <c:pt idx="804">
                  <c:v>42986</c:v>
                </c:pt>
                <c:pt idx="805">
                  <c:v>42989</c:v>
                </c:pt>
                <c:pt idx="806">
                  <c:v>42990</c:v>
                </c:pt>
                <c:pt idx="807">
                  <c:v>42991</c:v>
                </c:pt>
                <c:pt idx="808">
                  <c:v>42992</c:v>
                </c:pt>
                <c:pt idx="809">
                  <c:v>42993</c:v>
                </c:pt>
                <c:pt idx="810">
                  <c:v>42996</c:v>
                </c:pt>
                <c:pt idx="811">
                  <c:v>42997</c:v>
                </c:pt>
                <c:pt idx="812">
                  <c:v>42998</c:v>
                </c:pt>
                <c:pt idx="813">
                  <c:v>42999</c:v>
                </c:pt>
                <c:pt idx="814">
                  <c:v>43000</c:v>
                </c:pt>
                <c:pt idx="815">
                  <c:v>43003</c:v>
                </c:pt>
                <c:pt idx="816">
                  <c:v>43004</c:v>
                </c:pt>
                <c:pt idx="817">
                  <c:v>43005</c:v>
                </c:pt>
                <c:pt idx="818">
                  <c:v>43006</c:v>
                </c:pt>
                <c:pt idx="819">
                  <c:v>43007</c:v>
                </c:pt>
                <c:pt idx="820">
                  <c:v>43010</c:v>
                </c:pt>
                <c:pt idx="821">
                  <c:v>43011</c:v>
                </c:pt>
                <c:pt idx="822">
                  <c:v>43012</c:v>
                </c:pt>
                <c:pt idx="823">
                  <c:v>43013</c:v>
                </c:pt>
                <c:pt idx="824">
                  <c:v>43014</c:v>
                </c:pt>
                <c:pt idx="825">
                  <c:v>43017</c:v>
                </c:pt>
                <c:pt idx="826">
                  <c:v>43018</c:v>
                </c:pt>
                <c:pt idx="827">
                  <c:v>43019</c:v>
                </c:pt>
                <c:pt idx="828">
                  <c:v>43021</c:v>
                </c:pt>
                <c:pt idx="829">
                  <c:v>43024</c:v>
                </c:pt>
                <c:pt idx="830">
                  <c:v>43025</c:v>
                </c:pt>
                <c:pt idx="831">
                  <c:v>43026</c:v>
                </c:pt>
                <c:pt idx="832">
                  <c:v>43027</c:v>
                </c:pt>
                <c:pt idx="833">
                  <c:v>43028</c:v>
                </c:pt>
                <c:pt idx="834">
                  <c:v>43031</c:v>
                </c:pt>
                <c:pt idx="835">
                  <c:v>43032</c:v>
                </c:pt>
                <c:pt idx="836">
                  <c:v>43033</c:v>
                </c:pt>
                <c:pt idx="837">
                  <c:v>43034</c:v>
                </c:pt>
                <c:pt idx="838">
                  <c:v>43035</c:v>
                </c:pt>
                <c:pt idx="839">
                  <c:v>43038</c:v>
                </c:pt>
                <c:pt idx="840">
                  <c:v>43039</c:v>
                </c:pt>
                <c:pt idx="841">
                  <c:v>43040</c:v>
                </c:pt>
                <c:pt idx="842">
                  <c:v>43042</c:v>
                </c:pt>
                <c:pt idx="843">
                  <c:v>43045</c:v>
                </c:pt>
                <c:pt idx="844">
                  <c:v>43046</c:v>
                </c:pt>
                <c:pt idx="845">
                  <c:v>43047</c:v>
                </c:pt>
                <c:pt idx="846">
                  <c:v>43048</c:v>
                </c:pt>
                <c:pt idx="847">
                  <c:v>43049</c:v>
                </c:pt>
                <c:pt idx="848">
                  <c:v>43052</c:v>
                </c:pt>
                <c:pt idx="849">
                  <c:v>43053</c:v>
                </c:pt>
                <c:pt idx="850">
                  <c:v>43055</c:v>
                </c:pt>
                <c:pt idx="851">
                  <c:v>43056</c:v>
                </c:pt>
                <c:pt idx="852">
                  <c:v>43060</c:v>
                </c:pt>
                <c:pt idx="853">
                  <c:v>43061</c:v>
                </c:pt>
                <c:pt idx="854">
                  <c:v>43062</c:v>
                </c:pt>
                <c:pt idx="855">
                  <c:v>43063</c:v>
                </c:pt>
                <c:pt idx="856">
                  <c:v>43066</c:v>
                </c:pt>
                <c:pt idx="857">
                  <c:v>43067</c:v>
                </c:pt>
                <c:pt idx="858">
                  <c:v>43068</c:v>
                </c:pt>
                <c:pt idx="859">
                  <c:v>43069</c:v>
                </c:pt>
                <c:pt idx="860">
                  <c:v>43070</c:v>
                </c:pt>
                <c:pt idx="861">
                  <c:v>43073</c:v>
                </c:pt>
                <c:pt idx="862">
                  <c:v>43074</c:v>
                </c:pt>
                <c:pt idx="863">
                  <c:v>43075</c:v>
                </c:pt>
                <c:pt idx="864">
                  <c:v>43076</c:v>
                </c:pt>
                <c:pt idx="865">
                  <c:v>43077</c:v>
                </c:pt>
                <c:pt idx="866">
                  <c:v>43080</c:v>
                </c:pt>
                <c:pt idx="867">
                  <c:v>43081</c:v>
                </c:pt>
                <c:pt idx="868">
                  <c:v>43082</c:v>
                </c:pt>
                <c:pt idx="869">
                  <c:v>43083</c:v>
                </c:pt>
                <c:pt idx="870">
                  <c:v>43084</c:v>
                </c:pt>
                <c:pt idx="871">
                  <c:v>43087</c:v>
                </c:pt>
                <c:pt idx="872">
                  <c:v>43088</c:v>
                </c:pt>
                <c:pt idx="873">
                  <c:v>43089</c:v>
                </c:pt>
                <c:pt idx="874">
                  <c:v>43090</c:v>
                </c:pt>
                <c:pt idx="875">
                  <c:v>43091</c:v>
                </c:pt>
                <c:pt idx="876">
                  <c:v>43095</c:v>
                </c:pt>
                <c:pt idx="877">
                  <c:v>43096</c:v>
                </c:pt>
                <c:pt idx="878">
                  <c:v>43097</c:v>
                </c:pt>
                <c:pt idx="879">
                  <c:v>43102</c:v>
                </c:pt>
                <c:pt idx="880">
                  <c:v>43103</c:v>
                </c:pt>
                <c:pt idx="881">
                  <c:v>43104</c:v>
                </c:pt>
                <c:pt idx="882">
                  <c:v>43105</c:v>
                </c:pt>
                <c:pt idx="883">
                  <c:v>43108</c:v>
                </c:pt>
                <c:pt idx="884">
                  <c:v>43109</c:v>
                </c:pt>
                <c:pt idx="885">
                  <c:v>43110</c:v>
                </c:pt>
                <c:pt idx="886">
                  <c:v>43111</c:v>
                </c:pt>
                <c:pt idx="887">
                  <c:v>43112</c:v>
                </c:pt>
                <c:pt idx="888">
                  <c:v>43115</c:v>
                </c:pt>
                <c:pt idx="889">
                  <c:v>43116</c:v>
                </c:pt>
                <c:pt idx="890">
                  <c:v>43117</c:v>
                </c:pt>
                <c:pt idx="891">
                  <c:v>43118</c:v>
                </c:pt>
                <c:pt idx="892">
                  <c:v>43119</c:v>
                </c:pt>
                <c:pt idx="893">
                  <c:v>43122</c:v>
                </c:pt>
                <c:pt idx="894">
                  <c:v>43123</c:v>
                </c:pt>
                <c:pt idx="895">
                  <c:v>43124</c:v>
                </c:pt>
                <c:pt idx="896">
                  <c:v>43126</c:v>
                </c:pt>
                <c:pt idx="897">
                  <c:v>43129</c:v>
                </c:pt>
                <c:pt idx="898">
                  <c:v>43130</c:v>
                </c:pt>
                <c:pt idx="899">
                  <c:v>43131</c:v>
                </c:pt>
                <c:pt idx="900">
                  <c:v>43132</c:v>
                </c:pt>
                <c:pt idx="901">
                  <c:v>43133</c:v>
                </c:pt>
                <c:pt idx="902">
                  <c:v>43136</c:v>
                </c:pt>
                <c:pt idx="903">
                  <c:v>43137</c:v>
                </c:pt>
                <c:pt idx="904">
                  <c:v>43138</c:v>
                </c:pt>
                <c:pt idx="905">
                  <c:v>43139</c:v>
                </c:pt>
                <c:pt idx="906">
                  <c:v>43140</c:v>
                </c:pt>
                <c:pt idx="907">
                  <c:v>43145</c:v>
                </c:pt>
                <c:pt idx="908">
                  <c:v>43146</c:v>
                </c:pt>
                <c:pt idx="909">
                  <c:v>43147</c:v>
                </c:pt>
                <c:pt idx="910">
                  <c:v>43150</c:v>
                </c:pt>
                <c:pt idx="911">
                  <c:v>43151</c:v>
                </c:pt>
                <c:pt idx="912">
                  <c:v>43152</c:v>
                </c:pt>
                <c:pt idx="913">
                  <c:v>43153</c:v>
                </c:pt>
                <c:pt idx="914">
                  <c:v>43154</c:v>
                </c:pt>
                <c:pt idx="915">
                  <c:v>43157</c:v>
                </c:pt>
                <c:pt idx="916">
                  <c:v>43158</c:v>
                </c:pt>
                <c:pt idx="917">
                  <c:v>43159</c:v>
                </c:pt>
                <c:pt idx="918">
                  <c:v>43160</c:v>
                </c:pt>
                <c:pt idx="919">
                  <c:v>43161</c:v>
                </c:pt>
                <c:pt idx="920">
                  <c:v>43164</c:v>
                </c:pt>
                <c:pt idx="921">
                  <c:v>43165</c:v>
                </c:pt>
                <c:pt idx="922">
                  <c:v>43166</c:v>
                </c:pt>
                <c:pt idx="923">
                  <c:v>43167</c:v>
                </c:pt>
                <c:pt idx="924">
                  <c:v>43168</c:v>
                </c:pt>
                <c:pt idx="925">
                  <c:v>43171</c:v>
                </c:pt>
                <c:pt idx="926">
                  <c:v>43172</c:v>
                </c:pt>
                <c:pt idx="927">
                  <c:v>43173</c:v>
                </c:pt>
                <c:pt idx="928">
                  <c:v>43174</c:v>
                </c:pt>
                <c:pt idx="929">
                  <c:v>43175</c:v>
                </c:pt>
                <c:pt idx="930">
                  <c:v>43178</c:v>
                </c:pt>
                <c:pt idx="931">
                  <c:v>43179</c:v>
                </c:pt>
                <c:pt idx="932">
                  <c:v>43180</c:v>
                </c:pt>
                <c:pt idx="933">
                  <c:v>43181</c:v>
                </c:pt>
                <c:pt idx="934">
                  <c:v>43182</c:v>
                </c:pt>
                <c:pt idx="935">
                  <c:v>43185</c:v>
                </c:pt>
                <c:pt idx="936">
                  <c:v>43186</c:v>
                </c:pt>
                <c:pt idx="937">
                  <c:v>43187</c:v>
                </c:pt>
                <c:pt idx="938">
                  <c:v>43188</c:v>
                </c:pt>
                <c:pt idx="939">
                  <c:v>43192</c:v>
                </c:pt>
                <c:pt idx="940">
                  <c:v>43193</c:v>
                </c:pt>
                <c:pt idx="941">
                  <c:v>43194</c:v>
                </c:pt>
                <c:pt idx="942">
                  <c:v>43195</c:v>
                </c:pt>
                <c:pt idx="943">
                  <c:v>43196</c:v>
                </c:pt>
                <c:pt idx="944">
                  <c:v>43199</c:v>
                </c:pt>
                <c:pt idx="945">
                  <c:v>43200</c:v>
                </c:pt>
                <c:pt idx="946">
                  <c:v>43201</c:v>
                </c:pt>
                <c:pt idx="947">
                  <c:v>43202</c:v>
                </c:pt>
                <c:pt idx="948">
                  <c:v>43203</c:v>
                </c:pt>
                <c:pt idx="949">
                  <c:v>43206</c:v>
                </c:pt>
                <c:pt idx="950">
                  <c:v>43207</c:v>
                </c:pt>
                <c:pt idx="951">
                  <c:v>43208</c:v>
                </c:pt>
                <c:pt idx="952">
                  <c:v>43209</c:v>
                </c:pt>
                <c:pt idx="953">
                  <c:v>43210</c:v>
                </c:pt>
                <c:pt idx="954">
                  <c:v>43213</c:v>
                </c:pt>
                <c:pt idx="955">
                  <c:v>43214</c:v>
                </c:pt>
                <c:pt idx="956">
                  <c:v>43215</c:v>
                </c:pt>
                <c:pt idx="957">
                  <c:v>43216</c:v>
                </c:pt>
                <c:pt idx="958">
                  <c:v>43217</c:v>
                </c:pt>
                <c:pt idx="959">
                  <c:v>43220</c:v>
                </c:pt>
                <c:pt idx="960">
                  <c:v>43222</c:v>
                </c:pt>
                <c:pt idx="961">
                  <c:v>43223</c:v>
                </c:pt>
                <c:pt idx="962">
                  <c:v>43224</c:v>
                </c:pt>
                <c:pt idx="963">
                  <c:v>43227</c:v>
                </c:pt>
                <c:pt idx="964">
                  <c:v>43228</c:v>
                </c:pt>
                <c:pt idx="965">
                  <c:v>43229</c:v>
                </c:pt>
                <c:pt idx="966">
                  <c:v>43230</c:v>
                </c:pt>
                <c:pt idx="967">
                  <c:v>43231</c:v>
                </c:pt>
                <c:pt idx="968">
                  <c:v>43234</c:v>
                </c:pt>
                <c:pt idx="969">
                  <c:v>43235</c:v>
                </c:pt>
                <c:pt idx="970">
                  <c:v>43236</c:v>
                </c:pt>
                <c:pt idx="971">
                  <c:v>43237</c:v>
                </c:pt>
                <c:pt idx="972">
                  <c:v>43238</c:v>
                </c:pt>
                <c:pt idx="973">
                  <c:v>43241</c:v>
                </c:pt>
                <c:pt idx="974">
                  <c:v>43242</c:v>
                </c:pt>
                <c:pt idx="975">
                  <c:v>43243</c:v>
                </c:pt>
                <c:pt idx="976">
                  <c:v>43244</c:v>
                </c:pt>
                <c:pt idx="977">
                  <c:v>43245</c:v>
                </c:pt>
                <c:pt idx="978">
                  <c:v>43248</c:v>
                </c:pt>
                <c:pt idx="979">
                  <c:v>43249</c:v>
                </c:pt>
                <c:pt idx="980">
                  <c:v>43250</c:v>
                </c:pt>
                <c:pt idx="981">
                  <c:v>43252</c:v>
                </c:pt>
                <c:pt idx="982">
                  <c:v>43255</c:v>
                </c:pt>
                <c:pt idx="983">
                  <c:v>43256</c:v>
                </c:pt>
                <c:pt idx="984">
                  <c:v>43257</c:v>
                </c:pt>
                <c:pt idx="985">
                  <c:v>43258</c:v>
                </c:pt>
                <c:pt idx="986">
                  <c:v>43259</c:v>
                </c:pt>
                <c:pt idx="987">
                  <c:v>43262</c:v>
                </c:pt>
                <c:pt idx="988">
                  <c:v>43263</c:v>
                </c:pt>
                <c:pt idx="989">
                  <c:v>43264</c:v>
                </c:pt>
                <c:pt idx="990">
                  <c:v>43265</c:v>
                </c:pt>
                <c:pt idx="991">
                  <c:v>43266</c:v>
                </c:pt>
                <c:pt idx="992">
                  <c:v>43269</c:v>
                </c:pt>
                <c:pt idx="993">
                  <c:v>43270</c:v>
                </c:pt>
                <c:pt idx="994">
                  <c:v>43271</c:v>
                </c:pt>
                <c:pt idx="995">
                  <c:v>43272</c:v>
                </c:pt>
                <c:pt idx="996">
                  <c:v>43273</c:v>
                </c:pt>
                <c:pt idx="997">
                  <c:v>43276</c:v>
                </c:pt>
                <c:pt idx="998">
                  <c:v>43277</c:v>
                </c:pt>
                <c:pt idx="999">
                  <c:v>43278</c:v>
                </c:pt>
                <c:pt idx="1000">
                  <c:v>43279</c:v>
                </c:pt>
                <c:pt idx="1001">
                  <c:v>43280</c:v>
                </c:pt>
                <c:pt idx="1002">
                  <c:v>43283</c:v>
                </c:pt>
                <c:pt idx="1003">
                  <c:v>43284</c:v>
                </c:pt>
                <c:pt idx="1004">
                  <c:v>43285</c:v>
                </c:pt>
                <c:pt idx="1005">
                  <c:v>43286</c:v>
                </c:pt>
                <c:pt idx="1006">
                  <c:v>43287</c:v>
                </c:pt>
                <c:pt idx="1007">
                  <c:v>43291</c:v>
                </c:pt>
                <c:pt idx="1008">
                  <c:v>43292</c:v>
                </c:pt>
                <c:pt idx="1009">
                  <c:v>43293</c:v>
                </c:pt>
                <c:pt idx="1010">
                  <c:v>43294</c:v>
                </c:pt>
                <c:pt idx="1011">
                  <c:v>43297</c:v>
                </c:pt>
                <c:pt idx="1012">
                  <c:v>43298</c:v>
                </c:pt>
                <c:pt idx="1013">
                  <c:v>43299</c:v>
                </c:pt>
                <c:pt idx="1014">
                  <c:v>43300</c:v>
                </c:pt>
                <c:pt idx="1015">
                  <c:v>43301</c:v>
                </c:pt>
                <c:pt idx="1016">
                  <c:v>43304</c:v>
                </c:pt>
                <c:pt idx="1017">
                  <c:v>43305</c:v>
                </c:pt>
                <c:pt idx="1018">
                  <c:v>43306</c:v>
                </c:pt>
                <c:pt idx="1019">
                  <c:v>43307</c:v>
                </c:pt>
                <c:pt idx="1020">
                  <c:v>43308</c:v>
                </c:pt>
                <c:pt idx="1021">
                  <c:v>43311</c:v>
                </c:pt>
                <c:pt idx="1022">
                  <c:v>43312</c:v>
                </c:pt>
                <c:pt idx="1023">
                  <c:v>43313</c:v>
                </c:pt>
                <c:pt idx="1024">
                  <c:v>43314</c:v>
                </c:pt>
                <c:pt idx="1025">
                  <c:v>43315</c:v>
                </c:pt>
                <c:pt idx="1026">
                  <c:v>43318</c:v>
                </c:pt>
                <c:pt idx="1027">
                  <c:v>43319</c:v>
                </c:pt>
                <c:pt idx="1028">
                  <c:v>43320</c:v>
                </c:pt>
                <c:pt idx="1029">
                  <c:v>43321</c:v>
                </c:pt>
                <c:pt idx="1030">
                  <c:v>43322</c:v>
                </c:pt>
                <c:pt idx="1031">
                  <c:v>43325</c:v>
                </c:pt>
                <c:pt idx="1032">
                  <c:v>43326</c:v>
                </c:pt>
                <c:pt idx="1033">
                  <c:v>43327</c:v>
                </c:pt>
                <c:pt idx="1034">
                  <c:v>43328</c:v>
                </c:pt>
                <c:pt idx="1035">
                  <c:v>43329</c:v>
                </c:pt>
                <c:pt idx="1036">
                  <c:v>43332</c:v>
                </c:pt>
                <c:pt idx="1037">
                  <c:v>43333</c:v>
                </c:pt>
                <c:pt idx="1038">
                  <c:v>43334</c:v>
                </c:pt>
                <c:pt idx="1039">
                  <c:v>43335</c:v>
                </c:pt>
                <c:pt idx="1040">
                  <c:v>43336</c:v>
                </c:pt>
                <c:pt idx="1041">
                  <c:v>43339</c:v>
                </c:pt>
                <c:pt idx="1042">
                  <c:v>43340</c:v>
                </c:pt>
                <c:pt idx="1043">
                  <c:v>43341</c:v>
                </c:pt>
                <c:pt idx="1044">
                  <c:v>43342</c:v>
                </c:pt>
                <c:pt idx="1045">
                  <c:v>43343</c:v>
                </c:pt>
                <c:pt idx="1046">
                  <c:v>43346</c:v>
                </c:pt>
                <c:pt idx="1047">
                  <c:v>43347</c:v>
                </c:pt>
                <c:pt idx="1048">
                  <c:v>43348</c:v>
                </c:pt>
                <c:pt idx="1049">
                  <c:v>43349</c:v>
                </c:pt>
                <c:pt idx="1050">
                  <c:v>43353</c:v>
                </c:pt>
                <c:pt idx="1051">
                  <c:v>43354</c:v>
                </c:pt>
                <c:pt idx="1052">
                  <c:v>43355</c:v>
                </c:pt>
                <c:pt idx="1053">
                  <c:v>43356</c:v>
                </c:pt>
                <c:pt idx="1054">
                  <c:v>43357</c:v>
                </c:pt>
                <c:pt idx="1055">
                  <c:v>43360</c:v>
                </c:pt>
                <c:pt idx="1056">
                  <c:v>43361</c:v>
                </c:pt>
                <c:pt idx="1057">
                  <c:v>43362</c:v>
                </c:pt>
                <c:pt idx="1058">
                  <c:v>43363</c:v>
                </c:pt>
                <c:pt idx="1059">
                  <c:v>43364</c:v>
                </c:pt>
                <c:pt idx="1060">
                  <c:v>43367</c:v>
                </c:pt>
                <c:pt idx="1061">
                  <c:v>43368</c:v>
                </c:pt>
                <c:pt idx="1062">
                  <c:v>43369</c:v>
                </c:pt>
                <c:pt idx="1063">
                  <c:v>43370</c:v>
                </c:pt>
                <c:pt idx="1064">
                  <c:v>43371</c:v>
                </c:pt>
                <c:pt idx="1065">
                  <c:v>43374</c:v>
                </c:pt>
                <c:pt idx="1066">
                  <c:v>43375</c:v>
                </c:pt>
                <c:pt idx="1067">
                  <c:v>43376</c:v>
                </c:pt>
                <c:pt idx="1068">
                  <c:v>43377</c:v>
                </c:pt>
                <c:pt idx="1069">
                  <c:v>43378</c:v>
                </c:pt>
                <c:pt idx="1070">
                  <c:v>43381</c:v>
                </c:pt>
                <c:pt idx="1071">
                  <c:v>43382</c:v>
                </c:pt>
                <c:pt idx="1072">
                  <c:v>43383</c:v>
                </c:pt>
                <c:pt idx="1073">
                  <c:v>43384</c:v>
                </c:pt>
                <c:pt idx="1074">
                  <c:v>43388</c:v>
                </c:pt>
                <c:pt idx="1075">
                  <c:v>43389</c:v>
                </c:pt>
                <c:pt idx="1076">
                  <c:v>43390</c:v>
                </c:pt>
                <c:pt idx="1077">
                  <c:v>43391</c:v>
                </c:pt>
                <c:pt idx="1078">
                  <c:v>43392</c:v>
                </c:pt>
                <c:pt idx="1079">
                  <c:v>43395</c:v>
                </c:pt>
                <c:pt idx="1080">
                  <c:v>43396</c:v>
                </c:pt>
                <c:pt idx="1081">
                  <c:v>43397</c:v>
                </c:pt>
                <c:pt idx="1082">
                  <c:v>43398</c:v>
                </c:pt>
                <c:pt idx="1083">
                  <c:v>43399</c:v>
                </c:pt>
                <c:pt idx="1084">
                  <c:v>43402</c:v>
                </c:pt>
                <c:pt idx="1085">
                  <c:v>43403</c:v>
                </c:pt>
                <c:pt idx="1086">
                  <c:v>43404</c:v>
                </c:pt>
                <c:pt idx="1087">
                  <c:v>43405</c:v>
                </c:pt>
                <c:pt idx="1088">
                  <c:v>43409</c:v>
                </c:pt>
                <c:pt idx="1089">
                  <c:v>43410</c:v>
                </c:pt>
                <c:pt idx="1090">
                  <c:v>43411</c:v>
                </c:pt>
                <c:pt idx="1091">
                  <c:v>43412</c:v>
                </c:pt>
                <c:pt idx="1092">
                  <c:v>43413</c:v>
                </c:pt>
                <c:pt idx="1093">
                  <c:v>43416</c:v>
                </c:pt>
                <c:pt idx="1094">
                  <c:v>43417</c:v>
                </c:pt>
                <c:pt idx="1095">
                  <c:v>43418</c:v>
                </c:pt>
                <c:pt idx="1096">
                  <c:v>43420</c:v>
                </c:pt>
                <c:pt idx="1097">
                  <c:v>43423</c:v>
                </c:pt>
                <c:pt idx="1098">
                  <c:v>43425</c:v>
                </c:pt>
                <c:pt idx="1099">
                  <c:v>43426</c:v>
                </c:pt>
                <c:pt idx="1100">
                  <c:v>43427</c:v>
                </c:pt>
                <c:pt idx="1101">
                  <c:v>43430</c:v>
                </c:pt>
                <c:pt idx="1102">
                  <c:v>43431</c:v>
                </c:pt>
                <c:pt idx="1103">
                  <c:v>43432</c:v>
                </c:pt>
                <c:pt idx="1104">
                  <c:v>43433</c:v>
                </c:pt>
                <c:pt idx="1105">
                  <c:v>43434</c:v>
                </c:pt>
                <c:pt idx="1106">
                  <c:v>43437</c:v>
                </c:pt>
                <c:pt idx="1107">
                  <c:v>43438</c:v>
                </c:pt>
                <c:pt idx="1108">
                  <c:v>43439</c:v>
                </c:pt>
                <c:pt idx="1109">
                  <c:v>43440</c:v>
                </c:pt>
                <c:pt idx="1110">
                  <c:v>43441</c:v>
                </c:pt>
                <c:pt idx="1111">
                  <c:v>43444</c:v>
                </c:pt>
                <c:pt idx="1112">
                  <c:v>43445</c:v>
                </c:pt>
                <c:pt idx="1113">
                  <c:v>43446</c:v>
                </c:pt>
                <c:pt idx="1114">
                  <c:v>43447</c:v>
                </c:pt>
                <c:pt idx="1115">
                  <c:v>43448</c:v>
                </c:pt>
                <c:pt idx="1116">
                  <c:v>43451</c:v>
                </c:pt>
                <c:pt idx="1117">
                  <c:v>43452</c:v>
                </c:pt>
                <c:pt idx="1118">
                  <c:v>43453</c:v>
                </c:pt>
                <c:pt idx="1119">
                  <c:v>43454</c:v>
                </c:pt>
                <c:pt idx="1120">
                  <c:v>43455</c:v>
                </c:pt>
                <c:pt idx="1121">
                  <c:v>43460</c:v>
                </c:pt>
                <c:pt idx="1122">
                  <c:v>43461</c:v>
                </c:pt>
                <c:pt idx="1123">
                  <c:v>43462</c:v>
                </c:pt>
                <c:pt idx="1124">
                  <c:v>43467</c:v>
                </c:pt>
                <c:pt idx="1125">
                  <c:v>43468</c:v>
                </c:pt>
                <c:pt idx="1126">
                  <c:v>43469</c:v>
                </c:pt>
                <c:pt idx="1127">
                  <c:v>43472</c:v>
                </c:pt>
                <c:pt idx="1128">
                  <c:v>43473</c:v>
                </c:pt>
                <c:pt idx="1129">
                  <c:v>43474</c:v>
                </c:pt>
                <c:pt idx="1130">
                  <c:v>43475</c:v>
                </c:pt>
                <c:pt idx="1131">
                  <c:v>43476</c:v>
                </c:pt>
                <c:pt idx="1132">
                  <c:v>43479</c:v>
                </c:pt>
                <c:pt idx="1133">
                  <c:v>43480</c:v>
                </c:pt>
                <c:pt idx="1134">
                  <c:v>43481</c:v>
                </c:pt>
                <c:pt idx="1135">
                  <c:v>43482</c:v>
                </c:pt>
                <c:pt idx="1136">
                  <c:v>43483</c:v>
                </c:pt>
                <c:pt idx="1137">
                  <c:v>43486</c:v>
                </c:pt>
                <c:pt idx="1138">
                  <c:v>43487</c:v>
                </c:pt>
                <c:pt idx="1139">
                  <c:v>43488</c:v>
                </c:pt>
                <c:pt idx="1140">
                  <c:v>43489</c:v>
                </c:pt>
                <c:pt idx="1141">
                  <c:v>43493</c:v>
                </c:pt>
                <c:pt idx="1142">
                  <c:v>43494</c:v>
                </c:pt>
                <c:pt idx="1143">
                  <c:v>43495</c:v>
                </c:pt>
                <c:pt idx="1144">
                  <c:v>43496</c:v>
                </c:pt>
                <c:pt idx="1145">
                  <c:v>43497</c:v>
                </c:pt>
                <c:pt idx="1146">
                  <c:v>43500</c:v>
                </c:pt>
                <c:pt idx="1147">
                  <c:v>43501</c:v>
                </c:pt>
                <c:pt idx="1148">
                  <c:v>43502</c:v>
                </c:pt>
                <c:pt idx="1149">
                  <c:v>43503</c:v>
                </c:pt>
                <c:pt idx="1150">
                  <c:v>43504</c:v>
                </c:pt>
                <c:pt idx="1151">
                  <c:v>43507</c:v>
                </c:pt>
                <c:pt idx="1152">
                  <c:v>43508</c:v>
                </c:pt>
                <c:pt idx="1153">
                  <c:v>43509</c:v>
                </c:pt>
                <c:pt idx="1154">
                  <c:v>43510</c:v>
                </c:pt>
                <c:pt idx="1155">
                  <c:v>43511</c:v>
                </c:pt>
                <c:pt idx="1156">
                  <c:v>43514</c:v>
                </c:pt>
                <c:pt idx="1157">
                  <c:v>43515</c:v>
                </c:pt>
                <c:pt idx="1158">
                  <c:v>43516</c:v>
                </c:pt>
                <c:pt idx="1159">
                  <c:v>43517</c:v>
                </c:pt>
                <c:pt idx="1160">
                  <c:v>43518</c:v>
                </c:pt>
                <c:pt idx="1161">
                  <c:v>43521</c:v>
                </c:pt>
                <c:pt idx="1162">
                  <c:v>43522</c:v>
                </c:pt>
                <c:pt idx="1163">
                  <c:v>43523</c:v>
                </c:pt>
                <c:pt idx="1164">
                  <c:v>43524</c:v>
                </c:pt>
                <c:pt idx="1165">
                  <c:v>43525</c:v>
                </c:pt>
                <c:pt idx="1166">
                  <c:v>43530</c:v>
                </c:pt>
                <c:pt idx="1167">
                  <c:v>43531</c:v>
                </c:pt>
                <c:pt idx="1168">
                  <c:v>43532</c:v>
                </c:pt>
                <c:pt idx="1169">
                  <c:v>43535</c:v>
                </c:pt>
                <c:pt idx="1170">
                  <c:v>43536</c:v>
                </c:pt>
                <c:pt idx="1171">
                  <c:v>43537</c:v>
                </c:pt>
                <c:pt idx="1172">
                  <c:v>43538</c:v>
                </c:pt>
                <c:pt idx="1173">
                  <c:v>43539</c:v>
                </c:pt>
                <c:pt idx="1174">
                  <c:v>43542</c:v>
                </c:pt>
                <c:pt idx="1175">
                  <c:v>43543</c:v>
                </c:pt>
                <c:pt idx="1176">
                  <c:v>43544</c:v>
                </c:pt>
                <c:pt idx="1177">
                  <c:v>43545</c:v>
                </c:pt>
                <c:pt idx="1178">
                  <c:v>43546</c:v>
                </c:pt>
                <c:pt idx="1179">
                  <c:v>43549</c:v>
                </c:pt>
                <c:pt idx="1180">
                  <c:v>43550</c:v>
                </c:pt>
                <c:pt idx="1181">
                  <c:v>43551</c:v>
                </c:pt>
                <c:pt idx="1182">
                  <c:v>43552</c:v>
                </c:pt>
                <c:pt idx="1183">
                  <c:v>43553</c:v>
                </c:pt>
                <c:pt idx="1184">
                  <c:v>43556</c:v>
                </c:pt>
                <c:pt idx="1185">
                  <c:v>43557</c:v>
                </c:pt>
                <c:pt idx="1186">
                  <c:v>43558</c:v>
                </c:pt>
                <c:pt idx="1187">
                  <c:v>43559</c:v>
                </c:pt>
                <c:pt idx="1188">
                  <c:v>43560</c:v>
                </c:pt>
                <c:pt idx="1189">
                  <c:v>43563</c:v>
                </c:pt>
                <c:pt idx="1190">
                  <c:v>43564</c:v>
                </c:pt>
                <c:pt idx="1191">
                  <c:v>43565</c:v>
                </c:pt>
                <c:pt idx="1192">
                  <c:v>43566</c:v>
                </c:pt>
                <c:pt idx="1193">
                  <c:v>43567</c:v>
                </c:pt>
                <c:pt idx="1194">
                  <c:v>43570</c:v>
                </c:pt>
                <c:pt idx="1195">
                  <c:v>43571</c:v>
                </c:pt>
                <c:pt idx="1196">
                  <c:v>43572</c:v>
                </c:pt>
                <c:pt idx="1197">
                  <c:v>43573</c:v>
                </c:pt>
                <c:pt idx="1198">
                  <c:v>43577</c:v>
                </c:pt>
                <c:pt idx="1199">
                  <c:v>43578</c:v>
                </c:pt>
                <c:pt idx="1200">
                  <c:v>43579</c:v>
                </c:pt>
                <c:pt idx="1201">
                  <c:v>43580</c:v>
                </c:pt>
                <c:pt idx="1202">
                  <c:v>43581</c:v>
                </c:pt>
                <c:pt idx="1203">
                  <c:v>43584</c:v>
                </c:pt>
                <c:pt idx="1204">
                  <c:v>43585</c:v>
                </c:pt>
                <c:pt idx="1205">
                  <c:v>43587</c:v>
                </c:pt>
                <c:pt idx="1206">
                  <c:v>43588</c:v>
                </c:pt>
                <c:pt idx="1207">
                  <c:v>43591</c:v>
                </c:pt>
                <c:pt idx="1208">
                  <c:v>43592</c:v>
                </c:pt>
                <c:pt idx="1209">
                  <c:v>43593</c:v>
                </c:pt>
                <c:pt idx="1210">
                  <c:v>43594</c:v>
                </c:pt>
                <c:pt idx="1211">
                  <c:v>43595</c:v>
                </c:pt>
                <c:pt idx="1212">
                  <c:v>43598</c:v>
                </c:pt>
                <c:pt idx="1213">
                  <c:v>43599</c:v>
                </c:pt>
                <c:pt idx="1214">
                  <c:v>43600</c:v>
                </c:pt>
                <c:pt idx="1215">
                  <c:v>43601</c:v>
                </c:pt>
                <c:pt idx="1216">
                  <c:v>43602</c:v>
                </c:pt>
                <c:pt idx="1217">
                  <c:v>43605</c:v>
                </c:pt>
                <c:pt idx="1218">
                  <c:v>43606</c:v>
                </c:pt>
                <c:pt idx="1219">
                  <c:v>43607</c:v>
                </c:pt>
                <c:pt idx="1220">
                  <c:v>43608</c:v>
                </c:pt>
                <c:pt idx="1221">
                  <c:v>43609</c:v>
                </c:pt>
                <c:pt idx="1222">
                  <c:v>43612</c:v>
                </c:pt>
                <c:pt idx="1223">
                  <c:v>43613</c:v>
                </c:pt>
                <c:pt idx="1224">
                  <c:v>43614</c:v>
                </c:pt>
                <c:pt idx="1225">
                  <c:v>43615</c:v>
                </c:pt>
                <c:pt idx="1226">
                  <c:v>43616</c:v>
                </c:pt>
                <c:pt idx="1227">
                  <c:v>43619</c:v>
                </c:pt>
                <c:pt idx="1228">
                  <c:v>43620</c:v>
                </c:pt>
                <c:pt idx="1229">
                  <c:v>43621</c:v>
                </c:pt>
                <c:pt idx="1230">
                  <c:v>43622</c:v>
                </c:pt>
                <c:pt idx="1231">
                  <c:v>43623</c:v>
                </c:pt>
                <c:pt idx="1232">
                  <c:v>43626</c:v>
                </c:pt>
                <c:pt idx="1233">
                  <c:v>43627</c:v>
                </c:pt>
                <c:pt idx="1234">
                  <c:v>43628</c:v>
                </c:pt>
                <c:pt idx="1235">
                  <c:v>43629</c:v>
                </c:pt>
                <c:pt idx="1236">
                  <c:v>43630</c:v>
                </c:pt>
                <c:pt idx="1237">
                  <c:v>43633</c:v>
                </c:pt>
                <c:pt idx="1238">
                  <c:v>43634</c:v>
                </c:pt>
                <c:pt idx="1239">
                  <c:v>43635</c:v>
                </c:pt>
                <c:pt idx="1240">
                  <c:v>43637</c:v>
                </c:pt>
                <c:pt idx="1241">
                  <c:v>43640</c:v>
                </c:pt>
                <c:pt idx="1242">
                  <c:v>43641</c:v>
                </c:pt>
                <c:pt idx="1243">
                  <c:v>43642</c:v>
                </c:pt>
                <c:pt idx="1244">
                  <c:v>43643</c:v>
                </c:pt>
                <c:pt idx="1245">
                  <c:v>43644</c:v>
                </c:pt>
                <c:pt idx="1246">
                  <c:v>43647</c:v>
                </c:pt>
                <c:pt idx="1247">
                  <c:v>43648</c:v>
                </c:pt>
                <c:pt idx="1248">
                  <c:v>43649</c:v>
                </c:pt>
                <c:pt idx="1249">
                  <c:v>43650</c:v>
                </c:pt>
                <c:pt idx="1250">
                  <c:v>43651</c:v>
                </c:pt>
                <c:pt idx="1251">
                  <c:v>43654</c:v>
                </c:pt>
                <c:pt idx="1252">
                  <c:v>43656</c:v>
                </c:pt>
                <c:pt idx="1253">
                  <c:v>43657</c:v>
                </c:pt>
                <c:pt idx="1254">
                  <c:v>43658</c:v>
                </c:pt>
                <c:pt idx="1255">
                  <c:v>43661</c:v>
                </c:pt>
                <c:pt idx="1256">
                  <c:v>43662</c:v>
                </c:pt>
                <c:pt idx="1257">
                  <c:v>43663</c:v>
                </c:pt>
                <c:pt idx="1258">
                  <c:v>43664</c:v>
                </c:pt>
                <c:pt idx="1259">
                  <c:v>43665</c:v>
                </c:pt>
                <c:pt idx="1260">
                  <c:v>43668</c:v>
                </c:pt>
                <c:pt idx="1261">
                  <c:v>43669</c:v>
                </c:pt>
                <c:pt idx="1262">
                  <c:v>43670</c:v>
                </c:pt>
                <c:pt idx="1263">
                  <c:v>43671</c:v>
                </c:pt>
                <c:pt idx="1264">
                  <c:v>43672</c:v>
                </c:pt>
                <c:pt idx="1265">
                  <c:v>43675</c:v>
                </c:pt>
                <c:pt idx="1266">
                  <c:v>43676</c:v>
                </c:pt>
                <c:pt idx="1267">
                  <c:v>43677</c:v>
                </c:pt>
                <c:pt idx="1268">
                  <c:v>43678</c:v>
                </c:pt>
                <c:pt idx="1269">
                  <c:v>43679</c:v>
                </c:pt>
                <c:pt idx="1270">
                  <c:v>43682</c:v>
                </c:pt>
                <c:pt idx="1271">
                  <c:v>43683</c:v>
                </c:pt>
                <c:pt idx="1272">
                  <c:v>43684</c:v>
                </c:pt>
                <c:pt idx="1273">
                  <c:v>43685</c:v>
                </c:pt>
                <c:pt idx="1274">
                  <c:v>43686</c:v>
                </c:pt>
                <c:pt idx="1275">
                  <c:v>43689</c:v>
                </c:pt>
                <c:pt idx="1276">
                  <c:v>43690</c:v>
                </c:pt>
                <c:pt idx="1277">
                  <c:v>43691</c:v>
                </c:pt>
                <c:pt idx="1278">
                  <c:v>43692</c:v>
                </c:pt>
                <c:pt idx="1279">
                  <c:v>43693</c:v>
                </c:pt>
                <c:pt idx="1280">
                  <c:v>43696</c:v>
                </c:pt>
                <c:pt idx="1281">
                  <c:v>43697</c:v>
                </c:pt>
                <c:pt idx="1282">
                  <c:v>43698</c:v>
                </c:pt>
                <c:pt idx="1283">
                  <c:v>43699</c:v>
                </c:pt>
                <c:pt idx="1284">
                  <c:v>43700</c:v>
                </c:pt>
                <c:pt idx="1285">
                  <c:v>43703</c:v>
                </c:pt>
                <c:pt idx="1286">
                  <c:v>43704</c:v>
                </c:pt>
                <c:pt idx="1287">
                  <c:v>43705</c:v>
                </c:pt>
                <c:pt idx="1288">
                  <c:v>43706</c:v>
                </c:pt>
                <c:pt idx="1289">
                  <c:v>43707</c:v>
                </c:pt>
                <c:pt idx="1290">
                  <c:v>43710</c:v>
                </c:pt>
                <c:pt idx="1291">
                  <c:v>43711</c:v>
                </c:pt>
                <c:pt idx="1292">
                  <c:v>43712</c:v>
                </c:pt>
                <c:pt idx="1293">
                  <c:v>43713</c:v>
                </c:pt>
                <c:pt idx="1294">
                  <c:v>43714</c:v>
                </c:pt>
                <c:pt idx="1295">
                  <c:v>43717</c:v>
                </c:pt>
                <c:pt idx="1296">
                  <c:v>43718</c:v>
                </c:pt>
                <c:pt idx="1297">
                  <c:v>43719</c:v>
                </c:pt>
                <c:pt idx="1298">
                  <c:v>43720</c:v>
                </c:pt>
                <c:pt idx="1299">
                  <c:v>43721</c:v>
                </c:pt>
                <c:pt idx="1300">
                  <c:v>43724</c:v>
                </c:pt>
                <c:pt idx="1301">
                  <c:v>43725</c:v>
                </c:pt>
                <c:pt idx="1302">
                  <c:v>43726</c:v>
                </c:pt>
                <c:pt idx="1303">
                  <c:v>43727</c:v>
                </c:pt>
                <c:pt idx="1304">
                  <c:v>43728</c:v>
                </c:pt>
                <c:pt idx="1305">
                  <c:v>43731</c:v>
                </c:pt>
                <c:pt idx="1306">
                  <c:v>43732</c:v>
                </c:pt>
                <c:pt idx="1307">
                  <c:v>43733</c:v>
                </c:pt>
                <c:pt idx="1308">
                  <c:v>43734</c:v>
                </c:pt>
                <c:pt idx="1309">
                  <c:v>43735</c:v>
                </c:pt>
                <c:pt idx="1310">
                  <c:v>43738</c:v>
                </c:pt>
                <c:pt idx="1311">
                  <c:v>43739</c:v>
                </c:pt>
                <c:pt idx="1312">
                  <c:v>43740</c:v>
                </c:pt>
                <c:pt idx="1313">
                  <c:v>43741</c:v>
                </c:pt>
                <c:pt idx="1314">
                  <c:v>43742</c:v>
                </c:pt>
                <c:pt idx="1315">
                  <c:v>43745</c:v>
                </c:pt>
                <c:pt idx="1316">
                  <c:v>43746</c:v>
                </c:pt>
                <c:pt idx="1317">
                  <c:v>43747</c:v>
                </c:pt>
                <c:pt idx="1318">
                  <c:v>43748</c:v>
                </c:pt>
                <c:pt idx="1319">
                  <c:v>43749</c:v>
                </c:pt>
                <c:pt idx="1320">
                  <c:v>43752</c:v>
                </c:pt>
                <c:pt idx="1321">
                  <c:v>43753</c:v>
                </c:pt>
                <c:pt idx="1322">
                  <c:v>43754</c:v>
                </c:pt>
                <c:pt idx="1323">
                  <c:v>43755</c:v>
                </c:pt>
                <c:pt idx="1324">
                  <c:v>43756</c:v>
                </c:pt>
                <c:pt idx="1325">
                  <c:v>43759</c:v>
                </c:pt>
                <c:pt idx="1326">
                  <c:v>43760</c:v>
                </c:pt>
                <c:pt idx="1327">
                  <c:v>43761</c:v>
                </c:pt>
                <c:pt idx="1328">
                  <c:v>43762</c:v>
                </c:pt>
                <c:pt idx="1329">
                  <c:v>43763</c:v>
                </c:pt>
                <c:pt idx="1330">
                  <c:v>43766</c:v>
                </c:pt>
                <c:pt idx="1331">
                  <c:v>43767</c:v>
                </c:pt>
                <c:pt idx="1332">
                  <c:v>43768</c:v>
                </c:pt>
                <c:pt idx="1333">
                  <c:v>43769</c:v>
                </c:pt>
                <c:pt idx="1334">
                  <c:v>43770</c:v>
                </c:pt>
                <c:pt idx="1335">
                  <c:v>43773</c:v>
                </c:pt>
                <c:pt idx="1336">
                  <c:v>43774</c:v>
                </c:pt>
                <c:pt idx="1337">
                  <c:v>43775</c:v>
                </c:pt>
                <c:pt idx="1338">
                  <c:v>43776</c:v>
                </c:pt>
                <c:pt idx="1339">
                  <c:v>43777</c:v>
                </c:pt>
                <c:pt idx="1340">
                  <c:v>43780</c:v>
                </c:pt>
                <c:pt idx="1341">
                  <c:v>43781</c:v>
                </c:pt>
                <c:pt idx="1342">
                  <c:v>43782</c:v>
                </c:pt>
                <c:pt idx="1343">
                  <c:v>43783</c:v>
                </c:pt>
                <c:pt idx="1344">
                  <c:v>43787</c:v>
                </c:pt>
                <c:pt idx="1345">
                  <c:v>43788</c:v>
                </c:pt>
                <c:pt idx="1346">
                  <c:v>43790</c:v>
                </c:pt>
                <c:pt idx="1347">
                  <c:v>43791</c:v>
                </c:pt>
                <c:pt idx="1348">
                  <c:v>43794</c:v>
                </c:pt>
                <c:pt idx="1349">
                  <c:v>43795</c:v>
                </c:pt>
                <c:pt idx="1350">
                  <c:v>43796</c:v>
                </c:pt>
                <c:pt idx="1351">
                  <c:v>43797</c:v>
                </c:pt>
                <c:pt idx="1352">
                  <c:v>43798</c:v>
                </c:pt>
                <c:pt idx="1353">
                  <c:v>43801</c:v>
                </c:pt>
                <c:pt idx="1354">
                  <c:v>43802</c:v>
                </c:pt>
                <c:pt idx="1355">
                  <c:v>43803</c:v>
                </c:pt>
                <c:pt idx="1356">
                  <c:v>43804</c:v>
                </c:pt>
                <c:pt idx="1357">
                  <c:v>43805</c:v>
                </c:pt>
                <c:pt idx="1358">
                  <c:v>43808</c:v>
                </c:pt>
                <c:pt idx="1359">
                  <c:v>43809</c:v>
                </c:pt>
                <c:pt idx="1360">
                  <c:v>43810</c:v>
                </c:pt>
                <c:pt idx="1361">
                  <c:v>43811</c:v>
                </c:pt>
                <c:pt idx="1362">
                  <c:v>43812</c:v>
                </c:pt>
                <c:pt idx="1363">
                  <c:v>43815</c:v>
                </c:pt>
                <c:pt idx="1364">
                  <c:v>43816</c:v>
                </c:pt>
                <c:pt idx="1365">
                  <c:v>43817</c:v>
                </c:pt>
                <c:pt idx="1366">
                  <c:v>43818</c:v>
                </c:pt>
                <c:pt idx="1367">
                  <c:v>43819</c:v>
                </c:pt>
                <c:pt idx="1368">
                  <c:v>43822</c:v>
                </c:pt>
                <c:pt idx="1369">
                  <c:v>43825</c:v>
                </c:pt>
                <c:pt idx="1370">
                  <c:v>43826</c:v>
                </c:pt>
                <c:pt idx="1371">
                  <c:v>43829</c:v>
                </c:pt>
                <c:pt idx="1372">
                  <c:v>43832</c:v>
                </c:pt>
                <c:pt idx="1373">
                  <c:v>43833</c:v>
                </c:pt>
                <c:pt idx="1374">
                  <c:v>43836</c:v>
                </c:pt>
                <c:pt idx="1375">
                  <c:v>43837</c:v>
                </c:pt>
                <c:pt idx="1376">
                  <c:v>43838</c:v>
                </c:pt>
                <c:pt idx="1377">
                  <c:v>43839</c:v>
                </c:pt>
                <c:pt idx="1378">
                  <c:v>43840</c:v>
                </c:pt>
                <c:pt idx="1379">
                  <c:v>43843</c:v>
                </c:pt>
                <c:pt idx="1380">
                  <c:v>43844</c:v>
                </c:pt>
                <c:pt idx="1381">
                  <c:v>43845</c:v>
                </c:pt>
                <c:pt idx="1382">
                  <c:v>43846</c:v>
                </c:pt>
                <c:pt idx="1383">
                  <c:v>43847</c:v>
                </c:pt>
                <c:pt idx="1384">
                  <c:v>43850</c:v>
                </c:pt>
                <c:pt idx="1385">
                  <c:v>43851</c:v>
                </c:pt>
                <c:pt idx="1386">
                  <c:v>43852</c:v>
                </c:pt>
                <c:pt idx="1387">
                  <c:v>43853</c:v>
                </c:pt>
                <c:pt idx="1388">
                  <c:v>43854</c:v>
                </c:pt>
                <c:pt idx="1389">
                  <c:v>43857</c:v>
                </c:pt>
                <c:pt idx="1390">
                  <c:v>43858</c:v>
                </c:pt>
                <c:pt idx="1391">
                  <c:v>43859</c:v>
                </c:pt>
                <c:pt idx="1392">
                  <c:v>43860</c:v>
                </c:pt>
                <c:pt idx="1393">
                  <c:v>43861</c:v>
                </c:pt>
                <c:pt idx="1394">
                  <c:v>43864</c:v>
                </c:pt>
                <c:pt idx="1395">
                  <c:v>43865</c:v>
                </c:pt>
                <c:pt idx="1396">
                  <c:v>43866</c:v>
                </c:pt>
                <c:pt idx="1397">
                  <c:v>43867</c:v>
                </c:pt>
                <c:pt idx="1398">
                  <c:v>43868</c:v>
                </c:pt>
                <c:pt idx="1399">
                  <c:v>43871</c:v>
                </c:pt>
                <c:pt idx="1400">
                  <c:v>43872</c:v>
                </c:pt>
                <c:pt idx="1401">
                  <c:v>43873</c:v>
                </c:pt>
                <c:pt idx="1402">
                  <c:v>43874</c:v>
                </c:pt>
                <c:pt idx="1403">
                  <c:v>43875</c:v>
                </c:pt>
                <c:pt idx="1404">
                  <c:v>43878</c:v>
                </c:pt>
                <c:pt idx="1405">
                  <c:v>43879</c:v>
                </c:pt>
                <c:pt idx="1406">
                  <c:v>43880</c:v>
                </c:pt>
                <c:pt idx="1407">
                  <c:v>43881</c:v>
                </c:pt>
                <c:pt idx="1408">
                  <c:v>43882</c:v>
                </c:pt>
                <c:pt idx="1409">
                  <c:v>43887</c:v>
                </c:pt>
                <c:pt idx="1410">
                  <c:v>43888</c:v>
                </c:pt>
                <c:pt idx="1411">
                  <c:v>43889</c:v>
                </c:pt>
                <c:pt idx="1412">
                  <c:v>43892</c:v>
                </c:pt>
                <c:pt idx="1413">
                  <c:v>43893</c:v>
                </c:pt>
                <c:pt idx="1414">
                  <c:v>43894</c:v>
                </c:pt>
                <c:pt idx="1415">
                  <c:v>43895</c:v>
                </c:pt>
                <c:pt idx="1416">
                  <c:v>43896</c:v>
                </c:pt>
                <c:pt idx="1417">
                  <c:v>43899</c:v>
                </c:pt>
                <c:pt idx="1418">
                  <c:v>43900</c:v>
                </c:pt>
                <c:pt idx="1419">
                  <c:v>43901</c:v>
                </c:pt>
                <c:pt idx="1420">
                  <c:v>43902</c:v>
                </c:pt>
                <c:pt idx="1421">
                  <c:v>43903</c:v>
                </c:pt>
                <c:pt idx="1422">
                  <c:v>43906</c:v>
                </c:pt>
                <c:pt idx="1423">
                  <c:v>43907</c:v>
                </c:pt>
                <c:pt idx="1424">
                  <c:v>43908</c:v>
                </c:pt>
                <c:pt idx="1425">
                  <c:v>43909</c:v>
                </c:pt>
                <c:pt idx="1426">
                  <c:v>43910</c:v>
                </c:pt>
                <c:pt idx="1427">
                  <c:v>43913</c:v>
                </c:pt>
                <c:pt idx="1428">
                  <c:v>43914</c:v>
                </c:pt>
                <c:pt idx="1429">
                  <c:v>43915</c:v>
                </c:pt>
                <c:pt idx="1430">
                  <c:v>43916</c:v>
                </c:pt>
                <c:pt idx="1431">
                  <c:v>43917</c:v>
                </c:pt>
                <c:pt idx="1432">
                  <c:v>43920</c:v>
                </c:pt>
                <c:pt idx="1433">
                  <c:v>43921</c:v>
                </c:pt>
                <c:pt idx="1434">
                  <c:v>43922</c:v>
                </c:pt>
                <c:pt idx="1435">
                  <c:v>43923</c:v>
                </c:pt>
                <c:pt idx="1436">
                  <c:v>43924</c:v>
                </c:pt>
                <c:pt idx="1437">
                  <c:v>43927</c:v>
                </c:pt>
                <c:pt idx="1438">
                  <c:v>43928</c:v>
                </c:pt>
                <c:pt idx="1439">
                  <c:v>43929</c:v>
                </c:pt>
                <c:pt idx="1440">
                  <c:v>43930</c:v>
                </c:pt>
                <c:pt idx="1441">
                  <c:v>43934</c:v>
                </c:pt>
                <c:pt idx="1442">
                  <c:v>43935</c:v>
                </c:pt>
                <c:pt idx="1443">
                  <c:v>43936</c:v>
                </c:pt>
                <c:pt idx="1444">
                  <c:v>43937</c:v>
                </c:pt>
                <c:pt idx="1445">
                  <c:v>43938</c:v>
                </c:pt>
                <c:pt idx="1446">
                  <c:v>43941</c:v>
                </c:pt>
                <c:pt idx="1447">
                  <c:v>43943</c:v>
                </c:pt>
                <c:pt idx="1448">
                  <c:v>43944</c:v>
                </c:pt>
                <c:pt idx="1449">
                  <c:v>43945</c:v>
                </c:pt>
                <c:pt idx="1450">
                  <c:v>43948</c:v>
                </c:pt>
                <c:pt idx="1451">
                  <c:v>43949</c:v>
                </c:pt>
                <c:pt idx="1452">
                  <c:v>43950</c:v>
                </c:pt>
                <c:pt idx="1453">
                  <c:v>43951</c:v>
                </c:pt>
                <c:pt idx="1454">
                  <c:v>43955</c:v>
                </c:pt>
                <c:pt idx="1455">
                  <c:v>43956</c:v>
                </c:pt>
                <c:pt idx="1456">
                  <c:v>43957</c:v>
                </c:pt>
                <c:pt idx="1457">
                  <c:v>43958</c:v>
                </c:pt>
                <c:pt idx="1458">
                  <c:v>43959</c:v>
                </c:pt>
                <c:pt idx="1459">
                  <c:v>43962</c:v>
                </c:pt>
                <c:pt idx="1460">
                  <c:v>43963</c:v>
                </c:pt>
                <c:pt idx="1461">
                  <c:v>43964</c:v>
                </c:pt>
                <c:pt idx="1462">
                  <c:v>43965</c:v>
                </c:pt>
                <c:pt idx="1463">
                  <c:v>43966</c:v>
                </c:pt>
                <c:pt idx="1464">
                  <c:v>43969</c:v>
                </c:pt>
                <c:pt idx="1465">
                  <c:v>43970</c:v>
                </c:pt>
                <c:pt idx="1466">
                  <c:v>43971</c:v>
                </c:pt>
                <c:pt idx="1467">
                  <c:v>43972</c:v>
                </c:pt>
                <c:pt idx="1468">
                  <c:v>43973</c:v>
                </c:pt>
                <c:pt idx="1469">
                  <c:v>43976</c:v>
                </c:pt>
                <c:pt idx="1470">
                  <c:v>43977</c:v>
                </c:pt>
                <c:pt idx="1471">
                  <c:v>43978</c:v>
                </c:pt>
                <c:pt idx="1472">
                  <c:v>43979</c:v>
                </c:pt>
                <c:pt idx="1473">
                  <c:v>43980</c:v>
                </c:pt>
                <c:pt idx="1474">
                  <c:v>43983</c:v>
                </c:pt>
                <c:pt idx="1475">
                  <c:v>43984</c:v>
                </c:pt>
                <c:pt idx="1476">
                  <c:v>43985</c:v>
                </c:pt>
                <c:pt idx="1477">
                  <c:v>43986</c:v>
                </c:pt>
                <c:pt idx="1478">
                  <c:v>43987</c:v>
                </c:pt>
                <c:pt idx="1479">
                  <c:v>43990</c:v>
                </c:pt>
                <c:pt idx="1480">
                  <c:v>43991</c:v>
                </c:pt>
                <c:pt idx="1481">
                  <c:v>43992</c:v>
                </c:pt>
                <c:pt idx="1482">
                  <c:v>43994</c:v>
                </c:pt>
                <c:pt idx="1483">
                  <c:v>43997</c:v>
                </c:pt>
                <c:pt idx="1484">
                  <c:v>43998</c:v>
                </c:pt>
                <c:pt idx="1485">
                  <c:v>43999</c:v>
                </c:pt>
                <c:pt idx="1486">
                  <c:v>44000</c:v>
                </c:pt>
                <c:pt idx="1487">
                  <c:v>44001</c:v>
                </c:pt>
                <c:pt idx="1488">
                  <c:v>44004</c:v>
                </c:pt>
                <c:pt idx="1489">
                  <c:v>44005</c:v>
                </c:pt>
                <c:pt idx="1490">
                  <c:v>44006</c:v>
                </c:pt>
                <c:pt idx="1491">
                  <c:v>44007</c:v>
                </c:pt>
                <c:pt idx="1492">
                  <c:v>44008</c:v>
                </c:pt>
                <c:pt idx="1493">
                  <c:v>44011</c:v>
                </c:pt>
                <c:pt idx="1494">
                  <c:v>44012</c:v>
                </c:pt>
                <c:pt idx="1495">
                  <c:v>44013</c:v>
                </c:pt>
                <c:pt idx="1496">
                  <c:v>44014</c:v>
                </c:pt>
                <c:pt idx="1497">
                  <c:v>44015</c:v>
                </c:pt>
                <c:pt idx="1498">
                  <c:v>44018</c:v>
                </c:pt>
                <c:pt idx="1499">
                  <c:v>44019</c:v>
                </c:pt>
                <c:pt idx="1500">
                  <c:v>44020</c:v>
                </c:pt>
                <c:pt idx="1501">
                  <c:v>44021</c:v>
                </c:pt>
                <c:pt idx="1502">
                  <c:v>44022</c:v>
                </c:pt>
                <c:pt idx="1503">
                  <c:v>44025</c:v>
                </c:pt>
                <c:pt idx="1504">
                  <c:v>44026</c:v>
                </c:pt>
                <c:pt idx="1505">
                  <c:v>44027</c:v>
                </c:pt>
                <c:pt idx="1506">
                  <c:v>44028</c:v>
                </c:pt>
                <c:pt idx="1507">
                  <c:v>44029</c:v>
                </c:pt>
                <c:pt idx="1508">
                  <c:v>44032</c:v>
                </c:pt>
                <c:pt idx="1509">
                  <c:v>44033</c:v>
                </c:pt>
                <c:pt idx="1510">
                  <c:v>44034</c:v>
                </c:pt>
                <c:pt idx="1511">
                  <c:v>44035</c:v>
                </c:pt>
                <c:pt idx="1512">
                  <c:v>44036</c:v>
                </c:pt>
                <c:pt idx="1513">
                  <c:v>44039</c:v>
                </c:pt>
                <c:pt idx="1514">
                  <c:v>44040</c:v>
                </c:pt>
                <c:pt idx="1515">
                  <c:v>44041</c:v>
                </c:pt>
                <c:pt idx="1516">
                  <c:v>44042</c:v>
                </c:pt>
                <c:pt idx="1517">
                  <c:v>44043</c:v>
                </c:pt>
                <c:pt idx="1518">
                  <c:v>44046</c:v>
                </c:pt>
                <c:pt idx="1519">
                  <c:v>44047</c:v>
                </c:pt>
                <c:pt idx="1520">
                  <c:v>44048</c:v>
                </c:pt>
                <c:pt idx="1521">
                  <c:v>44049</c:v>
                </c:pt>
                <c:pt idx="1522">
                  <c:v>44050</c:v>
                </c:pt>
                <c:pt idx="1523">
                  <c:v>44053</c:v>
                </c:pt>
                <c:pt idx="1524">
                  <c:v>44054</c:v>
                </c:pt>
                <c:pt idx="1525">
                  <c:v>44055</c:v>
                </c:pt>
                <c:pt idx="1526">
                  <c:v>44056</c:v>
                </c:pt>
                <c:pt idx="1527">
                  <c:v>44057</c:v>
                </c:pt>
                <c:pt idx="1528">
                  <c:v>44060</c:v>
                </c:pt>
                <c:pt idx="1529">
                  <c:v>44061</c:v>
                </c:pt>
                <c:pt idx="1530">
                  <c:v>44062</c:v>
                </c:pt>
                <c:pt idx="1531">
                  <c:v>44063</c:v>
                </c:pt>
                <c:pt idx="1532">
                  <c:v>44064</c:v>
                </c:pt>
                <c:pt idx="1533">
                  <c:v>44067</c:v>
                </c:pt>
                <c:pt idx="1534">
                  <c:v>44068</c:v>
                </c:pt>
                <c:pt idx="1535">
                  <c:v>44069</c:v>
                </c:pt>
                <c:pt idx="1536">
                  <c:v>44070</c:v>
                </c:pt>
                <c:pt idx="1537">
                  <c:v>44071</c:v>
                </c:pt>
                <c:pt idx="1538">
                  <c:v>44074</c:v>
                </c:pt>
                <c:pt idx="1539">
                  <c:v>44075</c:v>
                </c:pt>
                <c:pt idx="1540">
                  <c:v>44076</c:v>
                </c:pt>
                <c:pt idx="1541">
                  <c:v>44077</c:v>
                </c:pt>
                <c:pt idx="1542">
                  <c:v>44078</c:v>
                </c:pt>
                <c:pt idx="1543">
                  <c:v>44082</c:v>
                </c:pt>
                <c:pt idx="1544">
                  <c:v>44083</c:v>
                </c:pt>
                <c:pt idx="1545">
                  <c:v>44084</c:v>
                </c:pt>
                <c:pt idx="1546">
                  <c:v>44085</c:v>
                </c:pt>
                <c:pt idx="1547">
                  <c:v>44088</c:v>
                </c:pt>
                <c:pt idx="1548">
                  <c:v>44089</c:v>
                </c:pt>
                <c:pt idx="1549">
                  <c:v>44090</c:v>
                </c:pt>
                <c:pt idx="1550">
                  <c:v>44091</c:v>
                </c:pt>
                <c:pt idx="1551">
                  <c:v>44092</c:v>
                </c:pt>
                <c:pt idx="1552">
                  <c:v>44095</c:v>
                </c:pt>
                <c:pt idx="1553">
                  <c:v>44096</c:v>
                </c:pt>
                <c:pt idx="1554">
                  <c:v>44097</c:v>
                </c:pt>
                <c:pt idx="1555">
                  <c:v>44098</c:v>
                </c:pt>
                <c:pt idx="1556">
                  <c:v>44099</c:v>
                </c:pt>
                <c:pt idx="1557">
                  <c:v>44102</c:v>
                </c:pt>
                <c:pt idx="1558">
                  <c:v>44103</c:v>
                </c:pt>
                <c:pt idx="1559">
                  <c:v>44104</c:v>
                </c:pt>
                <c:pt idx="1560">
                  <c:v>44105</c:v>
                </c:pt>
                <c:pt idx="1561">
                  <c:v>44106</c:v>
                </c:pt>
                <c:pt idx="1562">
                  <c:v>44109</c:v>
                </c:pt>
                <c:pt idx="1563">
                  <c:v>44110</c:v>
                </c:pt>
                <c:pt idx="1564">
                  <c:v>44111</c:v>
                </c:pt>
                <c:pt idx="1565">
                  <c:v>44112</c:v>
                </c:pt>
                <c:pt idx="1566">
                  <c:v>44113</c:v>
                </c:pt>
                <c:pt idx="1567">
                  <c:v>44117</c:v>
                </c:pt>
                <c:pt idx="1568">
                  <c:v>44118</c:v>
                </c:pt>
                <c:pt idx="1569">
                  <c:v>44119</c:v>
                </c:pt>
                <c:pt idx="1570">
                  <c:v>44120</c:v>
                </c:pt>
                <c:pt idx="1571">
                  <c:v>44123</c:v>
                </c:pt>
                <c:pt idx="1572">
                  <c:v>44124</c:v>
                </c:pt>
                <c:pt idx="1573">
                  <c:v>44125</c:v>
                </c:pt>
                <c:pt idx="1574">
                  <c:v>44126</c:v>
                </c:pt>
                <c:pt idx="1575">
                  <c:v>44127</c:v>
                </c:pt>
                <c:pt idx="1576">
                  <c:v>44130</c:v>
                </c:pt>
                <c:pt idx="1577">
                  <c:v>44131</c:v>
                </c:pt>
                <c:pt idx="1578">
                  <c:v>44132</c:v>
                </c:pt>
                <c:pt idx="1579">
                  <c:v>44133</c:v>
                </c:pt>
                <c:pt idx="1580">
                  <c:v>44134</c:v>
                </c:pt>
                <c:pt idx="1581">
                  <c:v>44138</c:v>
                </c:pt>
                <c:pt idx="1582">
                  <c:v>44139</c:v>
                </c:pt>
                <c:pt idx="1583">
                  <c:v>44140</c:v>
                </c:pt>
                <c:pt idx="1584">
                  <c:v>44141</c:v>
                </c:pt>
                <c:pt idx="1585">
                  <c:v>44144</c:v>
                </c:pt>
                <c:pt idx="1586">
                  <c:v>44145</c:v>
                </c:pt>
                <c:pt idx="1587">
                  <c:v>44146</c:v>
                </c:pt>
                <c:pt idx="1588">
                  <c:v>44147</c:v>
                </c:pt>
                <c:pt idx="1589">
                  <c:v>44148</c:v>
                </c:pt>
                <c:pt idx="1590">
                  <c:v>44151</c:v>
                </c:pt>
                <c:pt idx="1591">
                  <c:v>44152</c:v>
                </c:pt>
                <c:pt idx="1592">
                  <c:v>44153</c:v>
                </c:pt>
                <c:pt idx="1593">
                  <c:v>44154</c:v>
                </c:pt>
                <c:pt idx="1594">
                  <c:v>44155</c:v>
                </c:pt>
                <c:pt idx="1595">
                  <c:v>44158</c:v>
                </c:pt>
                <c:pt idx="1596">
                  <c:v>44159</c:v>
                </c:pt>
                <c:pt idx="1597">
                  <c:v>44160</c:v>
                </c:pt>
                <c:pt idx="1598">
                  <c:v>44161</c:v>
                </c:pt>
                <c:pt idx="1599">
                  <c:v>44162</c:v>
                </c:pt>
                <c:pt idx="1600">
                  <c:v>44165</c:v>
                </c:pt>
                <c:pt idx="1601">
                  <c:v>44166</c:v>
                </c:pt>
                <c:pt idx="1602">
                  <c:v>44167</c:v>
                </c:pt>
                <c:pt idx="1603">
                  <c:v>44168</c:v>
                </c:pt>
                <c:pt idx="1604">
                  <c:v>44169</c:v>
                </c:pt>
                <c:pt idx="1605">
                  <c:v>44172</c:v>
                </c:pt>
                <c:pt idx="1606">
                  <c:v>44173</c:v>
                </c:pt>
                <c:pt idx="1607">
                  <c:v>44174</c:v>
                </c:pt>
                <c:pt idx="1608">
                  <c:v>44175</c:v>
                </c:pt>
                <c:pt idx="1609">
                  <c:v>44176</c:v>
                </c:pt>
                <c:pt idx="1610">
                  <c:v>44179</c:v>
                </c:pt>
                <c:pt idx="1611">
                  <c:v>44180</c:v>
                </c:pt>
                <c:pt idx="1612">
                  <c:v>44181</c:v>
                </c:pt>
                <c:pt idx="1613">
                  <c:v>44182</c:v>
                </c:pt>
                <c:pt idx="1614">
                  <c:v>44183</c:v>
                </c:pt>
                <c:pt idx="1615">
                  <c:v>44186</c:v>
                </c:pt>
                <c:pt idx="1616">
                  <c:v>44187</c:v>
                </c:pt>
                <c:pt idx="1617">
                  <c:v>44188</c:v>
                </c:pt>
                <c:pt idx="1618">
                  <c:v>44193</c:v>
                </c:pt>
                <c:pt idx="1619">
                  <c:v>44194</c:v>
                </c:pt>
                <c:pt idx="1620">
                  <c:v>44200</c:v>
                </c:pt>
                <c:pt idx="1621">
                  <c:v>44201</c:v>
                </c:pt>
                <c:pt idx="1622">
                  <c:v>44202</c:v>
                </c:pt>
                <c:pt idx="1623">
                  <c:v>44203</c:v>
                </c:pt>
                <c:pt idx="1624">
                  <c:v>44204</c:v>
                </c:pt>
                <c:pt idx="1625">
                  <c:v>44207</c:v>
                </c:pt>
                <c:pt idx="1626">
                  <c:v>44208</c:v>
                </c:pt>
                <c:pt idx="1627">
                  <c:v>44209</c:v>
                </c:pt>
                <c:pt idx="1628">
                  <c:v>44210</c:v>
                </c:pt>
                <c:pt idx="1629">
                  <c:v>44211</c:v>
                </c:pt>
                <c:pt idx="1630">
                  <c:v>44214</c:v>
                </c:pt>
                <c:pt idx="1631">
                  <c:v>44215</c:v>
                </c:pt>
                <c:pt idx="1632">
                  <c:v>44216</c:v>
                </c:pt>
                <c:pt idx="1633">
                  <c:v>44217</c:v>
                </c:pt>
                <c:pt idx="1634">
                  <c:v>44218</c:v>
                </c:pt>
                <c:pt idx="1635">
                  <c:v>44222</c:v>
                </c:pt>
                <c:pt idx="1636">
                  <c:v>44223</c:v>
                </c:pt>
                <c:pt idx="1637">
                  <c:v>44224</c:v>
                </c:pt>
                <c:pt idx="1638">
                  <c:v>44225</c:v>
                </c:pt>
                <c:pt idx="1639">
                  <c:v>44228</c:v>
                </c:pt>
                <c:pt idx="1640">
                  <c:v>44229</c:v>
                </c:pt>
                <c:pt idx="1641">
                  <c:v>44230</c:v>
                </c:pt>
                <c:pt idx="1642">
                  <c:v>44231</c:v>
                </c:pt>
                <c:pt idx="1643">
                  <c:v>44232</c:v>
                </c:pt>
                <c:pt idx="1644">
                  <c:v>44235</c:v>
                </c:pt>
                <c:pt idx="1645">
                  <c:v>44236</c:v>
                </c:pt>
                <c:pt idx="1646">
                  <c:v>44237</c:v>
                </c:pt>
                <c:pt idx="1647">
                  <c:v>44238</c:v>
                </c:pt>
                <c:pt idx="1648">
                  <c:v>44239</c:v>
                </c:pt>
                <c:pt idx="1649">
                  <c:v>44244</c:v>
                </c:pt>
                <c:pt idx="1650">
                  <c:v>44245</c:v>
                </c:pt>
                <c:pt idx="1651">
                  <c:v>44246</c:v>
                </c:pt>
                <c:pt idx="1652">
                  <c:v>44249</c:v>
                </c:pt>
                <c:pt idx="1653">
                  <c:v>44250</c:v>
                </c:pt>
                <c:pt idx="1654">
                  <c:v>44251</c:v>
                </c:pt>
                <c:pt idx="1655">
                  <c:v>44252</c:v>
                </c:pt>
                <c:pt idx="1656">
                  <c:v>44253</c:v>
                </c:pt>
                <c:pt idx="1657">
                  <c:v>44256</c:v>
                </c:pt>
                <c:pt idx="1658">
                  <c:v>44257</c:v>
                </c:pt>
                <c:pt idx="1659">
                  <c:v>44258</c:v>
                </c:pt>
                <c:pt idx="1660">
                  <c:v>44259</c:v>
                </c:pt>
                <c:pt idx="1661">
                  <c:v>44260</c:v>
                </c:pt>
                <c:pt idx="1662">
                  <c:v>44263</c:v>
                </c:pt>
                <c:pt idx="1663">
                  <c:v>44264</c:v>
                </c:pt>
                <c:pt idx="1664">
                  <c:v>44265</c:v>
                </c:pt>
                <c:pt idx="1665">
                  <c:v>44266</c:v>
                </c:pt>
                <c:pt idx="1666">
                  <c:v>44267</c:v>
                </c:pt>
                <c:pt idx="1667">
                  <c:v>44270</c:v>
                </c:pt>
                <c:pt idx="1668">
                  <c:v>44271</c:v>
                </c:pt>
                <c:pt idx="1669">
                  <c:v>44272</c:v>
                </c:pt>
                <c:pt idx="1670">
                  <c:v>44273</c:v>
                </c:pt>
                <c:pt idx="1671">
                  <c:v>44274</c:v>
                </c:pt>
                <c:pt idx="1672">
                  <c:v>44277</c:v>
                </c:pt>
                <c:pt idx="1673">
                  <c:v>44278</c:v>
                </c:pt>
                <c:pt idx="1674">
                  <c:v>44279</c:v>
                </c:pt>
                <c:pt idx="1675">
                  <c:v>44280</c:v>
                </c:pt>
                <c:pt idx="1676">
                  <c:v>44281</c:v>
                </c:pt>
                <c:pt idx="1677">
                  <c:v>44284</c:v>
                </c:pt>
                <c:pt idx="1678">
                  <c:v>44285</c:v>
                </c:pt>
                <c:pt idx="1679">
                  <c:v>44286</c:v>
                </c:pt>
                <c:pt idx="1680">
                  <c:v>44287</c:v>
                </c:pt>
                <c:pt idx="1681">
                  <c:v>44291</c:v>
                </c:pt>
                <c:pt idx="1682">
                  <c:v>44292</c:v>
                </c:pt>
                <c:pt idx="1683">
                  <c:v>44293</c:v>
                </c:pt>
                <c:pt idx="1684">
                  <c:v>44294</c:v>
                </c:pt>
                <c:pt idx="1685">
                  <c:v>44295</c:v>
                </c:pt>
                <c:pt idx="1686">
                  <c:v>44298</c:v>
                </c:pt>
                <c:pt idx="1687">
                  <c:v>44299</c:v>
                </c:pt>
                <c:pt idx="1688">
                  <c:v>44300</c:v>
                </c:pt>
                <c:pt idx="1689">
                  <c:v>44301</c:v>
                </c:pt>
                <c:pt idx="1690">
                  <c:v>44302</c:v>
                </c:pt>
                <c:pt idx="1691">
                  <c:v>44305</c:v>
                </c:pt>
                <c:pt idx="1692">
                  <c:v>44306</c:v>
                </c:pt>
                <c:pt idx="1693">
                  <c:v>44308</c:v>
                </c:pt>
                <c:pt idx="1694">
                  <c:v>44309</c:v>
                </c:pt>
                <c:pt idx="1695">
                  <c:v>44312</c:v>
                </c:pt>
                <c:pt idx="1696">
                  <c:v>44313</c:v>
                </c:pt>
                <c:pt idx="1697">
                  <c:v>44314</c:v>
                </c:pt>
                <c:pt idx="1698">
                  <c:v>44315</c:v>
                </c:pt>
                <c:pt idx="1699">
                  <c:v>44316</c:v>
                </c:pt>
                <c:pt idx="1700">
                  <c:v>44319</c:v>
                </c:pt>
                <c:pt idx="1701">
                  <c:v>44320</c:v>
                </c:pt>
                <c:pt idx="1702">
                  <c:v>44321</c:v>
                </c:pt>
                <c:pt idx="1703">
                  <c:v>44322</c:v>
                </c:pt>
                <c:pt idx="1704">
                  <c:v>44323</c:v>
                </c:pt>
                <c:pt idx="1705">
                  <c:v>44326</c:v>
                </c:pt>
                <c:pt idx="1706">
                  <c:v>44327</c:v>
                </c:pt>
                <c:pt idx="1707">
                  <c:v>44328</c:v>
                </c:pt>
                <c:pt idx="1708">
                  <c:v>44329</c:v>
                </c:pt>
                <c:pt idx="1709">
                  <c:v>44330</c:v>
                </c:pt>
                <c:pt idx="1710">
                  <c:v>44333</c:v>
                </c:pt>
                <c:pt idx="1711">
                  <c:v>44334</c:v>
                </c:pt>
                <c:pt idx="1712">
                  <c:v>44335</c:v>
                </c:pt>
                <c:pt idx="1713">
                  <c:v>44336</c:v>
                </c:pt>
                <c:pt idx="1714">
                  <c:v>44337</c:v>
                </c:pt>
                <c:pt idx="1715">
                  <c:v>44340</c:v>
                </c:pt>
                <c:pt idx="1716">
                  <c:v>44341</c:v>
                </c:pt>
                <c:pt idx="1717">
                  <c:v>44342</c:v>
                </c:pt>
                <c:pt idx="1718">
                  <c:v>44343</c:v>
                </c:pt>
                <c:pt idx="1719">
                  <c:v>44344</c:v>
                </c:pt>
                <c:pt idx="1720">
                  <c:v>44347</c:v>
                </c:pt>
                <c:pt idx="1721">
                  <c:v>44348</c:v>
                </c:pt>
                <c:pt idx="1722">
                  <c:v>44349</c:v>
                </c:pt>
                <c:pt idx="1723">
                  <c:v>44351</c:v>
                </c:pt>
                <c:pt idx="1724">
                  <c:v>44354</c:v>
                </c:pt>
                <c:pt idx="1725">
                  <c:v>44355</c:v>
                </c:pt>
                <c:pt idx="1726">
                  <c:v>44356</c:v>
                </c:pt>
                <c:pt idx="1727">
                  <c:v>44357</c:v>
                </c:pt>
                <c:pt idx="1728">
                  <c:v>44358</c:v>
                </c:pt>
                <c:pt idx="1729">
                  <c:v>44361</c:v>
                </c:pt>
                <c:pt idx="1730">
                  <c:v>44362</c:v>
                </c:pt>
                <c:pt idx="1731">
                  <c:v>44363</c:v>
                </c:pt>
                <c:pt idx="1732">
                  <c:v>44364</c:v>
                </c:pt>
                <c:pt idx="1733">
                  <c:v>44365</c:v>
                </c:pt>
                <c:pt idx="1734">
                  <c:v>44368</c:v>
                </c:pt>
                <c:pt idx="1735">
                  <c:v>44369</c:v>
                </c:pt>
                <c:pt idx="1736">
                  <c:v>44370</c:v>
                </c:pt>
                <c:pt idx="1737">
                  <c:v>44371</c:v>
                </c:pt>
                <c:pt idx="1738">
                  <c:v>44372</c:v>
                </c:pt>
                <c:pt idx="1739">
                  <c:v>44375</c:v>
                </c:pt>
                <c:pt idx="1740">
                  <c:v>44376</c:v>
                </c:pt>
                <c:pt idx="1741">
                  <c:v>44377</c:v>
                </c:pt>
                <c:pt idx="1742">
                  <c:v>44378</c:v>
                </c:pt>
                <c:pt idx="1743">
                  <c:v>44379</c:v>
                </c:pt>
                <c:pt idx="1744">
                  <c:v>44382</c:v>
                </c:pt>
                <c:pt idx="1745">
                  <c:v>44383</c:v>
                </c:pt>
                <c:pt idx="1746">
                  <c:v>44384</c:v>
                </c:pt>
                <c:pt idx="1747">
                  <c:v>44385</c:v>
                </c:pt>
                <c:pt idx="1748">
                  <c:v>44389</c:v>
                </c:pt>
                <c:pt idx="1749">
                  <c:v>44390</c:v>
                </c:pt>
                <c:pt idx="1750">
                  <c:v>44391</c:v>
                </c:pt>
                <c:pt idx="1751">
                  <c:v>44392</c:v>
                </c:pt>
                <c:pt idx="1752">
                  <c:v>44393</c:v>
                </c:pt>
                <c:pt idx="1753">
                  <c:v>44396</c:v>
                </c:pt>
                <c:pt idx="1754">
                  <c:v>44397</c:v>
                </c:pt>
                <c:pt idx="1755">
                  <c:v>44398</c:v>
                </c:pt>
                <c:pt idx="1756">
                  <c:v>44399</c:v>
                </c:pt>
                <c:pt idx="1757">
                  <c:v>44400</c:v>
                </c:pt>
                <c:pt idx="1758">
                  <c:v>44403</c:v>
                </c:pt>
                <c:pt idx="1759">
                  <c:v>44404</c:v>
                </c:pt>
                <c:pt idx="1760">
                  <c:v>44405</c:v>
                </c:pt>
                <c:pt idx="1761">
                  <c:v>44406</c:v>
                </c:pt>
                <c:pt idx="1762">
                  <c:v>44407</c:v>
                </c:pt>
                <c:pt idx="1763">
                  <c:v>44410</c:v>
                </c:pt>
                <c:pt idx="1764">
                  <c:v>44411</c:v>
                </c:pt>
                <c:pt idx="1765">
                  <c:v>44412</c:v>
                </c:pt>
                <c:pt idx="1766">
                  <c:v>44413</c:v>
                </c:pt>
                <c:pt idx="1767">
                  <c:v>44414</c:v>
                </c:pt>
                <c:pt idx="1768">
                  <c:v>44417</c:v>
                </c:pt>
                <c:pt idx="1769">
                  <c:v>44418</c:v>
                </c:pt>
                <c:pt idx="1770">
                  <c:v>44419</c:v>
                </c:pt>
                <c:pt idx="1771">
                  <c:v>44420</c:v>
                </c:pt>
                <c:pt idx="1772">
                  <c:v>44421</c:v>
                </c:pt>
                <c:pt idx="1773">
                  <c:v>44424</c:v>
                </c:pt>
                <c:pt idx="1774">
                  <c:v>44425</c:v>
                </c:pt>
                <c:pt idx="1775">
                  <c:v>44426</c:v>
                </c:pt>
                <c:pt idx="1776">
                  <c:v>44427</c:v>
                </c:pt>
                <c:pt idx="1777">
                  <c:v>44428</c:v>
                </c:pt>
                <c:pt idx="1778">
                  <c:v>44431</c:v>
                </c:pt>
                <c:pt idx="1779">
                  <c:v>44432</c:v>
                </c:pt>
                <c:pt idx="1780">
                  <c:v>44433</c:v>
                </c:pt>
                <c:pt idx="1781">
                  <c:v>44434</c:v>
                </c:pt>
                <c:pt idx="1782">
                  <c:v>44435</c:v>
                </c:pt>
                <c:pt idx="1783">
                  <c:v>44438</c:v>
                </c:pt>
                <c:pt idx="1784">
                  <c:v>44439</c:v>
                </c:pt>
                <c:pt idx="1785">
                  <c:v>44440</c:v>
                </c:pt>
                <c:pt idx="1786">
                  <c:v>44441</c:v>
                </c:pt>
                <c:pt idx="1787">
                  <c:v>44442</c:v>
                </c:pt>
                <c:pt idx="1788">
                  <c:v>44445</c:v>
                </c:pt>
                <c:pt idx="1789">
                  <c:v>44447</c:v>
                </c:pt>
                <c:pt idx="1790">
                  <c:v>44448</c:v>
                </c:pt>
                <c:pt idx="1791">
                  <c:v>44449</c:v>
                </c:pt>
                <c:pt idx="1792">
                  <c:v>44452</c:v>
                </c:pt>
                <c:pt idx="1793">
                  <c:v>44453</c:v>
                </c:pt>
                <c:pt idx="1794">
                  <c:v>44454</c:v>
                </c:pt>
                <c:pt idx="1795">
                  <c:v>44455</c:v>
                </c:pt>
                <c:pt idx="1796">
                  <c:v>44456</c:v>
                </c:pt>
                <c:pt idx="1797">
                  <c:v>44459</c:v>
                </c:pt>
                <c:pt idx="1798">
                  <c:v>44460</c:v>
                </c:pt>
                <c:pt idx="1799">
                  <c:v>44461</c:v>
                </c:pt>
                <c:pt idx="1800">
                  <c:v>44462</c:v>
                </c:pt>
                <c:pt idx="1801">
                  <c:v>44463</c:v>
                </c:pt>
                <c:pt idx="1802">
                  <c:v>44466</c:v>
                </c:pt>
                <c:pt idx="1803">
                  <c:v>44467</c:v>
                </c:pt>
                <c:pt idx="1804">
                  <c:v>44468</c:v>
                </c:pt>
                <c:pt idx="1805">
                  <c:v>44469</c:v>
                </c:pt>
                <c:pt idx="1806">
                  <c:v>44470</c:v>
                </c:pt>
                <c:pt idx="1807">
                  <c:v>44473</c:v>
                </c:pt>
                <c:pt idx="1808">
                  <c:v>44474</c:v>
                </c:pt>
                <c:pt idx="1809">
                  <c:v>44475</c:v>
                </c:pt>
                <c:pt idx="1810">
                  <c:v>44476</c:v>
                </c:pt>
                <c:pt idx="1811">
                  <c:v>44477</c:v>
                </c:pt>
                <c:pt idx="1812">
                  <c:v>44480</c:v>
                </c:pt>
                <c:pt idx="1813">
                  <c:v>44482</c:v>
                </c:pt>
                <c:pt idx="1814">
                  <c:v>44483</c:v>
                </c:pt>
                <c:pt idx="1815">
                  <c:v>44484</c:v>
                </c:pt>
                <c:pt idx="1816">
                  <c:v>44487</c:v>
                </c:pt>
                <c:pt idx="1817">
                  <c:v>44488</c:v>
                </c:pt>
                <c:pt idx="1818">
                  <c:v>44489</c:v>
                </c:pt>
                <c:pt idx="1819">
                  <c:v>44490</c:v>
                </c:pt>
                <c:pt idx="1820">
                  <c:v>44491</c:v>
                </c:pt>
                <c:pt idx="1821">
                  <c:v>44494</c:v>
                </c:pt>
                <c:pt idx="1822">
                  <c:v>44495</c:v>
                </c:pt>
                <c:pt idx="1823">
                  <c:v>44496</c:v>
                </c:pt>
                <c:pt idx="1824">
                  <c:v>44497</c:v>
                </c:pt>
                <c:pt idx="1825">
                  <c:v>44498</c:v>
                </c:pt>
                <c:pt idx="1826">
                  <c:v>44501</c:v>
                </c:pt>
                <c:pt idx="1827">
                  <c:v>44503</c:v>
                </c:pt>
                <c:pt idx="1828">
                  <c:v>44504</c:v>
                </c:pt>
                <c:pt idx="1829">
                  <c:v>44505</c:v>
                </c:pt>
                <c:pt idx="1830">
                  <c:v>44508</c:v>
                </c:pt>
                <c:pt idx="1831">
                  <c:v>44509</c:v>
                </c:pt>
                <c:pt idx="1832">
                  <c:v>44510</c:v>
                </c:pt>
                <c:pt idx="1833">
                  <c:v>44511</c:v>
                </c:pt>
                <c:pt idx="1834">
                  <c:v>44512</c:v>
                </c:pt>
                <c:pt idx="1835">
                  <c:v>44516</c:v>
                </c:pt>
                <c:pt idx="1836">
                  <c:v>44517</c:v>
                </c:pt>
                <c:pt idx="1837">
                  <c:v>44518</c:v>
                </c:pt>
                <c:pt idx="1838">
                  <c:v>44519</c:v>
                </c:pt>
                <c:pt idx="1839">
                  <c:v>44522</c:v>
                </c:pt>
                <c:pt idx="1840">
                  <c:v>44523</c:v>
                </c:pt>
                <c:pt idx="1841">
                  <c:v>44524</c:v>
                </c:pt>
                <c:pt idx="1842">
                  <c:v>44525</c:v>
                </c:pt>
                <c:pt idx="1843">
                  <c:v>44526</c:v>
                </c:pt>
                <c:pt idx="1844">
                  <c:v>44529</c:v>
                </c:pt>
                <c:pt idx="1845">
                  <c:v>44530</c:v>
                </c:pt>
                <c:pt idx="1846">
                  <c:v>44531</c:v>
                </c:pt>
                <c:pt idx="1847">
                  <c:v>44532</c:v>
                </c:pt>
                <c:pt idx="1848">
                  <c:v>44533</c:v>
                </c:pt>
                <c:pt idx="1849">
                  <c:v>44536</c:v>
                </c:pt>
                <c:pt idx="1850">
                  <c:v>44537</c:v>
                </c:pt>
                <c:pt idx="1851">
                  <c:v>44538</c:v>
                </c:pt>
                <c:pt idx="1852">
                  <c:v>44539</c:v>
                </c:pt>
                <c:pt idx="1853">
                  <c:v>44540</c:v>
                </c:pt>
                <c:pt idx="1854">
                  <c:v>44543</c:v>
                </c:pt>
                <c:pt idx="1855">
                  <c:v>44544</c:v>
                </c:pt>
                <c:pt idx="1856">
                  <c:v>44545</c:v>
                </c:pt>
                <c:pt idx="1857">
                  <c:v>44546</c:v>
                </c:pt>
                <c:pt idx="1858">
                  <c:v>44547</c:v>
                </c:pt>
                <c:pt idx="1859">
                  <c:v>44550</c:v>
                </c:pt>
                <c:pt idx="1860">
                  <c:v>44551</c:v>
                </c:pt>
                <c:pt idx="1861">
                  <c:v>44552</c:v>
                </c:pt>
                <c:pt idx="1862">
                  <c:v>44553</c:v>
                </c:pt>
                <c:pt idx="1863">
                  <c:v>44557</c:v>
                </c:pt>
                <c:pt idx="1864">
                  <c:v>44558</c:v>
                </c:pt>
                <c:pt idx="1865">
                  <c:v>44559</c:v>
                </c:pt>
                <c:pt idx="1866">
                  <c:v>44560</c:v>
                </c:pt>
                <c:pt idx="1867">
                  <c:v>44564</c:v>
                </c:pt>
                <c:pt idx="1868">
                  <c:v>44565</c:v>
                </c:pt>
                <c:pt idx="1869">
                  <c:v>44566</c:v>
                </c:pt>
                <c:pt idx="1870">
                  <c:v>44567</c:v>
                </c:pt>
                <c:pt idx="1871">
                  <c:v>44568</c:v>
                </c:pt>
                <c:pt idx="1872">
                  <c:v>44571</c:v>
                </c:pt>
                <c:pt idx="1873">
                  <c:v>44572</c:v>
                </c:pt>
                <c:pt idx="1874">
                  <c:v>44573</c:v>
                </c:pt>
                <c:pt idx="1875">
                  <c:v>44574</c:v>
                </c:pt>
                <c:pt idx="1876">
                  <c:v>44575</c:v>
                </c:pt>
                <c:pt idx="1877">
                  <c:v>44578</c:v>
                </c:pt>
                <c:pt idx="1878">
                  <c:v>44579</c:v>
                </c:pt>
                <c:pt idx="1879">
                  <c:v>44580</c:v>
                </c:pt>
                <c:pt idx="1880">
                  <c:v>44581</c:v>
                </c:pt>
                <c:pt idx="1881">
                  <c:v>44582</c:v>
                </c:pt>
                <c:pt idx="1882">
                  <c:v>44585</c:v>
                </c:pt>
                <c:pt idx="1883">
                  <c:v>44586</c:v>
                </c:pt>
                <c:pt idx="1884">
                  <c:v>44587</c:v>
                </c:pt>
                <c:pt idx="1885">
                  <c:v>44588</c:v>
                </c:pt>
                <c:pt idx="1886">
                  <c:v>44589</c:v>
                </c:pt>
                <c:pt idx="1887">
                  <c:v>44592</c:v>
                </c:pt>
                <c:pt idx="1888">
                  <c:v>44593</c:v>
                </c:pt>
                <c:pt idx="1889">
                  <c:v>44594</c:v>
                </c:pt>
                <c:pt idx="1890">
                  <c:v>44595</c:v>
                </c:pt>
                <c:pt idx="1891">
                  <c:v>44596</c:v>
                </c:pt>
                <c:pt idx="1892">
                  <c:v>44599</c:v>
                </c:pt>
                <c:pt idx="1893">
                  <c:v>44600</c:v>
                </c:pt>
                <c:pt idx="1894">
                  <c:v>44601</c:v>
                </c:pt>
                <c:pt idx="1895">
                  <c:v>44602</c:v>
                </c:pt>
                <c:pt idx="1896">
                  <c:v>44603</c:v>
                </c:pt>
                <c:pt idx="1897">
                  <c:v>44606</c:v>
                </c:pt>
                <c:pt idx="1898">
                  <c:v>44607</c:v>
                </c:pt>
                <c:pt idx="1899">
                  <c:v>44608</c:v>
                </c:pt>
                <c:pt idx="1900">
                  <c:v>44609</c:v>
                </c:pt>
                <c:pt idx="1901">
                  <c:v>44610</c:v>
                </c:pt>
                <c:pt idx="1902">
                  <c:v>44613</c:v>
                </c:pt>
                <c:pt idx="1903">
                  <c:v>44614</c:v>
                </c:pt>
                <c:pt idx="1904">
                  <c:v>44615</c:v>
                </c:pt>
                <c:pt idx="1905">
                  <c:v>44616</c:v>
                </c:pt>
                <c:pt idx="1906">
                  <c:v>44617</c:v>
                </c:pt>
                <c:pt idx="1907">
                  <c:v>44622</c:v>
                </c:pt>
                <c:pt idx="1908">
                  <c:v>44623</c:v>
                </c:pt>
                <c:pt idx="1909">
                  <c:v>44624</c:v>
                </c:pt>
                <c:pt idx="1910">
                  <c:v>44627</c:v>
                </c:pt>
                <c:pt idx="1911">
                  <c:v>44628</c:v>
                </c:pt>
                <c:pt idx="1912">
                  <c:v>44629</c:v>
                </c:pt>
                <c:pt idx="1913">
                  <c:v>44630</c:v>
                </c:pt>
                <c:pt idx="1914">
                  <c:v>44631</c:v>
                </c:pt>
                <c:pt idx="1915">
                  <c:v>44634</c:v>
                </c:pt>
                <c:pt idx="1916">
                  <c:v>44635</c:v>
                </c:pt>
                <c:pt idx="1917">
                  <c:v>44636</c:v>
                </c:pt>
                <c:pt idx="1918">
                  <c:v>44637</c:v>
                </c:pt>
                <c:pt idx="1919">
                  <c:v>44638</c:v>
                </c:pt>
                <c:pt idx="1920">
                  <c:v>44641</c:v>
                </c:pt>
                <c:pt idx="1921">
                  <c:v>44642</c:v>
                </c:pt>
                <c:pt idx="1922">
                  <c:v>44643</c:v>
                </c:pt>
                <c:pt idx="1923">
                  <c:v>44644</c:v>
                </c:pt>
                <c:pt idx="1924">
                  <c:v>44645</c:v>
                </c:pt>
                <c:pt idx="1925">
                  <c:v>44648</c:v>
                </c:pt>
                <c:pt idx="1926">
                  <c:v>44649</c:v>
                </c:pt>
                <c:pt idx="1927">
                  <c:v>44650</c:v>
                </c:pt>
                <c:pt idx="1928">
                  <c:v>44651</c:v>
                </c:pt>
                <c:pt idx="1929">
                  <c:v>44652</c:v>
                </c:pt>
                <c:pt idx="1930">
                  <c:v>44655</c:v>
                </c:pt>
                <c:pt idx="1931">
                  <c:v>44656</c:v>
                </c:pt>
                <c:pt idx="1932">
                  <c:v>44657</c:v>
                </c:pt>
                <c:pt idx="1933">
                  <c:v>44658</c:v>
                </c:pt>
                <c:pt idx="1934">
                  <c:v>44659</c:v>
                </c:pt>
                <c:pt idx="1935">
                  <c:v>44662</c:v>
                </c:pt>
                <c:pt idx="1936">
                  <c:v>44663</c:v>
                </c:pt>
                <c:pt idx="1937">
                  <c:v>44664</c:v>
                </c:pt>
                <c:pt idx="1938">
                  <c:v>44665</c:v>
                </c:pt>
                <c:pt idx="1939">
                  <c:v>44669</c:v>
                </c:pt>
                <c:pt idx="1940">
                  <c:v>44670</c:v>
                </c:pt>
                <c:pt idx="1941">
                  <c:v>44671</c:v>
                </c:pt>
                <c:pt idx="1942">
                  <c:v>44673</c:v>
                </c:pt>
                <c:pt idx="1943">
                  <c:v>44676</c:v>
                </c:pt>
                <c:pt idx="1944">
                  <c:v>44677</c:v>
                </c:pt>
                <c:pt idx="1945">
                  <c:v>44678</c:v>
                </c:pt>
                <c:pt idx="1946">
                  <c:v>44679</c:v>
                </c:pt>
                <c:pt idx="1947">
                  <c:v>44680</c:v>
                </c:pt>
                <c:pt idx="1948">
                  <c:v>44683</c:v>
                </c:pt>
                <c:pt idx="1949">
                  <c:v>44684</c:v>
                </c:pt>
                <c:pt idx="1950">
                  <c:v>44685</c:v>
                </c:pt>
                <c:pt idx="1951">
                  <c:v>44686</c:v>
                </c:pt>
                <c:pt idx="1952">
                  <c:v>44687</c:v>
                </c:pt>
                <c:pt idx="1953">
                  <c:v>44690</c:v>
                </c:pt>
                <c:pt idx="1954">
                  <c:v>44691</c:v>
                </c:pt>
                <c:pt idx="1955">
                  <c:v>44692</c:v>
                </c:pt>
                <c:pt idx="1956">
                  <c:v>44693</c:v>
                </c:pt>
                <c:pt idx="1957">
                  <c:v>44694</c:v>
                </c:pt>
                <c:pt idx="1958">
                  <c:v>44697</c:v>
                </c:pt>
                <c:pt idx="1959">
                  <c:v>44698</c:v>
                </c:pt>
                <c:pt idx="1960">
                  <c:v>44699</c:v>
                </c:pt>
                <c:pt idx="1961">
                  <c:v>44700</c:v>
                </c:pt>
                <c:pt idx="1962">
                  <c:v>44701</c:v>
                </c:pt>
                <c:pt idx="1963">
                  <c:v>44704</c:v>
                </c:pt>
                <c:pt idx="1964">
                  <c:v>44705</c:v>
                </c:pt>
                <c:pt idx="1965">
                  <c:v>44706</c:v>
                </c:pt>
                <c:pt idx="1966">
                  <c:v>44707</c:v>
                </c:pt>
                <c:pt idx="1967">
                  <c:v>44708</c:v>
                </c:pt>
                <c:pt idx="1968">
                  <c:v>44711</c:v>
                </c:pt>
                <c:pt idx="1969">
                  <c:v>44712</c:v>
                </c:pt>
                <c:pt idx="1970">
                  <c:v>44713</c:v>
                </c:pt>
                <c:pt idx="1971">
                  <c:v>44714</c:v>
                </c:pt>
                <c:pt idx="1972">
                  <c:v>44715</c:v>
                </c:pt>
                <c:pt idx="1973">
                  <c:v>44718</c:v>
                </c:pt>
                <c:pt idx="1974">
                  <c:v>44719</c:v>
                </c:pt>
                <c:pt idx="1975">
                  <c:v>44720</c:v>
                </c:pt>
                <c:pt idx="1976">
                  <c:v>44721</c:v>
                </c:pt>
                <c:pt idx="1977">
                  <c:v>44722</c:v>
                </c:pt>
                <c:pt idx="1978">
                  <c:v>44725</c:v>
                </c:pt>
                <c:pt idx="1979">
                  <c:v>44726</c:v>
                </c:pt>
                <c:pt idx="1980">
                  <c:v>44727</c:v>
                </c:pt>
                <c:pt idx="1981">
                  <c:v>44729</c:v>
                </c:pt>
                <c:pt idx="1982">
                  <c:v>44732</c:v>
                </c:pt>
                <c:pt idx="1983">
                  <c:v>44733</c:v>
                </c:pt>
                <c:pt idx="1984">
                  <c:v>44734</c:v>
                </c:pt>
                <c:pt idx="1985">
                  <c:v>44735</c:v>
                </c:pt>
                <c:pt idx="1986">
                  <c:v>44736</c:v>
                </c:pt>
                <c:pt idx="1987">
                  <c:v>44739</c:v>
                </c:pt>
                <c:pt idx="1988">
                  <c:v>44740</c:v>
                </c:pt>
                <c:pt idx="1989">
                  <c:v>44741</c:v>
                </c:pt>
                <c:pt idx="1990">
                  <c:v>44742</c:v>
                </c:pt>
                <c:pt idx="1991">
                  <c:v>44743</c:v>
                </c:pt>
                <c:pt idx="1992">
                  <c:v>44746</c:v>
                </c:pt>
                <c:pt idx="1993">
                  <c:v>44747</c:v>
                </c:pt>
                <c:pt idx="1994">
                  <c:v>44748</c:v>
                </c:pt>
                <c:pt idx="1995">
                  <c:v>44749</c:v>
                </c:pt>
                <c:pt idx="1996">
                  <c:v>44750</c:v>
                </c:pt>
                <c:pt idx="1997">
                  <c:v>44753</c:v>
                </c:pt>
                <c:pt idx="1998">
                  <c:v>44754</c:v>
                </c:pt>
                <c:pt idx="1999">
                  <c:v>44755</c:v>
                </c:pt>
                <c:pt idx="2000">
                  <c:v>44756</c:v>
                </c:pt>
                <c:pt idx="2001">
                  <c:v>44757</c:v>
                </c:pt>
                <c:pt idx="2002">
                  <c:v>44760</c:v>
                </c:pt>
                <c:pt idx="2003">
                  <c:v>44761</c:v>
                </c:pt>
                <c:pt idx="2004">
                  <c:v>44762</c:v>
                </c:pt>
                <c:pt idx="2005">
                  <c:v>44763</c:v>
                </c:pt>
                <c:pt idx="2006">
                  <c:v>44764</c:v>
                </c:pt>
                <c:pt idx="2007">
                  <c:v>44767</c:v>
                </c:pt>
                <c:pt idx="2008">
                  <c:v>44768</c:v>
                </c:pt>
                <c:pt idx="2009">
                  <c:v>44769</c:v>
                </c:pt>
                <c:pt idx="2010">
                  <c:v>44770</c:v>
                </c:pt>
                <c:pt idx="2011">
                  <c:v>44771</c:v>
                </c:pt>
                <c:pt idx="2012">
                  <c:v>44774</c:v>
                </c:pt>
                <c:pt idx="2013">
                  <c:v>44775</c:v>
                </c:pt>
                <c:pt idx="2014">
                  <c:v>44776</c:v>
                </c:pt>
                <c:pt idx="2015">
                  <c:v>44777</c:v>
                </c:pt>
                <c:pt idx="2016">
                  <c:v>44778</c:v>
                </c:pt>
                <c:pt idx="2017">
                  <c:v>44781</c:v>
                </c:pt>
                <c:pt idx="2018">
                  <c:v>44782</c:v>
                </c:pt>
                <c:pt idx="2019">
                  <c:v>44783</c:v>
                </c:pt>
                <c:pt idx="2020">
                  <c:v>44784</c:v>
                </c:pt>
                <c:pt idx="2021">
                  <c:v>44785</c:v>
                </c:pt>
                <c:pt idx="2022">
                  <c:v>44788</c:v>
                </c:pt>
                <c:pt idx="2023">
                  <c:v>44789</c:v>
                </c:pt>
                <c:pt idx="2024">
                  <c:v>44790</c:v>
                </c:pt>
                <c:pt idx="2025">
                  <c:v>44791</c:v>
                </c:pt>
                <c:pt idx="2026">
                  <c:v>44792</c:v>
                </c:pt>
                <c:pt idx="2027">
                  <c:v>44795</c:v>
                </c:pt>
                <c:pt idx="2028">
                  <c:v>44796</c:v>
                </c:pt>
                <c:pt idx="2029">
                  <c:v>44797</c:v>
                </c:pt>
                <c:pt idx="2030">
                  <c:v>44798</c:v>
                </c:pt>
                <c:pt idx="2031">
                  <c:v>44799</c:v>
                </c:pt>
                <c:pt idx="2032">
                  <c:v>44802</c:v>
                </c:pt>
                <c:pt idx="2033">
                  <c:v>44803</c:v>
                </c:pt>
                <c:pt idx="2034">
                  <c:v>44804</c:v>
                </c:pt>
                <c:pt idx="2035">
                  <c:v>44805</c:v>
                </c:pt>
                <c:pt idx="2036">
                  <c:v>44806</c:v>
                </c:pt>
                <c:pt idx="2037">
                  <c:v>44809</c:v>
                </c:pt>
                <c:pt idx="2038">
                  <c:v>44810</c:v>
                </c:pt>
                <c:pt idx="2039">
                  <c:v>44812</c:v>
                </c:pt>
                <c:pt idx="2040">
                  <c:v>44813</c:v>
                </c:pt>
                <c:pt idx="2041">
                  <c:v>44816</c:v>
                </c:pt>
                <c:pt idx="2042">
                  <c:v>44817</c:v>
                </c:pt>
                <c:pt idx="2043">
                  <c:v>44818</c:v>
                </c:pt>
                <c:pt idx="2044">
                  <c:v>44819</c:v>
                </c:pt>
                <c:pt idx="2045">
                  <c:v>44820</c:v>
                </c:pt>
                <c:pt idx="2046">
                  <c:v>44823</c:v>
                </c:pt>
                <c:pt idx="2047">
                  <c:v>44824</c:v>
                </c:pt>
                <c:pt idx="2048">
                  <c:v>44825</c:v>
                </c:pt>
                <c:pt idx="2049">
                  <c:v>44826</c:v>
                </c:pt>
                <c:pt idx="2050">
                  <c:v>44827</c:v>
                </c:pt>
                <c:pt idx="2051">
                  <c:v>44830</c:v>
                </c:pt>
                <c:pt idx="2052">
                  <c:v>44831</c:v>
                </c:pt>
                <c:pt idx="2053">
                  <c:v>44832</c:v>
                </c:pt>
                <c:pt idx="2054">
                  <c:v>44833</c:v>
                </c:pt>
                <c:pt idx="2055">
                  <c:v>44834</c:v>
                </c:pt>
                <c:pt idx="2056">
                  <c:v>44837</c:v>
                </c:pt>
                <c:pt idx="2057">
                  <c:v>44838</c:v>
                </c:pt>
                <c:pt idx="2058">
                  <c:v>44839</c:v>
                </c:pt>
                <c:pt idx="2059">
                  <c:v>44840</c:v>
                </c:pt>
                <c:pt idx="2060">
                  <c:v>44841</c:v>
                </c:pt>
                <c:pt idx="2061">
                  <c:v>44844</c:v>
                </c:pt>
                <c:pt idx="2062">
                  <c:v>44845</c:v>
                </c:pt>
                <c:pt idx="2063">
                  <c:v>44847</c:v>
                </c:pt>
                <c:pt idx="2064">
                  <c:v>44848</c:v>
                </c:pt>
                <c:pt idx="2065">
                  <c:v>44851</c:v>
                </c:pt>
                <c:pt idx="2066">
                  <c:v>44852</c:v>
                </c:pt>
                <c:pt idx="2067">
                  <c:v>44853</c:v>
                </c:pt>
                <c:pt idx="2068">
                  <c:v>44854</c:v>
                </c:pt>
                <c:pt idx="2069">
                  <c:v>44855</c:v>
                </c:pt>
                <c:pt idx="2070">
                  <c:v>44858</c:v>
                </c:pt>
                <c:pt idx="2071">
                  <c:v>44859</c:v>
                </c:pt>
                <c:pt idx="2072">
                  <c:v>44860</c:v>
                </c:pt>
                <c:pt idx="2073">
                  <c:v>44861</c:v>
                </c:pt>
                <c:pt idx="2074">
                  <c:v>44862</c:v>
                </c:pt>
                <c:pt idx="2075">
                  <c:v>44865</c:v>
                </c:pt>
                <c:pt idx="2076">
                  <c:v>44866</c:v>
                </c:pt>
                <c:pt idx="2077">
                  <c:v>44868</c:v>
                </c:pt>
                <c:pt idx="2078">
                  <c:v>44869</c:v>
                </c:pt>
                <c:pt idx="2079">
                  <c:v>44872</c:v>
                </c:pt>
                <c:pt idx="2080">
                  <c:v>44873</c:v>
                </c:pt>
                <c:pt idx="2081">
                  <c:v>44874</c:v>
                </c:pt>
                <c:pt idx="2082">
                  <c:v>44875</c:v>
                </c:pt>
                <c:pt idx="2083">
                  <c:v>44876</c:v>
                </c:pt>
                <c:pt idx="2084">
                  <c:v>44879</c:v>
                </c:pt>
                <c:pt idx="2085">
                  <c:v>44881</c:v>
                </c:pt>
                <c:pt idx="2086">
                  <c:v>44882</c:v>
                </c:pt>
                <c:pt idx="2087">
                  <c:v>44883</c:v>
                </c:pt>
                <c:pt idx="2088">
                  <c:v>44886</c:v>
                </c:pt>
                <c:pt idx="2089">
                  <c:v>44887</c:v>
                </c:pt>
                <c:pt idx="2090">
                  <c:v>44888</c:v>
                </c:pt>
                <c:pt idx="2091">
                  <c:v>44889</c:v>
                </c:pt>
                <c:pt idx="2092">
                  <c:v>44890</c:v>
                </c:pt>
                <c:pt idx="2093">
                  <c:v>44893</c:v>
                </c:pt>
                <c:pt idx="2094">
                  <c:v>44894</c:v>
                </c:pt>
                <c:pt idx="2095">
                  <c:v>44895</c:v>
                </c:pt>
                <c:pt idx="2096">
                  <c:v>44896</c:v>
                </c:pt>
                <c:pt idx="2097">
                  <c:v>44897</c:v>
                </c:pt>
                <c:pt idx="2098">
                  <c:v>44900</c:v>
                </c:pt>
                <c:pt idx="2099">
                  <c:v>44901</c:v>
                </c:pt>
                <c:pt idx="2100">
                  <c:v>44902</c:v>
                </c:pt>
                <c:pt idx="2101">
                  <c:v>44903</c:v>
                </c:pt>
                <c:pt idx="2102">
                  <c:v>44904</c:v>
                </c:pt>
                <c:pt idx="2103">
                  <c:v>44907</c:v>
                </c:pt>
                <c:pt idx="2104">
                  <c:v>44908</c:v>
                </c:pt>
                <c:pt idx="2105">
                  <c:v>44909</c:v>
                </c:pt>
                <c:pt idx="2106">
                  <c:v>44910</c:v>
                </c:pt>
                <c:pt idx="2107">
                  <c:v>44911</c:v>
                </c:pt>
                <c:pt idx="2108">
                  <c:v>44914</c:v>
                </c:pt>
                <c:pt idx="2109">
                  <c:v>44915</c:v>
                </c:pt>
                <c:pt idx="2110">
                  <c:v>44916</c:v>
                </c:pt>
                <c:pt idx="2111">
                  <c:v>44917</c:v>
                </c:pt>
                <c:pt idx="2112">
                  <c:v>44918</c:v>
                </c:pt>
                <c:pt idx="2113">
                  <c:v>44921</c:v>
                </c:pt>
                <c:pt idx="2114">
                  <c:v>44922</c:v>
                </c:pt>
                <c:pt idx="2115">
                  <c:v>44923</c:v>
                </c:pt>
                <c:pt idx="2116">
                  <c:v>44924</c:v>
                </c:pt>
                <c:pt idx="2117">
                  <c:v>44928</c:v>
                </c:pt>
                <c:pt idx="2118">
                  <c:v>44929</c:v>
                </c:pt>
                <c:pt idx="2119">
                  <c:v>44930</c:v>
                </c:pt>
                <c:pt idx="2120">
                  <c:v>44931</c:v>
                </c:pt>
                <c:pt idx="2121">
                  <c:v>44932</c:v>
                </c:pt>
                <c:pt idx="2122">
                  <c:v>44935</c:v>
                </c:pt>
                <c:pt idx="2123">
                  <c:v>44936</c:v>
                </c:pt>
                <c:pt idx="2124">
                  <c:v>44937</c:v>
                </c:pt>
                <c:pt idx="2125">
                  <c:v>44938</c:v>
                </c:pt>
                <c:pt idx="2126">
                  <c:v>44939</c:v>
                </c:pt>
                <c:pt idx="2127">
                  <c:v>44942</c:v>
                </c:pt>
                <c:pt idx="2128">
                  <c:v>44943</c:v>
                </c:pt>
                <c:pt idx="2129">
                  <c:v>44944</c:v>
                </c:pt>
                <c:pt idx="2130">
                  <c:v>44945</c:v>
                </c:pt>
                <c:pt idx="2131">
                  <c:v>44946</c:v>
                </c:pt>
                <c:pt idx="2132">
                  <c:v>44949</c:v>
                </c:pt>
                <c:pt idx="2133">
                  <c:v>44950</c:v>
                </c:pt>
                <c:pt idx="2134">
                  <c:v>44951</c:v>
                </c:pt>
                <c:pt idx="2135">
                  <c:v>44952</c:v>
                </c:pt>
                <c:pt idx="2136">
                  <c:v>44953</c:v>
                </c:pt>
                <c:pt idx="2137">
                  <c:v>44956</c:v>
                </c:pt>
                <c:pt idx="2138">
                  <c:v>44957</c:v>
                </c:pt>
                <c:pt idx="2139">
                  <c:v>44958</c:v>
                </c:pt>
                <c:pt idx="2140">
                  <c:v>44959</c:v>
                </c:pt>
                <c:pt idx="2141">
                  <c:v>44960</c:v>
                </c:pt>
                <c:pt idx="2142">
                  <c:v>44963</c:v>
                </c:pt>
                <c:pt idx="2143">
                  <c:v>44964</c:v>
                </c:pt>
                <c:pt idx="2144">
                  <c:v>44965</c:v>
                </c:pt>
                <c:pt idx="2145">
                  <c:v>44966</c:v>
                </c:pt>
                <c:pt idx="2146">
                  <c:v>44967</c:v>
                </c:pt>
                <c:pt idx="2147">
                  <c:v>44970</c:v>
                </c:pt>
                <c:pt idx="2148">
                  <c:v>44971</c:v>
                </c:pt>
                <c:pt idx="2149">
                  <c:v>44972</c:v>
                </c:pt>
                <c:pt idx="2150">
                  <c:v>44973</c:v>
                </c:pt>
                <c:pt idx="2151">
                  <c:v>44974</c:v>
                </c:pt>
                <c:pt idx="2152">
                  <c:v>44979</c:v>
                </c:pt>
                <c:pt idx="2153">
                  <c:v>44980</c:v>
                </c:pt>
                <c:pt idx="2154">
                  <c:v>44981</c:v>
                </c:pt>
                <c:pt idx="2155">
                  <c:v>44984</c:v>
                </c:pt>
                <c:pt idx="2156">
                  <c:v>44985</c:v>
                </c:pt>
                <c:pt idx="2157">
                  <c:v>44986</c:v>
                </c:pt>
                <c:pt idx="2158">
                  <c:v>44987</c:v>
                </c:pt>
                <c:pt idx="2159">
                  <c:v>44988</c:v>
                </c:pt>
                <c:pt idx="2160">
                  <c:v>44991</c:v>
                </c:pt>
                <c:pt idx="2161">
                  <c:v>44992</c:v>
                </c:pt>
                <c:pt idx="2162">
                  <c:v>44993</c:v>
                </c:pt>
                <c:pt idx="2163">
                  <c:v>44994</c:v>
                </c:pt>
                <c:pt idx="2164">
                  <c:v>44995</c:v>
                </c:pt>
                <c:pt idx="2165">
                  <c:v>44998</c:v>
                </c:pt>
                <c:pt idx="2166">
                  <c:v>44999</c:v>
                </c:pt>
                <c:pt idx="2167">
                  <c:v>45000</c:v>
                </c:pt>
                <c:pt idx="2168">
                  <c:v>45001</c:v>
                </c:pt>
                <c:pt idx="2169">
                  <c:v>45002</c:v>
                </c:pt>
                <c:pt idx="2170">
                  <c:v>45005</c:v>
                </c:pt>
                <c:pt idx="2171">
                  <c:v>45006</c:v>
                </c:pt>
                <c:pt idx="2172">
                  <c:v>45007</c:v>
                </c:pt>
                <c:pt idx="2173">
                  <c:v>45008</c:v>
                </c:pt>
                <c:pt idx="2174">
                  <c:v>45009</c:v>
                </c:pt>
                <c:pt idx="2175">
                  <c:v>45012</c:v>
                </c:pt>
                <c:pt idx="2176">
                  <c:v>45013</c:v>
                </c:pt>
                <c:pt idx="2177">
                  <c:v>45014</c:v>
                </c:pt>
                <c:pt idx="2178">
                  <c:v>45015</c:v>
                </c:pt>
                <c:pt idx="2179">
                  <c:v>45016</c:v>
                </c:pt>
                <c:pt idx="2180">
                  <c:v>45019</c:v>
                </c:pt>
                <c:pt idx="2181">
                  <c:v>45020</c:v>
                </c:pt>
                <c:pt idx="2182">
                  <c:v>45021</c:v>
                </c:pt>
                <c:pt idx="2183">
                  <c:v>45022</c:v>
                </c:pt>
                <c:pt idx="2184">
                  <c:v>45026</c:v>
                </c:pt>
                <c:pt idx="2185">
                  <c:v>45027</c:v>
                </c:pt>
                <c:pt idx="2186">
                  <c:v>45028</c:v>
                </c:pt>
                <c:pt idx="2187">
                  <c:v>45029</c:v>
                </c:pt>
                <c:pt idx="2188">
                  <c:v>45030</c:v>
                </c:pt>
                <c:pt idx="2189">
                  <c:v>45033</c:v>
                </c:pt>
                <c:pt idx="2190">
                  <c:v>45034</c:v>
                </c:pt>
                <c:pt idx="2191">
                  <c:v>45035</c:v>
                </c:pt>
                <c:pt idx="2192">
                  <c:v>45036</c:v>
                </c:pt>
                <c:pt idx="2193">
                  <c:v>45040</c:v>
                </c:pt>
                <c:pt idx="2194">
                  <c:v>45041</c:v>
                </c:pt>
                <c:pt idx="2195">
                  <c:v>45042</c:v>
                </c:pt>
                <c:pt idx="2196">
                  <c:v>45043</c:v>
                </c:pt>
                <c:pt idx="2197">
                  <c:v>45044</c:v>
                </c:pt>
                <c:pt idx="2198">
                  <c:v>45048</c:v>
                </c:pt>
                <c:pt idx="2199">
                  <c:v>45049</c:v>
                </c:pt>
                <c:pt idx="2200">
                  <c:v>45050</c:v>
                </c:pt>
                <c:pt idx="2201">
                  <c:v>45051</c:v>
                </c:pt>
                <c:pt idx="2202">
                  <c:v>45054</c:v>
                </c:pt>
                <c:pt idx="2203">
                  <c:v>45055</c:v>
                </c:pt>
                <c:pt idx="2204">
                  <c:v>45056</c:v>
                </c:pt>
                <c:pt idx="2205">
                  <c:v>45057</c:v>
                </c:pt>
                <c:pt idx="2206">
                  <c:v>45058</c:v>
                </c:pt>
                <c:pt idx="2207">
                  <c:v>45061</c:v>
                </c:pt>
                <c:pt idx="2208">
                  <c:v>45062</c:v>
                </c:pt>
                <c:pt idx="2209">
                  <c:v>45063</c:v>
                </c:pt>
                <c:pt idx="2210">
                  <c:v>45064</c:v>
                </c:pt>
                <c:pt idx="2211">
                  <c:v>45065</c:v>
                </c:pt>
                <c:pt idx="2212">
                  <c:v>45068</c:v>
                </c:pt>
                <c:pt idx="2213">
                  <c:v>45069</c:v>
                </c:pt>
                <c:pt idx="2214">
                  <c:v>45070</c:v>
                </c:pt>
                <c:pt idx="2215">
                  <c:v>45071</c:v>
                </c:pt>
                <c:pt idx="2216">
                  <c:v>45072</c:v>
                </c:pt>
                <c:pt idx="2217">
                  <c:v>45075</c:v>
                </c:pt>
                <c:pt idx="2218">
                  <c:v>45076</c:v>
                </c:pt>
                <c:pt idx="2219">
                  <c:v>45077</c:v>
                </c:pt>
                <c:pt idx="2220">
                  <c:v>45078</c:v>
                </c:pt>
                <c:pt idx="2221">
                  <c:v>45079</c:v>
                </c:pt>
                <c:pt idx="2222">
                  <c:v>45082</c:v>
                </c:pt>
                <c:pt idx="2223">
                  <c:v>45083</c:v>
                </c:pt>
                <c:pt idx="2224">
                  <c:v>45084</c:v>
                </c:pt>
                <c:pt idx="2225">
                  <c:v>45086</c:v>
                </c:pt>
                <c:pt idx="2226">
                  <c:v>45089</c:v>
                </c:pt>
                <c:pt idx="2227">
                  <c:v>45090</c:v>
                </c:pt>
                <c:pt idx="2228">
                  <c:v>45091</c:v>
                </c:pt>
                <c:pt idx="2229">
                  <c:v>45092</c:v>
                </c:pt>
                <c:pt idx="2230">
                  <c:v>45093</c:v>
                </c:pt>
                <c:pt idx="2231">
                  <c:v>45096</c:v>
                </c:pt>
                <c:pt idx="2232">
                  <c:v>45097</c:v>
                </c:pt>
                <c:pt idx="2233">
                  <c:v>45098</c:v>
                </c:pt>
                <c:pt idx="2234">
                  <c:v>45099</c:v>
                </c:pt>
                <c:pt idx="2235">
                  <c:v>45100</c:v>
                </c:pt>
                <c:pt idx="2236">
                  <c:v>45103</c:v>
                </c:pt>
                <c:pt idx="2237">
                  <c:v>45104</c:v>
                </c:pt>
                <c:pt idx="2238">
                  <c:v>45105</c:v>
                </c:pt>
                <c:pt idx="2239">
                  <c:v>45106</c:v>
                </c:pt>
                <c:pt idx="2240">
                  <c:v>45107</c:v>
                </c:pt>
                <c:pt idx="2241">
                  <c:v>45110</c:v>
                </c:pt>
                <c:pt idx="2242">
                  <c:v>45111</c:v>
                </c:pt>
                <c:pt idx="2243">
                  <c:v>45112</c:v>
                </c:pt>
                <c:pt idx="2244">
                  <c:v>45113</c:v>
                </c:pt>
                <c:pt idx="2245">
                  <c:v>45114</c:v>
                </c:pt>
                <c:pt idx="2246">
                  <c:v>45117</c:v>
                </c:pt>
                <c:pt idx="2247">
                  <c:v>45118</c:v>
                </c:pt>
                <c:pt idx="2248">
                  <c:v>45119</c:v>
                </c:pt>
                <c:pt idx="2249">
                  <c:v>45120</c:v>
                </c:pt>
                <c:pt idx="2250">
                  <c:v>45121</c:v>
                </c:pt>
                <c:pt idx="2251">
                  <c:v>45124</c:v>
                </c:pt>
                <c:pt idx="2252">
                  <c:v>45125</c:v>
                </c:pt>
                <c:pt idx="2253">
                  <c:v>45126</c:v>
                </c:pt>
                <c:pt idx="2254">
                  <c:v>45127</c:v>
                </c:pt>
                <c:pt idx="2255">
                  <c:v>45128</c:v>
                </c:pt>
                <c:pt idx="2256">
                  <c:v>45131</c:v>
                </c:pt>
                <c:pt idx="2257">
                  <c:v>45132</c:v>
                </c:pt>
                <c:pt idx="2258">
                  <c:v>45133</c:v>
                </c:pt>
                <c:pt idx="2259">
                  <c:v>45134</c:v>
                </c:pt>
                <c:pt idx="2260">
                  <c:v>45135</c:v>
                </c:pt>
                <c:pt idx="2261">
                  <c:v>45138</c:v>
                </c:pt>
                <c:pt idx="2262">
                  <c:v>45139</c:v>
                </c:pt>
                <c:pt idx="2263">
                  <c:v>45140</c:v>
                </c:pt>
                <c:pt idx="2264">
                  <c:v>45141</c:v>
                </c:pt>
                <c:pt idx="2265">
                  <c:v>45142</c:v>
                </c:pt>
                <c:pt idx="2266">
                  <c:v>45145</c:v>
                </c:pt>
                <c:pt idx="2267">
                  <c:v>45146</c:v>
                </c:pt>
                <c:pt idx="2268">
                  <c:v>45147</c:v>
                </c:pt>
                <c:pt idx="2269">
                  <c:v>45148</c:v>
                </c:pt>
                <c:pt idx="2270">
                  <c:v>45149</c:v>
                </c:pt>
                <c:pt idx="2271">
                  <c:v>45152</c:v>
                </c:pt>
                <c:pt idx="2272">
                  <c:v>45153</c:v>
                </c:pt>
                <c:pt idx="2273">
                  <c:v>45154</c:v>
                </c:pt>
                <c:pt idx="2274">
                  <c:v>45155</c:v>
                </c:pt>
                <c:pt idx="2275">
                  <c:v>45156</c:v>
                </c:pt>
                <c:pt idx="2276">
                  <c:v>45159</c:v>
                </c:pt>
                <c:pt idx="2277">
                  <c:v>45160</c:v>
                </c:pt>
                <c:pt idx="2278">
                  <c:v>45161</c:v>
                </c:pt>
                <c:pt idx="2279">
                  <c:v>45162</c:v>
                </c:pt>
                <c:pt idx="2280">
                  <c:v>45163</c:v>
                </c:pt>
                <c:pt idx="2281">
                  <c:v>45166</c:v>
                </c:pt>
                <c:pt idx="2282">
                  <c:v>45167</c:v>
                </c:pt>
                <c:pt idx="2283">
                  <c:v>45168</c:v>
                </c:pt>
                <c:pt idx="2284">
                  <c:v>45169</c:v>
                </c:pt>
                <c:pt idx="2285">
                  <c:v>45170</c:v>
                </c:pt>
                <c:pt idx="2286">
                  <c:v>45173</c:v>
                </c:pt>
                <c:pt idx="2287">
                  <c:v>45174</c:v>
                </c:pt>
                <c:pt idx="2288">
                  <c:v>45175</c:v>
                </c:pt>
                <c:pt idx="2289">
                  <c:v>45177</c:v>
                </c:pt>
                <c:pt idx="2290">
                  <c:v>45180</c:v>
                </c:pt>
                <c:pt idx="2291">
                  <c:v>45181</c:v>
                </c:pt>
                <c:pt idx="2292">
                  <c:v>45182</c:v>
                </c:pt>
                <c:pt idx="2293">
                  <c:v>45183</c:v>
                </c:pt>
                <c:pt idx="2294">
                  <c:v>45184</c:v>
                </c:pt>
                <c:pt idx="2295">
                  <c:v>45187</c:v>
                </c:pt>
                <c:pt idx="2296">
                  <c:v>45188</c:v>
                </c:pt>
                <c:pt idx="2297">
                  <c:v>45189</c:v>
                </c:pt>
                <c:pt idx="2298">
                  <c:v>45190</c:v>
                </c:pt>
                <c:pt idx="2299">
                  <c:v>45191</c:v>
                </c:pt>
                <c:pt idx="2300">
                  <c:v>45194</c:v>
                </c:pt>
                <c:pt idx="2301">
                  <c:v>45195</c:v>
                </c:pt>
                <c:pt idx="2302">
                  <c:v>45196</c:v>
                </c:pt>
                <c:pt idx="2303">
                  <c:v>45197</c:v>
                </c:pt>
                <c:pt idx="2304">
                  <c:v>45198</c:v>
                </c:pt>
                <c:pt idx="2305">
                  <c:v>45201</c:v>
                </c:pt>
                <c:pt idx="2306">
                  <c:v>45202</c:v>
                </c:pt>
                <c:pt idx="2307">
                  <c:v>45203</c:v>
                </c:pt>
                <c:pt idx="2308">
                  <c:v>45204</c:v>
                </c:pt>
                <c:pt idx="2309">
                  <c:v>45205</c:v>
                </c:pt>
                <c:pt idx="2310">
                  <c:v>45208</c:v>
                </c:pt>
                <c:pt idx="2311">
                  <c:v>45209</c:v>
                </c:pt>
                <c:pt idx="2312">
                  <c:v>45210</c:v>
                </c:pt>
                <c:pt idx="2313">
                  <c:v>45212</c:v>
                </c:pt>
                <c:pt idx="2314">
                  <c:v>45215</c:v>
                </c:pt>
                <c:pt idx="2315">
                  <c:v>45216</c:v>
                </c:pt>
                <c:pt idx="2316">
                  <c:v>45217</c:v>
                </c:pt>
                <c:pt idx="2317">
                  <c:v>45218</c:v>
                </c:pt>
                <c:pt idx="2318">
                  <c:v>45219</c:v>
                </c:pt>
                <c:pt idx="2319">
                  <c:v>45222</c:v>
                </c:pt>
                <c:pt idx="2320">
                  <c:v>45223</c:v>
                </c:pt>
                <c:pt idx="2321">
                  <c:v>45224</c:v>
                </c:pt>
                <c:pt idx="2322">
                  <c:v>45225</c:v>
                </c:pt>
                <c:pt idx="2323">
                  <c:v>45226</c:v>
                </c:pt>
                <c:pt idx="2324">
                  <c:v>45229</c:v>
                </c:pt>
                <c:pt idx="2325">
                  <c:v>45230</c:v>
                </c:pt>
                <c:pt idx="2326">
                  <c:v>45231</c:v>
                </c:pt>
                <c:pt idx="2327">
                  <c:v>45233</c:v>
                </c:pt>
                <c:pt idx="2328">
                  <c:v>45236</c:v>
                </c:pt>
                <c:pt idx="2329">
                  <c:v>45237</c:v>
                </c:pt>
                <c:pt idx="2330">
                  <c:v>45238</c:v>
                </c:pt>
                <c:pt idx="2331">
                  <c:v>45239</c:v>
                </c:pt>
                <c:pt idx="2332">
                  <c:v>45240</c:v>
                </c:pt>
                <c:pt idx="2333">
                  <c:v>45243</c:v>
                </c:pt>
                <c:pt idx="2334">
                  <c:v>45244</c:v>
                </c:pt>
                <c:pt idx="2335">
                  <c:v>45246</c:v>
                </c:pt>
                <c:pt idx="2336">
                  <c:v>45247</c:v>
                </c:pt>
                <c:pt idx="2337">
                  <c:v>45250</c:v>
                </c:pt>
                <c:pt idx="2338">
                  <c:v>45251</c:v>
                </c:pt>
                <c:pt idx="2339">
                  <c:v>45252</c:v>
                </c:pt>
                <c:pt idx="2340">
                  <c:v>45253</c:v>
                </c:pt>
                <c:pt idx="2341">
                  <c:v>45254</c:v>
                </c:pt>
                <c:pt idx="2342">
                  <c:v>45257</c:v>
                </c:pt>
                <c:pt idx="2343">
                  <c:v>45258</c:v>
                </c:pt>
                <c:pt idx="2344">
                  <c:v>45259</c:v>
                </c:pt>
                <c:pt idx="2345">
                  <c:v>45260</c:v>
                </c:pt>
                <c:pt idx="2346">
                  <c:v>45261</c:v>
                </c:pt>
                <c:pt idx="2347">
                  <c:v>45264</c:v>
                </c:pt>
                <c:pt idx="2348">
                  <c:v>45265</c:v>
                </c:pt>
                <c:pt idx="2349">
                  <c:v>45266</c:v>
                </c:pt>
                <c:pt idx="2350">
                  <c:v>45267</c:v>
                </c:pt>
                <c:pt idx="2351">
                  <c:v>45268</c:v>
                </c:pt>
                <c:pt idx="2352">
                  <c:v>45271</c:v>
                </c:pt>
                <c:pt idx="2353">
                  <c:v>45272</c:v>
                </c:pt>
                <c:pt idx="2354">
                  <c:v>45273</c:v>
                </c:pt>
                <c:pt idx="2355">
                  <c:v>45274</c:v>
                </c:pt>
                <c:pt idx="2356">
                  <c:v>45275</c:v>
                </c:pt>
                <c:pt idx="2357">
                  <c:v>45278</c:v>
                </c:pt>
                <c:pt idx="2358">
                  <c:v>45279</c:v>
                </c:pt>
                <c:pt idx="2359">
                  <c:v>45280</c:v>
                </c:pt>
                <c:pt idx="2360">
                  <c:v>45281</c:v>
                </c:pt>
                <c:pt idx="2361">
                  <c:v>45282</c:v>
                </c:pt>
                <c:pt idx="2362">
                  <c:v>45286</c:v>
                </c:pt>
                <c:pt idx="2363">
                  <c:v>45287</c:v>
                </c:pt>
                <c:pt idx="2364">
                  <c:v>45288</c:v>
                </c:pt>
                <c:pt idx="2365">
                  <c:v>45293</c:v>
                </c:pt>
                <c:pt idx="2366">
                  <c:v>45294</c:v>
                </c:pt>
                <c:pt idx="2367">
                  <c:v>45295</c:v>
                </c:pt>
                <c:pt idx="2368">
                  <c:v>45296</c:v>
                </c:pt>
                <c:pt idx="2369">
                  <c:v>45299</c:v>
                </c:pt>
                <c:pt idx="2370">
                  <c:v>45300</c:v>
                </c:pt>
                <c:pt idx="2371">
                  <c:v>45301</c:v>
                </c:pt>
                <c:pt idx="2372">
                  <c:v>45302</c:v>
                </c:pt>
                <c:pt idx="2373">
                  <c:v>45303</c:v>
                </c:pt>
                <c:pt idx="2374">
                  <c:v>45306</c:v>
                </c:pt>
                <c:pt idx="2375">
                  <c:v>45307</c:v>
                </c:pt>
                <c:pt idx="2376">
                  <c:v>45308</c:v>
                </c:pt>
                <c:pt idx="2377">
                  <c:v>45309</c:v>
                </c:pt>
                <c:pt idx="2378">
                  <c:v>45310</c:v>
                </c:pt>
                <c:pt idx="2379">
                  <c:v>45313</c:v>
                </c:pt>
                <c:pt idx="2380">
                  <c:v>45314</c:v>
                </c:pt>
                <c:pt idx="2381">
                  <c:v>45315</c:v>
                </c:pt>
                <c:pt idx="2382">
                  <c:v>45316</c:v>
                </c:pt>
                <c:pt idx="2383">
                  <c:v>45317</c:v>
                </c:pt>
                <c:pt idx="2384">
                  <c:v>45320</c:v>
                </c:pt>
                <c:pt idx="2385">
                  <c:v>45321</c:v>
                </c:pt>
                <c:pt idx="2386">
                  <c:v>45322</c:v>
                </c:pt>
                <c:pt idx="2387">
                  <c:v>45323</c:v>
                </c:pt>
                <c:pt idx="2388">
                  <c:v>45324</c:v>
                </c:pt>
                <c:pt idx="2389">
                  <c:v>45327</c:v>
                </c:pt>
                <c:pt idx="2390">
                  <c:v>45328</c:v>
                </c:pt>
                <c:pt idx="2391">
                  <c:v>45329</c:v>
                </c:pt>
                <c:pt idx="2392">
                  <c:v>45330</c:v>
                </c:pt>
                <c:pt idx="2393">
                  <c:v>45331</c:v>
                </c:pt>
                <c:pt idx="2394">
                  <c:v>45336</c:v>
                </c:pt>
                <c:pt idx="2395">
                  <c:v>45337</c:v>
                </c:pt>
                <c:pt idx="2396">
                  <c:v>45338</c:v>
                </c:pt>
                <c:pt idx="2397">
                  <c:v>45341</c:v>
                </c:pt>
                <c:pt idx="2398">
                  <c:v>45342</c:v>
                </c:pt>
                <c:pt idx="2399">
                  <c:v>45343</c:v>
                </c:pt>
                <c:pt idx="2400">
                  <c:v>45344</c:v>
                </c:pt>
                <c:pt idx="2401">
                  <c:v>45345</c:v>
                </c:pt>
                <c:pt idx="2402">
                  <c:v>45348</c:v>
                </c:pt>
                <c:pt idx="2403">
                  <c:v>45349</c:v>
                </c:pt>
                <c:pt idx="2404">
                  <c:v>45350</c:v>
                </c:pt>
                <c:pt idx="2405">
                  <c:v>45351</c:v>
                </c:pt>
                <c:pt idx="2406">
                  <c:v>45352</c:v>
                </c:pt>
                <c:pt idx="2407">
                  <c:v>45355</c:v>
                </c:pt>
                <c:pt idx="2408">
                  <c:v>45356</c:v>
                </c:pt>
                <c:pt idx="2409">
                  <c:v>45357</c:v>
                </c:pt>
                <c:pt idx="2410">
                  <c:v>45358</c:v>
                </c:pt>
                <c:pt idx="2411">
                  <c:v>45359</c:v>
                </c:pt>
                <c:pt idx="2412">
                  <c:v>45362</c:v>
                </c:pt>
                <c:pt idx="2413">
                  <c:v>45363</c:v>
                </c:pt>
                <c:pt idx="2414">
                  <c:v>45364</c:v>
                </c:pt>
                <c:pt idx="2415">
                  <c:v>45365</c:v>
                </c:pt>
                <c:pt idx="2416">
                  <c:v>45366</c:v>
                </c:pt>
                <c:pt idx="2417">
                  <c:v>45369</c:v>
                </c:pt>
                <c:pt idx="2418">
                  <c:v>45370</c:v>
                </c:pt>
                <c:pt idx="2419">
                  <c:v>45371</c:v>
                </c:pt>
                <c:pt idx="2420">
                  <c:v>45372</c:v>
                </c:pt>
                <c:pt idx="2421">
                  <c:v>45373</c:v>
                </c:pt>
                <c:pt idx="2422">
                  <c:v>45376</c:v>
                </c:pt>
                <c:pt idx="2423">
                  <c:v>45377</c:v>
                </c:pt>
                <c:pt idx="2424">
                  <c:v>45378</c:v>
                </c:pt>
                <c:pt idx="2425">
                  <c:v>45379</c:v>
                </c:pt>
                <c:pt idx="2426">
                  <c:v>45383</c:v>
                </c:pt>
                <c:pt idx="2427">
                  <c:v>45384</c:v>
                </c:pt>
                <c:pt idx="2428">
                  <c:v>45385</c:v>
                </c:pt>
                <c:pt idx="2429">
                  <c:v>45386</c:v>
                </c:pt>
                <c:pt idx="2430">
                  <c:v>45387</c:v>
                </c:pt>
                <c:pt idx="2431">
                  <c:v>45390</c:v>
                </c:pt>
                <c:pt idx="2432">
                  <c:v>45391</c:v>
                </c:pt>
                <c:pt idx="2433">
                  <c:v>45392</c:v>
                </c:pt>
                <c:pt idx="2434">
                  <c:v>45393</c:v>
                </c:pt>
                <c:pt idx="2435">
                  <c:v>45394</c:v>
                </c:pt>
                <c:pt idx="2436">
                  <c:v>45397</c:v>
                </c:pt>
                <c:pt idx="2437">
                  <c:v>45398</c:v>
                </c:pt>
                <c:pt idx="2438">
                  <c:v>45399</c:v>
                </c:pt>
                <c:pt idx="2439">
                  <c:v>45400</c:v>
                </c:pt>
                <c:pt idx="2440">
                  <c:v>45401</c:v>
                </c:pt>
                <c:pt idx="2441">
                  <c:v>45404</c:v>
                </c:pt>
                <c:pt idx="2442">
                  <c:v>45405</c:v>
                </c:pt>
                <c:pt idx="2443">
                  <c:v>45406</c:v>
                </c:pt>
                <c:pt idx="2444">
                  <c:v>45407</c:v>
                </c:pt>
                <c:pt idx="2445">
                  <c:v>45408</c:v>
                </c:pt>
                <c:pt idx="2446">
                  <c:v>45411</c:v>
                </c:pt>
                <c:pt idx="2447">
                  <c:v>45412</c:v>
                </c:pt>
                <c:pt idx="2448">
                  <c:v>45414</c:v>
                </c:pt>
                <c:pt idx="2449">
                  <c:v>45415</c:v>
                </c:pt>
                <c:pt idx="2450">
                  <c:v>45418</c:v>
                </c:pt>
                <c:pt idx="2451">
                  <c:v>45419</c:v>
                </c:pt>
                <c:pt idx="2452">
                  <c:v>45420</c:v>
                </c:pt>
                <c:pt idx="2453">
                  <c:v>45421</c:v>
                </c:pt>
                <c:pt idx="2454">
                  <c:v>45422</c:v>
                </c:pt>
                <c:pt idx="2455">
                  <c:v>45425</c:v>
                </c:pt>
                <c:pt idx="2456">
                  <c:v>45426</c:v>
                </c:pt>
                <c:pt idx="2457">
                  <c:v>45427</c:v>
                </c:pt>
                <c:pt idx="2458">
                  <c:v>45428</c:v>
                </c:pt>
                <c:pt idx="2459">
                  <c:v>45429</c:v>
                </c:pt>
                <c:pt idx="2460">
                  <c:v>45432</c:v>
                </c:pt>
                <c:pt idx="2461">
                  <c:v>45433</c:v>
                </c:pt>
                <c:pt idx="2462">
                  <c:v>45434</c:v>
                </c:pt>
                <c:pt idx="2463">
                  <c:v>45435</c:v>
                </c:pt>
                <c:pt idx="2464">
                  <c:v>45436</c:v>
                </c:pt>
                <c:pt idx="2465">
                  <c:v>45439</c:v>
                </c:pt>
                <c:pt idx="2466">
                  <c:v>45440</c:v>
                </c:pt>
                <c:pt idx="2467">
                  <c:v>45441</c:v>
                </c:pt>
                <c:pt idx="2468">
                  <c:v>45443</c:v>
                </c:pt>
                <c:pt idx="2469">
                  <c:v>45446</c:v>
                </c:pt>
                <c:pt idx="2470">
                  <c:v>45447</c:v>
                </c:pt>
                <c:pt idx="2471">
                  <c:v>45448</c:v>
                </c:pt>
                <c:pt idx="2472">
                  <c:v>45449</c:v>
                </c:pt>
                <c:pt idx="2473">
                  <c:v>45450</c:v>
                </c:pt>
                <c:pt idx="2474">
                  <c:v>45453</c:v>
                </c:pt>
                <c:pt idx="2475">
                  <c:v>45454</c:v>
                </c:pt>
                <c:pt idx="2476">
                  <c:v>45455</c:v>
                </c:pt>
                <c:pt idx="2477">
                  <c:v>45456</c:v>
                </c:pt>
                <c:pt idx="2478">
                  <c:v>45457</c:v>
                </c:pt>
                <c:pt idx="2479">
                  <c:v>45460</c:v>
                </c:pt>
                <c:pt idx="2480">
                  <c:v>45461</c:v>
                </c:pt>
                <c:pt idx="2481">
                  <c:v>45462</c:v>
                </c:pt>
                <c:pt idx="2482">
                  <c:v>45463</c:v>
                </c:pt>
                <c:pt idx="2483">
                  <c:v>45464</c:v>
                </c:pt>
                <c:pt idx="2484">
                  <c:v>45467</c:v>
                </c:pt>
                <c:pt idx="2485">
                  <c:v>45468</c:v>
                </c:pt>
                <c:pt idx="2486">
                  <c:v>45469</c:v>
                </c:pt>
                <c:pt idx="2487">
                  <c:v>45470</c:v>
                </c:pt>
                <c:pt idx="2488">
                  <c:v>45471</c:v>
                </c:pt>
                <c:pt idx="2489">
                  <c:v>45474</c:v>
                </c:pt>
                <c:pt idx="2490">
                  <c:v>45475</c:v>
                </c:pt>
                <c:pt idx="2491">
                  <c:v>45476</c:v>
                </c:pt>
                <c:pt idx="2492">
                  <c:v>45477</c:v>
                </c:pt>
                <c:pt idx="2493">
                  <c:v>45478</c:v>
                </c:pt>
                <c:pt idx="2494">
                  <c:v>45481</c:v>
                </c:pt>
                <c:pt idx="2495">
                  <c:v>45482</c:v>
                </c:pt>
                <c:pt idx="2496">
                  <c:v>45483</c:v>
                </c:pt>
                <c:pt idx="2497">
                  <c:v>45484</c:v>
                </c:pt>
                <c:pt idx="2498">
                  <c:v>45485</c:v>
                </c:pt>
                <c:pt idx="2499">
                  <c:v>45488</c:v>
                </c:pt>
                <c:pt idx="2500">
                  <c:v>45489</c:v>
                </c:pt>
                <c:pt idx="2501">
                  <c:v>45490</c:v>
                </c:pt>
                <c:pt idx="2502">
                  <c:v>45491</c:v>
                </c:pt>
                <c:pt idx="2503">
                  <c:v>45492</c:v>
                </c:pt>
                <c:pt idx="2504">
                  <c:v>45495</c:v>
                </c:pt>
                <c:pt idx="2505">
                  <c:v>45496</c:v>
                </c:pt>
                <c:pt idx="2506">
                  <c:v>45497</c:v>
                </c:pt>
                <c:pt idx="2507">
                  <c:v>45498</c:v>
                </c:pt>
                <c:pt idx="2508">
                  <c:v>45499</c:v>
                </c:pt>
                <c:pt idx="2509">
                  <c:v>45502</c:v>
                </c:pt>
                <c:pt idx="2510">
                  <c:v>45503</c:v>
                </c:pt>
                <c:pt idx="2511">
                  <c:v>45504</c:v>
                </c:pt>
                <c:pt idx="2512">
                  <c:v>45505</c:v>
                </c:pt>
                <c:pt idx="2513">
                  <c:v>45506</c:v>
                </c:pt>
                <c:pt idx="2514">
                  <c:v>45509</c:v>
                </c:pt>
                <c:pt idx="2515">
                  <c:v>45510</c:v>
                </c:pt>
                <c:pt idx="2516">
                  <c:v>45511</c:v>
                </c:pt>
                <c:pt idx="2517">
                  <c:v>45512</c:v>
                </c:pt>
                <c:pt idx="2518">
                  <c:v>45513</c:v>
                </c:pt>
                <c:pt idx="2519">
                  <c:v>45516</c:v>
                </c:pt>
                <c:pt idx="2520">
                  <c:v>45517</c:v>
                </c:pt>
                <c:pt idx="2521">
                  <c:v>45518</c:v>
                </c:pt>
                <c:pt idx="2522">
                  <c:v>45519</c:v>
                </c:pt>
                <c:pt idx="2523">
                  <c:v>45520</c:v>
                </c:pt>
                <c:pt idx="2524">
                  <c:v>45523</c:v>
                </c:pt>
                <c:pt idx="2525">
                  <c:v>45524</c:v>
                </c:pt>
                <c:pt idx="2526">
                  <c:v>45525</c:v>
                </c:pt>
                <c:pt idx="2527">
                  <c:v>45526</c:v>
                </c:pt>
                <c:pt idx="2528">
                  <c:v>45527</c:v>
                </c:pt>
                <c:pt idx="2529">
                  <c:v>45530</c:v>
                </c:pt>
                <c:pt idx="2530">
                  <c:v>45531</c:v>
                </c:pt>
                <c:pt idx="2531">
                  <c:v>45532</c:v>
                </c:pt>
                <c:pt idx="2532">
                  <c:v>45533</c:v>
                </c:pt>
                <c:pt idx="2533">
                  <c:v>45534</c:v>
                </c:pt>
                <c:pt idx="2534">
                  <c:v>45537</c:v>
                </c:pt>
                <c:pt idx="2535">
                  <c:v>45538</c:v>
                </c:pt>
                <c:pt idx="2536">
                  <c:v>45539</c:v>
                </c:pt>
                <c:pt idx="2537">
                  <c:v>45540</c:v>
                </c:pt>
                <c:pt idx="2538">
                  <c:v>45541</c:v>
                </c:pt>
                <c:pt idx="2539">
                  <c:v>45544</c:v>
                </c:pt>
                <c:pt idx="2540">
                  <c:v>45545</c:v>
                </c:pt>
                <c:pt idx="2541">
                  <c:v>45546</c:v>
                </c:pt>
                <c:pt idx="2542">
                  <c:v>45547</c:v>
                </c:pt>
                <c:pt idx="2543">
                  <c:v>45548</c:v>
                </c:pt>
                <c:pt idx="2544">
                  <c:v>45551</c:v>
                </c:pt>
                <c:pt idx="2545">
                  <c:v>45552</c:v>
                </c:pt>
                <c:pt idx="2546">
                  <c:v>45553</c:v>
                </c:pt>
                <c:pt idx="2547">
                  <c:v>45554</c:v>
                </c:pt>
                <c:pt idx="2548">
                  <c:v>45555</c:v>
                </c:pt>
                <c:pt idx="2549">
                  <c:v>45558</c:v>
                </c:pt>
                <c:pt idx="2550">
                  <c:v>45559</c:v>
                </c:pt>
                <c:pt idx="2551">
                  <c:v>45560</c:v>
                </c:pt>
                <c:pt idx="2552">
                  <c:v>45561</c:v>
                </c:pt>
                <c:pt idx="2553">
                  <c:v>45562</c:v>
                </c:pt>
                <c:pt idx="2554">
                  <c:v>45565</c:v>
                </c:pt>
                <c:pt idx="2555">
                  <c:v>45566</c:v>
                </c:pt>
                <c:pt idx="2556">
                  <c:v>45567</c:v>
                </c:pt>
                <c:pt idx="2557">
                  <c:v>45568</c:v>
                </c:pt>
                <c:pt idx="2558">
                  <c:v>45569</c:v>
                </c:pt>
                <c:pt idx="2559">
                  <c:v>45572</c:v>
                </c:pt>
                <c:pt idx="2560">
                  <c:v>45573</c:v>
                </c:pt>
                <c:pt idx="2561">
                  <c:v>45574</c:v>
                </c:pt>
                <c:pt idx="2562">
                  <c:v>45575</c:v>
                </c:pt>
                <c:pt idx="2563">
                  <c:v>45576</c:v>
                </c:pt>
                <c:pt idx="2564">
                  <c:v>45579</c:v>
                </c:pt>
                <c:pt idx="2565">
                  <c:v>45580</c:v>
                </c:pt>
                <c:pt idx="2566">
                  <c:v>45581</c:v>
                </c:pt>
                <c:pt idx="2567">
                  <c:v>45582</c:v>
                </c:pt>
                <c:pt idx="2568">
                  <c:v>45583</c:v>
                </c:pt>
                <c:pt idx="2569">
                  <c:v>45586</c:v>
                </c:pt>
                <c:pt idx="2570">
                  <c:v>45587</c:v>
                </c:pt>
                <c:pt idx="2571">
                  <c:v>45588</c:v>
                </c:pt>
                <c:pt idx="2572">
                  <c:v>45589</c:v>
                </c:pt>
                <c:pt idx="2573">
                  <c:v>45590</c:v>
                </c:pt>
                <c:pt idx="2574">
                  <c:v>45593</c:v>
                </c:pt>
                <c:pt idx="2575">
                  <c:v>45594</c:v>
                </c:pt>
                <c:pt idx="2576">
                  <c:v>45595</c:v>
                </c:pt>
                <c:pt idx="2577">
                  <c:v>45596</c:v>
                </c:pt>
                <c:pt idx="2578">
                  <c:v>45597</c:v>
                </c:pt>
                <c:pt idx="2579">
                  <c:v>45600</c:v>
                </c:pt>
                <c:pt idx="2580">
                  <c:v>45601</c:v>
                </c:pt>
                <c:pt idx="2581">
                  <c:v>45602</c:v>
                </c:pt>
                <c:pt idx="2582">
                  <c:v>45603</c:v>
                </c:pt>
                <c:pt idx="2583">
                  <c:v>45604</c:v>
                </c:pt>
                <c:pt idx="2584">
                  <c:v>45607</c:v>
                </c:pt>
                <c:pt idx="2585">
                  <c:v>45608</c:v>
                </c:pt>
                <c:pt idx="2586">
                  <c:v>45609</c:v>
                </c:pt>
                <c:pt idx="2587">
                  <c:v>45610</c:v>
                </c:pt>
                <c:pt idx="2588">
                  <c:v>45614</c:v>
                </c:pt>
                <c:pt idx="2589">
                  <c:v>45615</c:v>
                </c:pt>
                <c:pt idx="2590">
                  <c:v>45617</c:v>
                </c:pt>
                <c:pt idx="2591">
                  <c:v>45618</c:v>
                </c:pt>
                <c:pt idx="2592">
                  <c:v>45621</c:v>
                </c:pt>
                <c:pt idx="2593">
                  <c:v>45622</c:v>
                </c:pt>
                <c:pt idx="2594">
                  <c:v>45623</c:v>
                </c:pt>
                <c:pt idx="2595">
                  <c:v>45624</c:v>
                </c:pt>
                <c:pt idx="2596">
                  <c:v>45625</c:v>
                </c:pt>
                <c:pt idx="2597">
                  <c:v>45628</c:v>
                </c:pt>
                <c:pt idx="2598">
                  <c:v>45629</c:v>
                </c:pt>
                <c:pt idx="2599">
                  <c:v>45630</c:v>
                </c:pt>
                <c:pt idx="2600">
                  <c:v>45631</c:v>
                </c:pt>
                <c:pt idx="2601">
                  <c:v>45632</c:v>
                </c:pt>
                <c:pt idx="2602">
                  <c:v>45635</c:v>
                </c:pt>
                <c:pt idx="2603">
                  <c:v>45636</c:v>
                </c:pt>
                <c:pt idx="2604">
                  <c:v>45637</c:v>
                </c:pt>
                <c:pt idx="2605">
                  <c:v>45638</c:v>
                </c:pt>
                <c:pt idx="2606">
                  <c:v>45639</c:v>
                </c:pt>
                <c:pt idx="2607">
                  <c:v>45642</c:v>
                </c:pt>
                <c:pt idx="2608">
                  <c:v>45643</c:v>
                </c:pt>
                <c:pt idx="2609">
                  <c:v>45644</c:v>
                </c:pt>
                <c:pt idx="2610">
                  <c:v>45645</c:v>
                </c:pt>
                <c:pt idx="2611">
                  <c:v>45646</c:v>
                </c:pt>
                <c:pt idx="2612">
                  <c:v>45649</c:v>
                </c:pt>
                <c:pt idx="2613">
                  <c:v>45652</c:v>
                </c:pt>
                <c:pt idx="2614">
                  <c:v>45653</c:v>
                </c:pt>
                <c:pt idx="2615">
                  <c:v>45656</c:v>
                </c:pt>
                <c:pt idx="2616">
                  <c:v>45659</c:v>
                </c:pt>
                <c:pt idx="2617">
                  <c:v>45660</c:v>
                </c:pt>
                <c:pt idx="2618">
                  <c:v>45663</c:v>
                </c:pt>
                <c:pt idx="2619">
                  <c:v>45664</c:v>
                </c:pt>
                <c:pt idx="2620">
                  <c:v>45665</c:v>
                </c:pt>
                <c:pt idx="2621">
                  <c:v>45666</c:v>
                </c:pt>
                <c:pt idx="2622">
                  <c:v>45667</c:v>
                </c:pt>
                <c:pt idx="2623">
                  <c:v>45670</c:v>
                </c:pt>
                <c:pt idx="2624">
                  <c:v>45671</c:v>
                </c:pt>
                <c:pt idx="2625">
                  <c:v>45672</c:v>
                </c:pt>
                <c:pt idx="2626">
                  <c:v>45673</c:v>
                </c:pt>
                <c:pt idx="2627">
                  <c:v>45674</c:v>
                </c:pt>
                <c:pt idx="2628">
                  <c:v>45677</c:v>
                </c:pt>
                <c:pt idx="2629">
                  <c:v>45678</c:v>
                </c:pt>
                <c:pt idx="2630">
                  <c:v>45679</c:v>
                </c:pt>
                <c:pt idx="2631">
                  <c:v>45680</c:v>
                </c:pt>
                <c:pt idx="2632">
                  <c:v>45681</c:v>
                </c:pt>
                <c:pt idx="2633">
                  <c:v>45684</c:v>
                </c:pt>
                <c:pt idx="2634">
                  <c:v>45685</c:v>
                </c:pt>
                <c:pt idx="2635">
                  <c:v>45686</c:v>
                </c:pt>
                <c:pt idx="2636">
                  <c:v>45687</c:v>
                </c:pt>
                <c:pt idx="2637">
                  <c:v>45688</c:v>
                </c:pt>
                <c:pt idx="2638">
                  <c:v>45691</c:v>
                </c:pt>
                <c:pt idx="2639">
                  <c:v>45692</c:v>
                </c:pt>
                <c:pt idx="2640">
                  <c:v>45693</c:v>
                </c:pt>
                <c:pt idx="2641">
                  <c:v>45694</c:v>
                </c:pt>
                <c:pt idx="2642">
                  <c:v>45695</c:v>
                </c:pt>
                <c:pt idx="2643">
                  <c:v>45698</c:v>
                </c:pt>
                <c:pt idx="2644">
                  <c:v>45699</c:v>
                </c:pt>
                <c:pt idx="2645">
                  <c:v>45700</c:v>
                </c:pt>
                <c:pt idx="2646">
                  <c:v>45701</c:v>
                </c:pt>
                <c:pt idx="2647">
                  <c:v>45702</c:v>
                </c:pt>
                <c:pt idx="2648">
                  <c:v>45705</c:v>
                </c:pt>
                <c:pt idx="2649">
                  <c:v>45706</c:v>
                </c:pt>
                <c:pt idx="2650">
                  <c:v>45707</c:v>
                </c:pt>
                <c:pt idx="2651">
                  <c:v>45708</c:v>
                </c:pt>
                <c:pt idx="2652">
                  <c:v>45709</c:v>
                </c:pt>
                <c:pt idx="2653">
                  <c:v>45712</c:v>
                </c:pt>
                <c:pt idx="2654">
                  <c:v>45713</c:v>
                </c:pt>
                <c:pt idx="2655">
                  <c:v>45714</c:v>
                </c:pt>
                <c:pt idx="2656">
                  <c:v>45715</c:v>
                </c:pt>
                <c:pt idx="2657">
                  <c:v>45716</c:v>
                </c:pt>
                <c:pt idx="2658">
                  <c:v>45721</c:v>
                </c:pt>
                <c:pt idx="2659">
                  <c:v>45722</c:v>
                </c:pt>
                <c:pt idx="2660">
                  <c:v>45723</c:v>
                </c:pt>
                <c:pt idx="2661">
                  <c:v>45726</c:v>
                </c:pt>
                <c:pt idx="2662">
                  <c:v>45727</c:v>
                </c:pt>
                <c:pt idx="2663">
                  <c:v>45728</c:v>
                </c:pt>
                <c:pt idx="2664">
                  <c:v>45729</c:v>
                </c:pt>
                <c:pt idx="2665">
                  <c:v>45730</c:v>
                </c:pt>
                <c:pt idx="2666">
                  <c:v>45733</c:v>
                </c:pt>
                <c:pt idx="2667">
                  <c:v>45734</c:v>
                </c:pt>
                <c:pt idx="2668">
                  <c:v>45735</c:v>
                </c:pt>
                <c:pt idx="2669">
                  <c:v>45736</c:v>
                </c:pt>
                <c:pt idx="2670">
                  <c:v>45737</c:v>
                </c:pt>
                <c:pt idx="2671">
                  <c:v>45740</c:v>
                </c:pt>
                <c:pt idx="2672">
                  <c:v>45741</c:v>
                </c:pt>
                <c:pt idx="2673">
                  <c:v>45742</c:v>
                </c:pt>
                <c:pt idx="2674">
                  <c:v>45743</c:v>
                </c:pt>
                <c:pt idx="2675">
                  <c:v>45744</c:v>
                </c:pt>
                <c:pt idx="2676">
                  <c:v>45747</c:v>
                </c:pt>
                <c:pt idx="2677">
                  <c:v>45748</c:v>
                </c:pt>
                <c:pt idx="2678">
                  <c:v>45749</c:v>
                </c:pt>
                <c:pt idx="2679">
                  <c:v>45750</c:v>
                </c:pt>
                <c:pt idx="2680">
                  <c:v>45751</c:v>
                </c:pt>
                <c:pt idx="2681">
                  <c:v>45754</c:v>
                </c:pt>
                <c:pt idx="2682">
                  <c:v>45755</c:v>
                </c:pt>
                <c:pt idx="2683">
                  <c:v>45756</c:v>
                </c:pt>
                <c:pt idx="2684">
                  <c:v>45757</c:v>
                </c:pt>
                <c:pt idx="2685">
                  <c:v>45758</c:v>
                </c:pt>
                <c:pt idx="2686">
                  <c:v>45761</c:v>
                </c:pt>
                <c:pt idx="2687">
                  <c:v>45762</c:v>
                </c:pt>
                <c:pt idx="2688">
                  <c:v>45763</c:v>
                </c:pt>
                <c:pt idx="2689">
                  <c:v>45764</c:v>
                </c:pt>
                <c:pt idx="2690">
                  <c:v>45769</c:v>
                </c:pt>
                <c:pt idx="2691">
                  <c:v>45770</c:v>
                </c:pt>
                <c:pt idx="2692">
                  <c:v>45771</c:v>
                </c:pt>
                <c:pt idx="2693">
                  <c:v>45772</c:v>
                </c:pt>
                <c:pt idx="2694">
                  <c:v>45775</c:v>
                </c:pt>
                <c:pt idx="2695">
                  <c:v>45776</c:v>
                </c:pt>
                <c:pt idx="2696">
                  <c:v>45777</c:v>
                </c:pt>
                <c:pt idx="2697">
                  <c:v>45779</c:v>
                </c:pt>
                <c:pt idx="2698">
                  <c:v>45782</c:v>
                </c:pt>
                <c:pt idx="2699">
                  <c:v>45783</c:v>
                </c:pt>
                <c:pt idx="2700">
                  <c:v>45784</c:v>
                </c:pt>
                <c:pt idx="2701">
                  <c:v>45785</c:v>
                </c:pt>
                <c:pt idx="2702">
                  <c:v>45786</c:v>
                </c:pt>
                <c:pt idx="2703">
                  <c:v>45789</c:v>
                </c:pt>
                <c:pt idx="2704">
                  <c:v>45790</c:v>
                </c:pt>
                <c:pt idx="2705">
                  <c:v>45791</c:v>
                </c:pt>
                <c:pt idx="2706">
                  <c:v>45792</c:v>
                </c:pt>
                <c:pt idx="2707">
                  <c:v>45793</c:v>
                </c:pt>
                <c:pt idx="2708">
                  <c:v>45796</c:v>
                </c:pt>
                <c:pt idx="2709">
                  <c:v>45797</c:v>
                </c:pt>
                <c:pt idx="2710">
                  <c:v>45798</c:v>
                </c:pt>
                <c:pt idx="2711">
                  <c:v>45799</c:v>
                </c:pt>
                <c:pt idx="2712">
                  <c:v>45800</c:v>
                </c:pt>
                <c:pt idx="2713">
                  <c:v>45803</c:v>
                </c:pt>
                <c:pt idx="2714">
                  <c:v>45804</c:v>
                </c:pt>
                <c:pt idx="2715">
                  <c:v>45805</c:v>
                </c:pt>
                <c:pt idx="2716">
                  <c:v>45806</c:v>
                </c:pt>
                <c:pt idx="2717">
                  <c:v>45807</c:v>
                </c:pt>
                <c:pt idx="2718">
                  <c:v>45810</c:v>
                </c:pt>
                <c:pt idx="2719">
                  <c:v>45811</c:v>
                </c:pt>
                <c:pt idx="2720">
                  <c:v>45812</c:v>
                </c:pt>
                <c:pt idx="2721">
                  <c:v>45813</c:v>
                </c:pt>
                <c:pt idx="2722">
                  <c:v>45814</c:v>
                </c:pt>
                <c:pt idx="2723">
                  <c:v>45817</c:v>
                </c:pt>
                <c:pt idx="2724">
                  <c:v>45818</c:v>
                </c:pt>
                <c:pt idx="2725">
                  <c:v>45819</c:v>
                </c:pt>
                <c:pt idx="2726">
                  <c:v>45820</c:v>
                </c:pt>
                <c:pt idx="2727">
                  <c:v>45821</c:v>
                </c:pt>
                <c:pt idx="2728">
                  <c:v>45824</c:v>
                </c:pt>
                <c:pt idx="2729">
                  <c:v>45825</c:v>
                </c:pt>
                <c:pt idx="2730">
                  <c:v>45826</c:v>
                </c:pt>
                <c:pt idx="2731">
                  <c:v>45828</c:v>
                </c:pt>
                <c:pt idx="2732">
                  <c:v>45831</c:v>
                </c:pt>
                <c:pt idx="2733">
                  <c:v>45832</c:v>
                </c:pt>
                <c:pt idx="2734">
                  <c:v>45833</c:v>
                </c:pt>
                <c:pt idx="2735">
                  <c:v>45834</c:v>
                </c:pt>
                <c:pt idx="2736">
                  <c:v>45835</c:v>
                </c:pt>
                <c:pt idx="2737">
                  <c:v>45838</c:v>
                </c:pt>
                <c:pt idx="2738">
                  <c:v>45839</c:v>
                </c:pt>
                <c:pt idx="2739">
                  <c:v>45840</c:v>
                </c:pt>
                <c:pt idx="2740">
                  <c:v>45841</c:v>
                </c:pt>
                <c:pt idx="2741">
                  <c:v>45842</c:v>
                </c:pt>
                <c:pt idx="2742">
                  <c:v>45845</c:v>
                </c:pt>
                <c:pt idx="2743">
                  <c:v>45846</c:v>
                </c:pt>
                <c:pt idx="2744">
                  <c:v>45847</c:v>
                </c:pt>
                <c:pt idx="2745">
                  <c:v>45848</c:v>
                </c:pt>
                <c:pt idx="2746">
                  <c:v>45849</c:v>
                </c:pt>
                <c:pt idx="2747">
                  <c:v>45852</c:v>
                </c:pt>
                <c:pt idx="2748">
                  <c:v>45853</c:v>
                </c:pt>
                <c:pt idx="2749">
                  <c:v>45854</c:v>
                </c:pt>
                <c:pt idx="2750">
                  <c:v>45855</c:v>
                </c:pt>
                <c:pt idx="2751">
                  <c:v>45856</c:v>
                </c:pt>
                <c:pt idx="2752">
                  <c:v>45859</c:v>
                </c:pt>
                <c:pt idx="2753">
                  <c:v>45860</c:v>
                </c:pt>
                <c:pt idx="2754">
                  <c:v>45861</c:v>
                </c:pt>
                <c:pt idx="2755">
                  <c:v>45862</c:v>
                </c:pt>
                <c:pt idx="2756">
                  <c:v>45863</c:v>
                </c:pt>
                <c:pt idx="2757">
                  <c:v>45866</c:v>
                </c:pt>
                <c:pt idx="2758">
                  <c:v>45867</c:v>
                </c:pt>
                <c:pt idx="2759">
                  <c:v>45868</c:v>
                </c:pt>
                <c:pt idx="2760">
                  <c:v>45869</c:v>
                </c:pt>
                <c:pt idx="2761">
                  <c:v>45870</c:v>
                </c:pt>
                <c:pt idx="2762">
                  <c:v>45873</c:v>
                </c:pt>
                <c:pt idx="2763">
                  <c:v>45874</c:v>
                </c:pt>
                <c:pt idx="2764">
                  <c:v>45875</c:v>
                </c:pt>
                <c:pt idx="2765">
                  <c:v>45876</c:v>
                </c:pt>
                <c:pt idx="2766">
                  <c:v>45877</c:v>
                </c:pt>
                <c:pt idx="2767">
                  <c:v>45880</c:v>
                </c:pt>
                <c:pt idx="2768">
                  <c:v>45881</c:v>
                </c:pt>
                <c:pt idx="2769">
                  <c:v>45882</c:v>
                </c:pt>
                <c:pt idx="2770">
                  <c:v>45883</c:v>
                </c:pt>
                <c:pt idx="2771">
                  <c:v>45884</c:v>
                </c:pt>
                <c:pt idx="2772">
                  <c:v>45887</c:v>
                </c:pt>
                <c:pt idx="2773">
                  <c:v>45888</c:v>
                </c:pt>
                <c:pt idx="2774">
                  <c:v>45889</c:v>
                </c:pt>
                <c:pt idx="2775">
                  <c:v>45890</c:v>
                </c:pt>
                <c:pt idx="2776">
                  <c:v>45891</c:v>
                </c:pt>
                <c:pt idx="2777">
                  <c:v>45894</c:v>
                </c:pt>
                <c:pt idx="2778">
                  <c:v>45895</c:v>
                </c:pt>
                <c:pt idx="2779">
                  <c:v>45896</c:v>
                </c:pt>
                <c:pt idx="2780">
                  <c:v>45897</c:v>
                </c:pt>
                <c:pt idx="2781">
                  <c:v>45898</c:v>
                </c:pt>
                <c:pt idx="2782">
                  <c:v>45901</c:v>
                </c:pt>
                <c:pt idx="2783">
                  <c:v>45902</c:v>
                </c:pt>
                <c:pt idx="2784">
                  <c:v>45903</c:v>
                </c:pt>
                <c:pt idx="2785">
                  <c:v>45904</c:v>
                </c:pt>
                <c:pt idx="2786">
                  <c:v>45905</c:v>
                </c:pt>
                <c:pt idx="2787">
                  <c:v>45908</c:v>
                </c:pt>
                <c:pt idx="2788">
                  <c:v>45909</c:v>
                </c:pt>
                <c:pt idx="2789">
                  <c:v>45910</c:v>
                </c:pt>
                <c:pt idx="2790">
                  <c:v>45911</c:v>
                </c:pt>
                <c:pt idx="2791">
                  <c:v>45912</c:v>
                </c:pt>
                <c:pt idx="2792">
                  <c:v>45915</c:v>
                </c:pt>
                <c:pt idx="2793">
                  <c:v>45916</c:v>
                </c:pt>
                <c:pt idx="2794">
                  <c:v>45917</c:v>
                </c:pt>
                <c:pt idx="2795">
                  <c:v>45918</c:v>
                </c:pt>
                <c:pt idx="2796">
                  <c:v>45919</c:v>
                </c:pt>
                <c:pt idx="2797">
                  <c:v>45922</c:v>
                </c:pt>
                <c:pt idx="2798">
                  <c:v>45923</c:v>
                </c:pt>
                <c:pt idx="2799">
                  <c:v>45924</c:v>
                </c:pt>
                <c:pt idx="2800">
                  <c:v>45925</c:v>
                </c:pt>
                <c:pt idx="2801">
                  <c:v>45926</c:v>
                </c:pt>
                <c:pt idx="2802">
                  <c:v>45929</c:v>
                </c:pt>
                <c:pt idx="2803">
                  <c:v>45930</c:v>
                </c:pt>
                <c:pt idx="2804">
                  <c:v>45931</c:v>
                </c:pt>
                <c:pt idx="2805">
                  <c:v>45932</c:v>
                </c:pt>
                <c:pt idx="2806">
                  <c:v>45933</c:v>
                </c:pt>
                <c:pt idx="2807">
                  <c:v>45936</c:v>
                </c:pt>
                <c:pt idx="2808">
                  <c:v>45937</c:v>
                </c:pt>
                <c:pt idx="2809">
                  <c:v>45938</c:v>
                </c:pt>
                <c:pt idx="2810">
                  <c:v>45939</c:v>
                </c:pt>
                <c:pt idx="2811">
                  <c:v>45940</c:v>
                </c:pt>
                <c:pt idx="2812">
                  <c:v>45943</c:v>
                </c:pt>
                <c:pt idx="2813">
                  <c:v>45944</c:v>
                </c:pt>
                <c:pt idx="2814">
                  <c:v>45945</c:v>
                </c:pt>
                <c:pt idx="2815">
                  <c:v>45946</c:v>
                </c:pt>
                <c:pt idx="2816">
                  <c:v>45947</c:v>
                </c:pt>
                <c:pt idx="2817">
                  <c:v>45950</c:v>
                </c:pt>
                <c:pt idx="2818">
                  <c:v>45951</c:v>
                </c:pt>
                <c:pt idx="2819">
                  <c:v>45952</c:v>
                </c:pt>
                <c:pt idx="2820">
                  <c:v>45953</c:v>
                </c:pt>
                <c:pt idx="2821">
                  <c:v>45954</c:v>
                </c:pt>
                <c:pt idx="2822">
                  <c:v>45957</c:v>
                </c:pt>
                <c:pt idx="2823">
                  <c:v>45958</c:v>
                </c:pt>
                <c:pt idx="2824">
                  <c:v>45959</c:v>
                </c:pt>
                <c:pt idx="2825">
                  <c:v>45960</c:v>
                </c:pt>
                <c:pt idx="2826">
                  <c:v>45961</c:v>
                </c:pt>
                <c:pt idx="2827">
                  <c:v>45964</c:v>
                </c:pt>
                <c:pt idx="2828">
                  <c:v>45965</c:v>
                </c:pt>
                <c:pt idx="2829">
                  <c:v>45966</c:v>
                </c:pt>
                <c:pt idx="2830">
                  <c:v>45967</c:v>
                </c:pt>
                <c:pt idx="2831">
                  <c:v>45968</c:v>
                </c:pt>
                <c:pt idx="2832">
                  <c:v>45971</c:v>
                </c:pt>
                <c:pt idx="2833">
                  <c:v>45972</c:v>
                </c:pt>
                <c:pt idx="2834">
                  <c:v>45973</c:v>
                </c:pt>
                <c:pt idx="2835">
                  <c:v>45974</c:v>
                </c:pt>
                <c:pt idx="2836">
                  <c:v>45975</c:v>
                </c:pt>
                <c:pt idx="2837">
                  <c:v>45978</c:v>
                </c:pt>
                <c:pt idx="2838">
                  <c:v>45979</c:v>
                </c:pt>
                <c:pt idx="2839">
                  <c:v>45980</c:v>
                </c:pt>
                <c:pt idx="2840">
                  <c:v>45982</c:v>
                </c:pt>
                <c:pt idx="2841">
                  <c:v>45985</c:v>
                </c:pt>
                <c:pt idx="2842">
                  <c:v>45986</c:v>
                </c:pt>
                <c:pt idx="2843">
                  <c:v>45987</c:v>
                </c:pt>
                <c:pt idx="2844">
                  <c:v>45988</c:v>
                </c:pt>
                <c:pt idx="2845">
                  <c:v>45989</c:v>
                </c:pt>
                <c:pt idx="2846">
                  <c:v>45992</c:v>
                </c:pt>
                <c:pt idx="2847">
                  <c:v>45993</c:v>
                </c:pt>
                <c:pt idx="2848">
                  <c:v>45994</c:v>
                </c:pt>
                <c:pt idx="2849">
                  <c:v>45995</c:v>
                </c:pt>
                <c:pt idx="2850">
                  <c:v>45996</c:v>
                </c:pt>
                <c:pt idx="2851">
                  <c:v>45999</c:v>
                </c:pt>
                <c:pt idx="2852">
                  <c:v>46000</c:v>
                </c:pt>
                <c:pt idx="2853">
                  <c:v>46001</c:v>
                </c:pt>
                <c:pt idx="2854">
                  <c:v>46002</c:v>
                </c:pt>
                <c:pt idx="2855">
                  <c:v>46003</c:v>
                </c:pt>
                <c:pt idx="2856">
                  <c:v>46006</c:v>
                </c:pt>
                <c:pt idx="2857">
                  <c:v>46007</c:v>
                </c:pt>
                <c:pt idx="2858">
                  <c:v>46008</c:v>
                </c:pt>
                <c:pt idx="2859">
                  <c:v>46009</c:v>
                </c:pt>
                <c:pt idx="2860">
                  <c:v>46010</c:v>
                </c:pt>
                <c:pt idx="2861">
                  <c:v>46013</c:v>
                </c:pt>
                <c:pt idx="2862">
                  <c:v>46014</c:v>
                </c:pt>
                <c:pt idx="2863">
                  <c:v>46017</c:v>
                </c:pt>
                <c:pt idx="2864">
                  <c:v>46020</c:v>
                </c:pt>
                <c:pt idx="2865">
                  <c:v>46021</c:v>
                </c:pt>
                <c:pt idx="2866">
                  <c:v>46024</c:v>
                </c:pt>
                <c:pt idx="2867">
                  <c:v>46027</c:v>
                </c:pt>
                <c:pt idx="2868">
                  <c:v>46028</c:v>
                </c:pt>
                <c:pt idx="2869">
                  <c:v>46029</c:v>
                </c:pt>
                <c:pt idx="2870">
                  <c:v>46030</c:v>
                </c:pt>
                <c:pt idx="2871">
                  <c:v>46031</c:v>
                </c:pt>
                <c:pt idx="2872">
                  <c:v>46034</c:v>
                </c:pt>
                <c:pt idx="2873">
                  <c:v>46035</c:v>
                </c:pt>
                <c:pt idx="2874">
                  <c:v>46036</c:v>
                </c:pt>
                <c:pt idx="2875">
                  <c:v>46037</c:v>
                </c:pt>
                <c:pt idx="2876">
                  <c:v>46038</c:v>
                </c:pt>
                <c:pt idx="2877">
                  <c:v>46041</c:v>
                </c:pt>
                <c:pt idx="2878">
                  <c:v>46042</c:v>
                </c:pt>
                <c:pt idx="2879">
                  <c:v>46043</c:v>
                </c:pt>
                <c:pt idx="2880">
                  <c:v>46044</c:v>
                </c:pt>
                <c:pt idx="2881">
                  <c:v>46045</c:v>
                </c:pt>
                <c:pt idx="2882">
                  <c:v>46048</c:v>
                </c:pt>
                <c:pt idx="2883">
                  <c:v>46049</c:v>
                </c:pt>
                <c:pt idx="2884">
                  <c:v>46050</c:v>
                </c:pt>
                <c:pt idx="2885">
                  <c:v>46051</c:v>
                </c:pt>
                <c:pt idx="2886">
                  <c:v>46052</c:v>
                </c:pt>
                <c:pt idx="2887">
                  <c:v>46055</c:v>
                </c:pt>
                <c:pt idx="2888">
                  <c:v>46056</c:v>
                </c:pt>
                <c:pt idx="2889">
                  <c:v>46057</c:v>
                </c:pt>
                <c:pt idx="2890">
                  <c:v>46058</c:v>
                </c:pt>
                <c:pt idx="2891">
                  <c:v>46059</c:v>
                </c:pt>
                <c:pt idx="2892">
                  <c:v>46062</c:v>
                </c:pt>
                <c:pt idx="2893">
                  <c:v>46063</c:v>
                </c:pt>
                <c:pt idx="2894">
                  <c:v>46064</c:v>
                </c:pt>
                <c:pt idx="2895">
                  <c:v>46065</c:v>
                </c:pt>
                <c:pt idx="2896">
                  <c:v>46066</c:v>
                </c:pt>
                <c:pt idx="2897">
                  <c:v>46071</c:v>
                </c:pt>
                <c:pt idx="2898">
                  <c:v>46072</c:v>
                </c:pt>
                <c:pt idx="2899">
                  <c:v>46073</c:v>
                </c:pt>
                <c:pt idx="2900">
                  <c:v>46076</c:v>
                </c:pt>
                <c:pt idx="2901">
                  <c:v>46077</c:v>
                </c:pt>
                <c:pt idx="2902">
                  <c:v>46078</c:v>
                </c:pt>
                <c:pt idx="2903">
                  <c:v>46079</c:v>
                </c:pt>
                <c:pt idx="2904">
                  <c:v>46080</c:v>
                </c:pt>
                <c:pt idx="2905">
                  <c:v>46083</c:v>
                </c:pt>
                <c:pt idx="2906">
                  <c:v>46084</c:v>
                </c:pt>
                <c:pt idx="2907">
                  <c:v>46085</c:v>
                </c:pt>
                <c:pt idx="2908">
                  <c:v>46086</c:v>
                </c:pt>
                <c:pt idx="2909">
                  <c:v>46087</c:v>
                </c:pt>
                <c:pt idx="2910">
                  <c:v>46090</c:v>
                </c:pt>
                <c:pt idx="2911">
                  <c:v>46091</c:v>
                </c:pt>
                <c:pt idx="2912">
                  <c:v>46092</c:v>
                </c:pt>
                <c:pt idx="2913">
                  <c:v>46093</c:v>
                </c:pt>
                <c:pt idx="2914">
                  <c:v>46094</c:v>
                </c:pt>
                <c:pt idx="2915">
                  <c:v>46097</c:v>
                </c:pt>
                <c:pt idx="2916">
                  <c:v>46098</c:v>
                </c:pt>
                <c:pt idx="2917">
                  <c:v>46099</c:v>
                </c:pt>
                <c:pt idx="2918">
                  <c:v>46100</c:v>
                </c:pt>
                <c:pt idx="2919">
                  <c:v>46101</c:v>
                </c:pt>
                <c:pt idx="2920">
                  <c:v>46104</c:v>
                </c:pt>
                <c:pt idx="2921">
                  <c:v>46105</c:v>
                </c:pt>
                <c:pt idx="2922">
                  <c:v>46106</c:v>
                </c:pt>
                <c:pt idx="2923">
                  <c:v>46107</c:v>
                </c:pt>
                <c:pt idx="2924">
                  <c:v>46108</c:v>
                </c:pt>
                <c:pt idx="2925">
                  <c:v>46111</c:v>
                </c:pt>
                <c:pt idx="2926">
                  <c:v>46112</c:v>
                </c:pt>
                <c:pt idx="2927">
                  <c:v>46113</c:v>
                </c:pt>
                <c:pt idx="2928">
                  <c:v>46114</c:v>
                </c:pt>
                <c:pt idx="2929">
                  <c:v>46118</c:v>
                </c:pt>
                <c:pt idx="2930">
                  <c:v>46119</c:v>
                </c:pt>
                <c:pt idx="2931">
                  <c:v>46120</c:v>
                </c:pt>
                <c:pt idx="2932">
                  <c:v>46121</c:v>
                </c:pt>
                <c:pt idx="2933">
                  <c:v>46122</c:v>
                </c:pt>
                <c:pt idx="2934">
                  <c:v>46125</c:v>
                </c:pt>
                <c:pt idx="2935">
                  <c:v>46126</c:v>
                </c:pt>
                <c:pt idx="2936">
                  <c:v>46127</c:v>
                </c:pt>
                <c:pt idx="2937">
                  <c:v>46128</c:v>
                </c:pt>
                <c:pt idx="2938">
                  <c:v>46129</c:v>
                </c:pt>
                <c:pt idx="2939">
                  <c:v>46132</c:v>
                </c:pt>
                <c:pt idx="2940">
                  <c:v>46134</c:v>
                </c:pt>
                <c:pt idx="2941">
                  <c:v>46135</c:v>
                </c:pt>
                <c:pt idx="2942">
                  <c:v>46136</c:v>
                </c:pt>
                <c:pt idx="2943">
                  <c:v>46139</c:v>
                </c:pt>
                <c:pt idx="2944">
                  <c:v>46140</c:v>
                </c:pt>
                <c:pt idx="2945">
                  <c:v>46141</c:v>
                </c:pt>
                <c:pt idx="2946">
                  <c:v>46142</c:v>
                </c:pt>
                <c:pt idx="2947">
                  <c:v>46146</c:v>
                </c:pt>
                <c:pt idx="2948">
                  <c:v>46147</c:v>
                </c:pt>
                <c:pt idx="2949">
                  <c:v>46148</c:v>
                </c:pt>
                <c:pt idx="2950">
                  <c:v>46149</c:v>
                </c:pt>
                <c:pt idx="2951">
                  <c:v>46150</c:v>
                </c:pt>
                <c:pt idx="2952">
                  <c:v>46153</c:v>
                </c:pt>
                <c:pt idx="2953">
                  <c:v>46154</c:v>
                </c:pt>
                <c:pt idx="2954">
                  <c:v>46155</c:v>
                </c:pt>
                <c:pt idx="2955">
                  <c:v>46156</c:v>
                </c:pt>
                <c:pt idx="2956">
                  <c:v>46157</c:v>
                </c:pt>
                <c:pt idx="2957">
                  <c:v>46160</c:v>
                </c:pt>
                <c:pt idx="2958">
                  <c:v>46161</c:v>
                </c:pt>
                <c:pt idx="2959">
                  <c:v>46162</c:v>
                </c:pt>
                <c:pt idx="2960">
                  <c:v>46163</c:v>
                </c:pt>
                <c:pt idx="2961">
                  <c:v>46164</c:v>
                </c:pt>
                <c:pt idx="2962">
                  <c:v>46167</c:v>
                </c:pt>
                <c:pt idx="2963">
                  <c:v>46168</c:v>
                </c:pt>
                <c:pt idx="2964">
                  <c:v>46169</c:v>
                </c:pt>
                <c:pt idx="2965">
                  <c:v>46170</c:v>
                </c:pt>
                <c:pt idx="2966">
                  <c:v>46171</c:v>
                </c:pt>
                <c:pt idx="2967">
                  <c:v>46174</c:v>
                </c:pt>
                <c:pt idx="2968">
                  <c:v>46175</c:v>
                </c:pt>
                <c:pt idx="2969">
                  <c:v>46176</c:v>
                </c:pt>
                <c:pt idx="2970">
                  <c:v>46178</c:v>
                </c:pt>
                <c:pt idx="2971">
                  <c:v>46181</c:v>
                </c:pt>
                <c:pt idx="2972">
                  <c:v>46182</c:v>
                </c:pt>
                <c:pt idx="2973">
                  <c:v>46183</c:v>
                </c:pt>
                <c:pt idx="2974">
                  <c:v>46184</c:v>
                </c:pt>
                <c:pt idx="2975">
                  <c:v>46185</c:v>
                </c:pt>
                <c:pt idx="2976">
                  <c:v>46188</c:v>
                </c:pt>
                <c:pt idx="2977">
                  <c:v>46189</c:v>
                </c:pt>
                <c:pt idx="2978">
                  <c:v>46190</c:v>
                </c:pt>
                <c:pt idx="2979">
                  <c:v>46191</c:v>
                </c:pt>
                <c:pt idx="2980">
                  <c:v>46192</c:v>
                </c:pt>
                <c:pt idx="2981">
                  <c:v>46195</c:v>
                </c:pt>
                <c:pt idx="2982">
                  <c:v>46196</c:v>
                </c:pt>
                <c:pt idx="2983">
                  <c:v>46197</c:v>
                </c:pt>
                <c:pt idx="2984">
                  <c:v>46198</c:v>
                </c:pt>
                <c:pt idx="2985">
                  <c:v>46199</c:v>
                </c:pt>
                <c:pt idx="2986">
                  <c:v>46202</c:v>
                </c:pt>
                <c:pt idx="2987">
                  <c:v>46203</c:v>
                </c:pt>
                <c:pt idx="2988">
                  <c:v>46204</c:v>
                </c:pt>
                <c:pt idx="2989">
                  <c:v>46205</c:v>
                </c:pt>
                <c:pt idx="2990">
                  <c:v>46206</c:v>
                </c:pt>
                <c:pt idx="2991">
                  <c:v>46209</c:v>
                </c:pt>
                <c:pt idx="2992">
                  <c:v>46210</c:v>
                </c:pt>
                <c:pt idx="2993">
                  <c:v>46211</c:v>
                </c:pt>
                <c:pt idx="2994">
                  <c:v>46212</c:v>
                </c:pt>
                <c:pt idx="2995">
                  <c:v>46213</c:v>
                </c:pt>
                <c:pt idx="2996">
                  <c:v>46216</c:v>
                </c:pt>
                <c:pt idx="2997">
                  <c:v>46217</c:v>
                </c:pt>
                <c:pt idx="2998">
                  <c:v>46218</c:v>
                </c:pt>
                <c:pt idx="2999">
                  <c:v>46219</c:v>
                </c:pt>
                <c:pt idx="3000">
                  <c:v>46220</c:v>
                </c:pt>
                <c:pt idx="3001">
                  <c:v>46223</c:v>
                </c:pt>
                <c:pt idx="3002">
                  <c:v>46224</c:v>
                </c:pt>
                <c:pt idx="3003">
                  <c:v>46225</c:v>
                </c:pt>
                <c:pt idx="3004">
                  <c:v>46226</c:v>
                </c:pt>
                <c:pt idx="3005">
                  <c:v>46227</c:v>
                </c:pt>
                <c:pt idx="3006">
                  <c:v>46230</c:v>
                </c:pt>
                <c:pt idx="3007">
                  <c:v>46231</c:v>
                </c:pt>
                <c:pt idx="3008">
                  <c:v>46232</c:v>
                </c:pt>
                <c:pt idx="3009">
                  <c:v>46233</c:v>
                </c:pt>
                <c:pt idx="3010">
                  <c:v>46234</c:v>
                </c:pt>
                <c:pt idx="3011">
                  <c:v>46237</c:v>
                </c:pt>
                <c:pt idx="3012">
                  <c:v>46238</c:v>
                </c:pt>
                <c:pt idx="3013">
                  <c:v>46239</c:v>
                </c:pt>
                <c:pt idx="3014">
                  <c:v>46240</c:v>
                </c:pt>
                <c:pt idx="3015">
                  <c:v>46241</c:v>
                </c:pt>
                <c:pt idx="3016">
                  <c:v>46244</c:v>
                </c:pt>
                <c:pt idx="3017">
                  <c:v>46245</c:v>
                </c:pt>
                <c:pt idx="3018">
                  <c:v>46246</c:v>
                </c:pt>
              </c:numCache>
            </c:numRef>
          </c:cat>
          <c:val>
            <c:numRef>
              <c:f>Valuation!$I$26:$I$3044</c:f>
              <c:numCache>
                <c:formatCode>0.0000</c:formatCode>
                <c:ptCount val="3019"/>
                <c:pt idx="0">
                  <c:v>5.8755464026914818E-2</c:v>
                </c:pt>
                <c:pt idx="1">
                  <c:v>6.0960975380955289E-2</c:v>
                </c:pt>
                <c:pt idx="2">
                  <c:v>5.350059662230483E-2</c:v>
                </c:pt>
                <c:pt idx="3">
                  <c:v>2.3049772016880177E-2</c:v>
                </c:pt>
                <c:pt idx="4">
                  <c:v>1.2847199127766875E-2</c:v>
                </c:pt>
                <c:pt idx="5">
                  <c:v>-1.3559855412308187E-2</c:v>
                </c:pt>
                <c:pt idx="6">
                  <c:v>-4.751524945473859E-2</c:v>
                </c:pt>
                <c:pt idx="7">
                  <c:v>-7.1099263564830262E-2</c:v>
                </c:pt>
                <c:pt idx="8">
                  <c:v>-0.10253811627612011</c:v>
                </c:pt>
                <c:pt idx="9">
                  <c:v>-0.1555281807360884</c:v>
                </c:pt>
                <c:pt idx="10">
                  <c:v>-0.24512969542985447</c:v>
                </c:pt>
                <c:pt idx="11">
                  <c:v>-0.33271501033895967</c:v>
                </c:pt>
                <c:pt idx="12">
                  <c:v>-0.42041685774667675</c:v>
                </c:pt>
                <c:pt idx="13">
                  <c:v>-0.50351472390030583</c:v>
                </c:pt>
                <c:pt idx="14">
                  <c:v>-0.584889144286865</c:v>
                </c:pt>
                <c:pt idx="15">
                  <c:v>-0.67128891883472208</c:v>
                </c:pt>
                <c:pt idx="16">
                  <c:v>-0.7652495713444416</c:v>
                </c:pt>
                <c:pt idx="17">
                  <c:v>-0.84668861700996534</c:v>
                </c:pt>
                <c:pt idx="18">
                  <c:v>-0.96918087392477359</c:v>
                </c:pt>
                <c:pt idx="19">
                  <c:v>-1.0923502473641638</c:v>
                </c:pt>
                <c:pt idx="20">
                  <c:v>-1.2045946506541079</c:v>
                </c:pt>
                <c:pt idx="21">
                  <c:v>-1.3076369854124106</c:v>
                </c:pt>
                <c:pt idx="22">
                  <c:v>-1.4302233368840209</c:v>
                </c:pt>
                <c:pt idx="23">
                  <c:v>-1.5479017805041264</c:v>
                </c:pt>
                <c:pt idx="24">
                  <c:v>-1.6301451879861679</c:v>
                </c:pt>
                <c:pt idx="25">
                  <c:v>-1.7139637195519817</c:v>
                </c:pt>
                <c:pt idx="26">
                  <c:v>-1.8014443456838984</c:v>
                </c:pt>
                <c:pt idx="27">
                  <c:v>-1.8894544674722855</c:v>
                </c:pt>
                <c:pt idx="28">
                  <c:v>-1.9845642737153666</c:v>
                </c:pt>
                <c:pt idx="29">
                  <c:v>-2.0652239541129207</c:v>
                </c:pt>
                <c:pt idx="30">
                  <c:v>-2.1097620588628478</c:v>
                </c:pt>
                <c:pt idx="31">
                  <c:v>-2.1152574599890301</c:v>
                </c:pt>
                <c:pt idx="32">
                  <c:v>-2.1155649729870212</c:v>
                </c:pt>
                <c:pt idx="33">
                  <c:v>-2.0931061344194473</c:v>
                </c:pt>
                <c:pt idx="34">
                  <c:v>-2.0647681460930527</c:v>
                </c:pt>
                <c:pt idx="35">
                  <c:v>-2.0181663340724021</c:v>
                </c:pt>
                <c:pt idx="36">
                  <c:v>-1.9816874665598438</c:v>
                </c:pt>
                <c:pt idx="37">
                  <c:v>-1.9307730238192007</c:v>
                </c:pt>
                <c:pt idx="38">
                  <c:v>-1.8941462592195544</c:v>
                </c:pt>
                <c:pt idx="39">
                  <c:v>-1.8362465004436346</c:v>
                </c:pt>
                <c:pt idx="40">
                  <c:v>-1.7776673886630898</c:v>
                </c:pt>
                <c:pt idx="41">
                  <c:v>-1.7268992826861338</c:v>
                </c:pt>
                <c:pt idx="42">
                  <c:v>-1.6861251375017889</c:v>
                </c:pt>
                <c:pt idx="43">
                  <c:v>-1.644686593297884</c:v>
                </c:pt>
                <c:pt idx="44">
                  <c:v>-1.6011224013947452</c:v>
                </c:pt>
                <c:pt idx="45">
                  <c:v>-1.5611617045547719</c:v>
                </c:pt>
                <c:pt idx="46">
                  <c:v>-1.5305343871338744</c:v>
                </c:pt>
                <c:pt idx="47">
                  <c:v>-1.4844887307874319</c:v>
                </c:pt>
                <c:pt idx="48">
                  <c:v>-1.4526684695418355</c:v>
                </c:pt>
                <c:pt idx="49">
                  <c:v>-1.4236783683241683</c:v>
                </c:pt>
                <c:pt idx="50">
                  <c:v>-1.4053405268682837</c:v>
                </c:pt>
                <c:pt idx="51">
                  <c:v>-1.3985135783403067</c:v>
                </c:pt>
                <c:pt idx="52">
                  <c:v>-1.3651639522006875</c:v>
                </c:pt>
                <c:pt idx="53">
                  <c:v>-1.3793470595158657</c:v>
                </c:pt>
                <c:pt idx="54">
                  <c:v>-1.3777540146345644</c:v>
                </c:pt>
                <c:pt idx="55">
                  <c:v>-1.3559526909133992</c:v>
                </c:pt>
                <c:pt idx="56">
                  <c:v>-1.3569979971943418</c:v>
                </c:pt>
                <c:pt idx="57">
                  <c:v>-1.3837469362565404</c:v>
                </c:pt>
                <c:pt idx="58">
                  <c:v>-1.4109935161438789</c:v>
                </c:pt>
                <c:pt idx="59">
                  <c:v>-1.4488691893111567</c:v>
                </c:pt>
                <c:pt idx="60">
                  <c:v>-1.4742595258976179</c:v>
                </c:pt>
                <c:pt idx="61">
                  <c:v>-1.4858872472261671</c:v>
                </c:pt>
                <c:pt idx="62">
                  <c:v>-1.502873843228298</c:v>
                </c:pt>
                <c:pt idx="63">
                  <c:v>-1.5006149672942539</c:v>
                </c:pt>
                <c:pt idx="64">
                  <c:v>-1.5020110339916128</c:v>
                </c:pt>
                <c:pt idx="65">
                  <c:v>-1.515589538868406</c:v>
                </c:pt>
                <c:pt idx="66">
                  <c:v>-1.5300178048972664</c:v>
                </c:pt>
                <c:pt idx="67">
                  <c:v>-1.5355436189077465</c:v>
                </c:pt>
                <c:pt idx="68">
                  <c:v>-1.5393631899397091</c:v>
                </c:pt>
                <c:pt idx="69">
                  <c:v>-1.5419953051668747</c:v>
                </c:pt>
                <c:pt idx="70">
                  <c:v>-1.5402616515564083</c:v>
                </c:pt>
                <c:pt idx="71">
                  <c:v>-1.5492121918879194</c:v>
                </c:pt>
                <c:pt idx="72">
                  <c:v>-1.5673822010860741</c:v>
                </c:pt>
                <c:pt idx="73">
                  <c:v>-1.592366056681364</c:v>
                </c:pt>
                <c:pt idx="74">
                  <c:v>-1.5594017538590057</c:v>
                </c:pt>
                <c:pt idx="75">
                  <c:v>-1.4889680259422478</c:v>
                </c:pt>
                <c:pt idx="76">
                  <c:v>-1.4026780196382374</c:v>
                </c:pt>
                <c:pt idx="77">
                  <c:v>-1.3096219502355857</c:v>
                </c:pt>
                <c:pt idx="78">
                  <c:v>-1.1694282569518362</c:v>
                </c:pt>
                <c:pt idx="79">
                  <c:v>-1.0892081076356037</c:v>
                </c:pt>
                <c:pt idx="80">
                  <c:v>-1.0110001129006458</c:v>
                </c:pt>
                <c:pt idx="81">
                  <c:v>-0.92401041336693723</c:v>
                </c:pt>
                <c:pt idx="82">
                  <c:v>-0.85830102445848577</c:v>
                </c:pt>
                <c:pt idx="83">
                  <c:v>-0.77587515804503826</c:v>
                </c:pt>
                <c:pt idx="84">
                  <c:v>-0.72644377019498796</c:v>
                </c:pt>
                <c:pt idx="85">
                  <c:v>-0.67306780009457901</c:v>
                </c:pt>
                <c:pt idx="86">
                  <c:v>-0.59565222980593413</c:v>
                </c:pt>
                <c:pt idx="87">
                  <c:v>-0.51661688071072087</c:v>
                </c:pt>
                <c:pt idx="88">
                  <c:v>-0.44263284797497804</c:v>
                </c:pt>
                <c:pt idx="89">
                  <c:v>-0.34626696539266333</c:v>
                </c:pt>
                <c:pt idx="90">
                  <c:v>-0.21404524401020411</c:v>
                </c:pt>
                <c:pt idx="91">
                  <c:v>-8.7143523051548308E-2</c:v>
                </c:pt>
                <c:pt idx="92">
                  <c:v>4.8236332731148808E-2</c:v>
                </c:pt>
                <c:pt idx="93">
                  <c:v>0.20930392762202843</c:v>
                </c:pt>
                <c:pt idx="94">
                  <c:v>0.37340877166622138</c:v>
                </c:pt>
                <c:pt idx="95">
                  <c:v>0.51289828978842367</c:v>
                </c:pt>
                <c:pt idx="96">
                  <c:v>0.59283477363328363</c:v>
                </c:pt>
                <c:pt idx="97">
                  <c:v>0.55613363236516533</c:v>
                </c:pt>
                <c:pt idx="98">
                  <c:v>0.54877447437824323</c:v>
                </c:pt>
                <c:pt idx="99">
                  <c:v>0.50794618069056807</c:v>
                </c:pt>
                <c:pt idx="100">
                  <c:v>0.50474334677397614</c:v>
                </c:pt>
                <c:pt idx="101">
                  <c:v>0.54930554362193951</c:v>
                </c:pt>
                <c:pt idx="102">
                  <c:v>0.58970245732975279</c:v>
                </c:pt>
                <c:pt idx="103">
                  <c:v>0.63724385311509446</c:v>
                </c:pt>
                <c:pt idx="104">
                  <c:v>0.66544058590154176</c:v>
                </c:pt>
                <c:pt idx="105">
                  <c:v>0.70011757687644693</c:v>
                </c:pt>
                <c:pt idx="106">
                  <c:v>0.75118220075978237</c:v>
                </c:pt>
                <c:pt idx="107">
                  <c:v>0.78947483676945074</c:v>
                </c:pt>
                <c:pt idx="108">
                  <c:v>0.79574566203799824</c:v>
                </c:pt>
                <c:pt idx="109">
                  <c:v>0.79696603338907035</c:v>
                </c:pt>
                <c:pt idx="110">
                  <c:v>0.7621814473157047</c:v>
                </c:pt>
                <c:pt idx="111">
                  <c:v>0.68868310627823082</c:v>
                </c:pt>
                <c:pt idx="112">
                  <c:v>0.64360415455239561</c:v>
                </c:pt>
                <c:pt idx="113">
                  <c:v>0.53798480412787153</c:v>
                </c:pt>
                <c:pt idx="114">
                  <c:v>0.43958301919147019</c:v>
                </c:pt>
                <c:pt idx="115">
                  <c:v>0.31239586239810158</c:v>
                </c:pt>
                <c:pt idx="116">
                  <c:v>0.24072790986236989</c:v>
                </c:pt>
                <c:pt idx="117">
                  <c:v>0.18075803159820167</c:v>
                </c:pt>
                <c:pt idx="118">
                  <c:v>0.18620954183918798</c:v>
                </c:pt>
                <c:pt idx="119">
                  <c:v>0.16044586836962604</c:v>
                </c:pt>
                <c:pt idx="120">
                  <c:v>0.16788380587132359</c:v>
                </c:pt>
                <c:pt idx="121">
                  <c:v>0.20063188431550638</c:v>
                </c:pt>
                <c:pt idx="122">
                  <c:v>0.15750579198939513</c:v>
                </c:pt>
                <c:pt idx="123">
                  <c:v>0.10979771278863336</c:v>
                </c:pt>
                <c:pt idx="124">
                  <c:v>2.9138838243370019E-2</c:v>
                </c:pt>
                <c:pt idx="125">
                  <c:v>-1.3453004844827044E-2</c:v>
                </c:pt>
                <c:pt idx="126">
                  <c:v>-6.9699898662037976E-2</c:v>
                </c:pt>
                <c:pt idx="127">
                  <c:v>-0.13988977417636053</c:v>
                </c:pt>
                <c:pt idx="128">
                  <c:v>-0.24375934781727451</c:v>
                </c:pt>
                <c:pt idx="129">
                  <c:v>-0.33947202366035656</c:v>
                </c:pt>
                <c:pt idx="130">
                  <c:v>-0.42853978373402535</c:v>
                </c:pt>
                <c:pt idx="131">
                  <c:v>-0.50987373691444882</c:v>
                </c:pt>
                <c:pt idx="132">
                  <c:v>-0.58499598455895974</c:v>
                </c:pt>
                <c:pt idx="133">
                  <c:v>-0.67858778528677532</c:v>
                </c:pt>
                <c:pt idx="134">
                  <c:v>-0.68367992755679285</c:v>
                </c:pt>
                <c:pt idx="135">
                  <c:v>-0.70365574395599639</c:v>
                </c:pt>
                <c:pt idx="136">
                  <c:v>-0.75385933040601216</c:v>
                </c:pt>
                <c:pt idx="137">
                  <c:v>-0.86389803538014809</c:v>
                </c:pt>
                <c:pt idx="138">
                  <c:v>-0.85628303053403254</c:v>
                </c:pt>
                <c:pt idx="139">
                  <c:v>-0.81813122303313324</c:v>
                </c:pt>
                <c:pt idx="140">
                  <c:v>-0.80007407808498376</c:v>
                </c:pt>
                <c:pt idx="141">
                  <c:v>-0.77196801066423981</c:v>
                </c:pt>
                <c:pt idx="142">
                  <c:v>-0.75878871048208152</c:v>
                </c:pt>
                <c:pt idx="143">
                  <c:v>-0.71362029354759959</c:v>
                </c:pt>
                <c:pt idx="144">
                  <c:v>-0.67672737112522274</c:v>
                </c:pt>
                <c:pt idx="145">
                  <c:v>-0.57142797768976084</c:v>
                </c:pt>
                <c:pt idx="146">
                  <c:v>-0.5196813171820216</c:v>
                </c:pt>
                <c:pt idx="147">
                  <c:v>-0.43774653601302294</c:v>
                </c:pt>
                <c:pt idx="148">
                  <c:v>-0.35101484341004296</c:v>
                </c:pt>
                <c:pt idx="149">
                  <c:v>-0.24494800325831986</c:v>
                </c:pt>
                <c:pt idx="150">
                  <c:v>-9.5228981961065107E-2</c:v>
                </c:pt>
                <c:pt idx="151">
                  <c:v>1.3671400524837661E-2</c:v>
                </c:pt>
                <c:pt idx="152">
                  <c:v>0.19021753387349266</c:v>
                </c:pt>
                <c:pt idx="153">
                  <c:v>0.37938361154408456</c:v>
                </c:pt>
                <c:pt idx="154">
                  <c:v>0.45654470894161864</c:v>
                </c:pt>
                <c:pt idx="155">
                  <c:v>0.5239045114480344</c:v>
                </c:pt>
                <c:pt idx="156">
                  <c:v>0.57856509681353641</c:v>
                </c:pt>
                <c:pt idx="157">
                  <c:v>0.69988517369716796</c:v>
                </c:pt>
                <c:pt idx="158">
                  <c:v>0.87648121727971662</c:v>
                </c:pt>
                <c:pt idx="159">
                  <c:v>0.90317181510460298</c:v>
                </c:pt>
                <c:pt idx="160">
                  <c:v>0.88737412724289189</c:v>
                </c:pt>
                <c:pt idx="161">
                  <c:v>0.86909716691660877</c:v>
                </c:pt>
                <c:pt idx="162">
                  <c:v>0.86396749950881213</c:v>
                </c:pt>
                <c:pt idx="163">
                  <c:v>0.88305887297104058</c:v>
                </c:pt>
                <c:pt idx="164">
                  <c:v>0.88422070214246251</c:v>
                </c:pt>
                <c:pt idx="165">
                  <c:v>0.89188725371991373</c:v>
                </c:pt>
                <c:pt idx="166">
                  <c:v>0.86686056910287512</c:v>
                </c:pt>
                <c:pt idx="167">
                  <c:v>0.88615059624193526</c:v>
                </c:pt>
                <c:pt idx="168">
                  <c:v>0.91669546909183064</c:v>
                </c:pt>
                <c:pt idx="169">
                  <c:v>0.94173802366404302</c:v>
                </c:pt>
                <c:pt idx="170">
                  <c:v>0.94405333300878169</c:v>
                </c:pt>
                <c:pt idx="171">
                  <c:v>0.90252587741418966</c:v>
                </c:pt>
                <c:pt idx="172">
                  <c:v>0.87782313352537145</c:v>
                </c:pt>
                <c:pt idx="173">
                  <c:v>0.7608845104813271</c:v>
                </c:pt>
                <c:pt idx="174">
                  <c:v>0.62721663165423269</c:v>
                </c:pt>
                <c:pt idx="175">
                  <c:v>0.64248429940836072</c:v>
                </c:pt>
                <c:pt idx="176">
                  <c:v>0.66923061129763151</c:v>
                </c:pt>
                <c:pt idx="177">
                  <c:v>0.71393326121950773</c:v>
                </c:pt>
                <c:pt idx="178">
                  <c:v>0.72351108978547041</c:v>
                </c:pt>
                <c:pt idx="179">
                  <c:v>0.67369520735436372</c:v>
                </c:pt>
                <c:pt idx="180">
                  <c:v>0.68830653005035114</c:v>
                </c:pt>
                <c:pt idx="181">
                  <c:v>0.71402713274961715</c:v>
                </c:pt>
                <c:pt idx="182">
                  <c:v>0.75141987496812901</c:v>
                </c:pt>
                <c:pt idx="183">
                  <c:v>0.77052351859294232</c:v>
                </c:pt>
                <c:pt idx="184">
                  <c:v>0.73822899585575752</c:v>
                </c:pt>
                <c:pt idx="185">
                  <c:v>0.74430562041314863</c:v>
                </c:pt>
                <c:pt idx="186">
                  <c:v>0.71271790390488876</c:v>
                </c:pt>
                <c:pt idx="187">
                  <c:v>0.67955714088135166</c:v>
                </c:pt>
                <c:pt idx="188">
                  <c:v>0.64835689165524735</c:v>
                </c:pt>
                <c:pt idx="189">
                  <c:v>0.58844719951177404</c:v>
                </c:pt>
                <c:pt idx="190">
                  <c:v>0.52840632616003402</c:v>
                </c:pt>
                <c:pt idx="191">
                  <c:v>0.47941247901091755</c:v>
                </c:pt>
                <c:pt idx="192">
                  <c:v>0.46588201203351087</c:v>
                </c:pt>
                <c:pt idx="193">
                  <c:v>0.45187458676946896</c:v>
                </c:pt>
                <c:pt idx="194">
                  <c:v>0.45082143115892415</c:v>
                </c:pt>
                <c:pt idx="195">
                  <c:v>0.48282964778186566</c:v>
                </c:pt>
                <c:pt idx="196">
                  <c:v>0.4681582777312252</c:v>
                </c:pt>
                <c:pt idx="197">
                  <c:v>0.46376613741434208</c:v>
                </c:pt>
                <c:pt idx="198">
                  <c:v>0.35031843770978555</c:v>
                </c:pt>
                <c:pt idx="199">
                  <c:v>0.30404025233589715</c:v>
                </c:pt>
                <c:pt idx="200">
                  <c:v>0.26995739044101513</c:v>
                </c:pt>
                <c:pt idx="201">
                  <c:v>0.17963175109104532</c:v>
                </c:pt>
                <c:pt idx="202">
                  <c:v>5.2363240828849467E-2</c:v>
                </c:pt>
                <c:pt idx="203">
                  <c:v>-4.0930687323384458E-2</c:v>
                </c:pt>
                <c:pt idx="204">
                  <c:v>-0.17651713152944465</c:v>
                </c:pt>
                <c:pt idx="205">
                  <c:v>-0.2280680054159091</c:v>
                </c:pt>
                <c:pt idx="206">
                  <c:v>-0.30959732549574531</c:v>
                </c:pt>
                <c:pt idx="207">
                  <c:v>-0.35697947317885054</c:v>
                </c:pt>
                <c:pt idx="208">
                  <c:v>-0.3903845431528099</c:v>
                </c:pt>
                <c:pt idx="209">
                  <c:v>-0.42531497290822534</c:v>
                </c:pt>
                <c:pt idx="210">
                  <c:v>-0.45796327102507178</c:v>
                </c:pt>
                <c:pt idx="211">
                  <c:v>-0.49285664061721984</c:v>
                </c:pt>
                <c:pt idx="212">
                  <c:v>-0.45799696758334696</c:v>
                </c:pt>
                <c:pt idx="213">
                  <c:v>-0.46519031950986406</c:v>
                </c:pt>
                <c:pt idx="214">
                  <c:v>-0.42026828051008241</c:v>
                </c:pt>
                <c:pt idx="215">
                  <c:v>-0.39953630420481884</c:v>
                </c:pt>
                <c:pt idx="216">
                  <c:v>-0.39430433482687494</c:v>
                </c:pt>
                <c:pt idx="217">
                  <c:v>-0.38281218607941908</c:v>
                </c:pt>
                <c:pt idx="218">
                  <c:v>-0.38756788347826321</c:v>
                </c:pt>
                <c:pt idx="219">
                  <c:v>-0.317813384214859</c:v>
                </c:pt>
                <c:pt idx="220">
                  <c:v>-0.30295976413450043</c:v>
                </c:pt>
                <c:pt idx="221">
                  <c:v>-0.27195138348981907</c:v>
                </c:pt>
                <c:pt idx="222">
                  <c:v>-0.23063713099342567</c:v>
                </c:pt>
                <c:pt idx="223">
                  <c:v>-0.12630725338114887</c:v>
                </c:pt>
                <c:pt idx="224">
                  <c:v>-2.1363297944476587E-2</c:v>
                </c:pt>
                <c:pt idx="225">
                  <c:v>6.2383348345575046E-2</c:v>
                </c:pt>
                <c:pt idx="226">
                  <c:v>9.2091388709354252E-2</c:v>
                </c:pt>
                <c:pt idx="227">
                  <c:v>0.12895399734131371</c:v>
                </c:pt>
                <c:pt idx="228">
                  <c:v>0.18346665322359687</c:v>
                </c:pt>
                <c:pt idx="229">
                  <c:v>0.25040285098594767</c:v>
                </c:pt>
                <c:pt idx="230">
                  <c:v>0.27506653335408005</c:v>
                </c:pt>
                <c:pt idx="231">
                  <c:v>0.33652085848757884</c:v>
                </c:pt>
                <c:pt idx="232">
                  <c:v>0.4073897769648796</c:v>
                </c:pt>
                <c:pt idx="233">
                  <c:v>0.44301937844514899</c:v>
                </c:pt>
                <c:pt idx="234">
                  <c:v>0.48856088974603729</c:v>
                </c:pt>
                <c:pt idx="235">
                  <c:v>0.52884101864588073</c:v>
                </c:pt>
                <c:pt idx="236">
                  <c:v>0.60915754726752291</c:v>
                </c:pt>
                <c:pt idx="237">
                  <c:v>0.67916182342439912</c:v>
                </c:pt>
                <c:pt idx="238">
                  <c:v>0.73699540359798732</c:v>
                </c:pt>
                <c:pt idx="239">
                  <c:v>0.73666130027822618</c:v>
                </c:pt>
                <c:pt idx="240">
                  <c:v>0.76504671942386404</c:v>
                </c:pt>
                <c:pt idx="241">
                  <c:v>0.81723442829497051</c:v>
                </c:pt>
                <c:pt idx="242">
                  <c:v>0.85293146757306582</c:v>
                </c:pt>
                <c:pt idx="243">
                  <c:v>0.83877153408996608</c:v>
                </c:pt>
                <c:pt idx="244">
                  <c:v>0.83649899438277797</c:v>
                </c:pt>
                <c:pt idx="245">
                  <c:v>0.79972555763290154</c:v>
                </c:pt>
                <c:pt idx="246">
                  <c:v>0.80729440319910373</c:v>
                </c:pt>
                <c:pt idx="247">
                  <c:v>0.82227880960749722</c:v>
                </c:pt>
                <c:pt idx="248">
                  <c:v>0.83483843202940189</c:v>
                </c:pt>
                <c:pt idx="249">
                  <c:v>0.81713006484023432</c:v>
                </c:pt>
                <c:pt idx="250">
                  <c:v>0.77106706761099353</c:v>
                </c:pt>
                <c:pt idx="251">
                  <c:v>0.73769396495380046</c:v>
                </c:pt>
                <c:pt idx="252">
                  <c:v>0.70133679702905416</c:v>
                </c:pt>
                <c:pt idx="253">
                  <c:v>0.66682233101829103</c:v>
                </c:pt>
                <c:pt idx="254">
                  <c:v>0.63296887048321893</c:v>
                </c:pt>
                <c:pt idx="255">
                  <c:v>0.61146732134200488</c:v>
                </c:pt>
                <c:pt idx="256">
                  <c:v>0.54062988395027101</c:v>
                </c:pt>
                <c:pt idx="257">
                  <c:v>0.42771068655526345</c:v>
                </c:pt>
                <c:pt idx="258">
                  <c:v>0.33774075884097482</c:v>
                </c:pt>
                <c:pt idx="259">
                  <c:v>0.16069970955158303</c:v>
                </c:pt>
                <c:pt idx="260">
                  <c:v>4.4956647476920172E-2</c:v>
                </c:pt>
                <c:pt idx="261">
                  <c:v>-6.3854416975493392E-2</c:v>
                </c:pt>
                <c:pt idx="262">
                  <c:v>-0.19328822138011606</c:v>
                </c:pt>
                <c:pt idx="263">
                  <c:v>-0.33500126058488777</c:v>
                </c:pt>
                <c:pt idx="264">
                  <c:v>-0.38635686839203665</c:v>
                </c:pt>
                <c:pt idx="265">
                  <c:v>-0.51922092843357481</c:v>
                </c:pt>
                <c:pt idx="266">
                  <c:v>-0.59503445779124986</c:v>
                </c:pt>
                <c:pt idx="267">
                  <c:v>-0.69811770327165901</c:v>
                </c:pt>
                <c:pt idx="268">
                  <c:v>-0.82531482740121576</c:v>
                </c:pt>
                <c:pt idx="269">
                  <c:v>-0.95948508762234475</c:v>
                </c:pt>
                <c:pt idx="270">
                  <c:v>-1.0660325030570406</c:v>
                </c:pt>
                <c:pt idx="271">
                  <c:v>-1.164982026660049</c:v>
                </c:pt>
                <c:pt idx="272">
                  <c:v>-1.2656139038594201</c:v>
                </c:pt>
                <c:pt idx="273">
                  <c:v>-1.3532291040641073</c:v>
                </c:pt>
                <c:pt idx="274">
                  <c:v>-1.4389632851483301</c:v>
                </c:pt>
                <c:pt idx="275">
                  <c:v>-1.5348443456731127</c:v>
                </c:pt>
                <c:pt idx="276">
                  <c:v>-1.6307060508110072</c:v>
                </c:pt>
                <c:pt idx="277">
                  <c:v>-1.7080625446258988</c:v>
                </c:pt>
                <c:pt idx="278">
                  <c:v>-1.7109062886312343</c:v>
                </c:pt>
                <c:pt idx="279">
                  <c:v>-1.7524827240210119</c:v>
                </c:pt>
                <c:pt idx="280">
                  <c:v>-1.6956139584767955</c:v>
                </c:pt>
                <c:pt idx="281">
                  <c:v>-1.6599574204928347</c:v>
                </c:pt>
                <c:pt idx="282">
                  <c:v>-1.6462264258605666</c:v>
                </c:pt>
                <c:pt idx="283">
                  <c:v>-1.624598022069033</c:v>
                </c:pt>
                <c:pt idx="284">
                  <c:v>-1.5810220672661546</c:v>
                </c:pt>
                <c:pt idx="285">
                  <c:v>-1.5879211225997889</c:v>
                </c:pt>
                <c:pt idx="286">
                  <c:v>-1.5878169166249647</c:v>
                </c:pt>
                <c:pt idx="287">
                  <c:v>-1.6362820152702027</c:v>
                </c:pt>
                <c:pt idx="288">
                  <c:v>-1.6166932526465974</c:v>
                </c:pt>
                <c:pt idx="289">
                  <c:v>-1.6145214616204169</c:v>
                </c:pt>
                <c:pt idx="290">
                  <c:v>-1.5917519149086441</c:v>
                </c:pt>
                <c:pt idx="291">
                  <c:v>-1.5791061464374658</c:v>
                </c:pt>
                <c:pt idx="292">
                  <c:v>-1.5429456256131369</c:v>
                </c:pt>
                <c:pt idx="293">
                  <c:v>-1.5426472809332643</c:v>
                </c:pt>
                <c:pt idx="294">
                  <c:v>-1.5618235794482187</c:v>
                </c:pt>
                <c:pt idx="295">
                  <c:v>-1.5614732874090467</c:v>
                </c:pt>
                <c:pt idx="296">
                  <c:v>-1.5701212120569599</c:v>
                </c:pt>
                <c:pt idx="297">
                  <c:v>-1.5469979840113119</c:v>
                </c:pt>
                <c:pt idx="298">
                  <c:v>-1.4784134868154648</c:v>
                </c:pt>
                <c:pt idx="299">
                  <c:v>-1.4336684144136977</c:v>
                </c:pt>
                <c:pt idx="300">
                  <c:v>-1.4062791659155205</c:v>
                </c:pt>
                <c:pt idx="301">
                  <c:v>-1.3918765255878736</c:v>
                </c:pt>
                <c:pt idx="302">
                  <c:v>-1.350744340207805</c:v>
                </c:pt>
                <c:pt idx="303">
                  <c:v>-1.2786803378921094</c:v>
                </c:pt>
                <c:pt idx="304">
                  <c:v>-1.2824080011083274</c:v>
                </c:pt>
                <c:pt idx="305">
                  <c:v>-1.2850979808169183</c:v>
                </c:pt>
                <c:pt idx="306">
                  <c:v>-1.2616357292804807</c:v>
                </c:pt>
                <c:pt idx="307">
                  <c:v>-1.1708320377294188</c:v>
                </c:pt>
                <c:pt idx="308">
                  <c:v>-1.0753601867403739</c:v>
                </c:pt>
                <c:pt idx="309">
                  <c:v>-1.0370764141372393</c:v>
                </c:pt>
                <c:pt idx="310">
                  <c:v>-0.96845607840540915</c:v>
                </c:pt>
                <c:pt idx="311">
                  <c:v>-0.92144564482867097</c:v>
                </c:pt>
                <c:pt idx="312">
                  <c:v>-0.88665867553098388</c:v>
                </c:pt>
                <c:pt idx="313">
                  <c:v>-0.88509848216888276</c:v>
                </c:pt>
                <c:pt idx="314">
                  <c:v>-0.80472535052728256</c:v>
                </c:pt>
                <c:pt idx="315">
                  <c:v>-0.74470521866981154</c:v>
                </c:pt>
                <c:pt idx="316">
                  <c:v>-0.74442161641188809</c:v>
                </c:pt>
                <c:pt idx="317">
                  <c:v>-0.75402493953488869</c:v>
                </c:pt>
                <c:pt idx="318">
                  <c:v>-0.7604742534752833</c:v>
                </c:pt>
                <c:pt idx="319">
                  <c:v>-0.84693774060766769</c:v>
                </c:pt>
                <c:pt idx="320">
                  <c:v>-0.92615363820829755</c:v>
                </c:pt>
                <c:pt idx="321">
                  <c:v>-0.92944405461056079</c:v>
                </c:pt>
                <c:pt idx="322">
                  <c:v>-0.90822208177278863</c:v>
                </c:pt>
                <c:pt idx="323">
                  <c:v>-0.82673085984273698</c:v>
                </c:pt>
                <c:pt idx="324">
                  <c:v>-0.76252924135162947</c:v>
                </c:pt>
                <c:pt idx="325">
                  <c:v>-0.64543660699408101</c:v>
                </c:pt>
                <c:pt idx="326">
                  <c:v>-0.56829926918251628</c:v>
                </c:pt>
                <c:pt idx="327">
                  <c:v>-0.48956506181833231</c:v>
                </c:pt>
                <c:pt idx="328">
                  <c:v>-0.47865867420404978</c:v>
                </c:pt>
                <c:pt idx="329">
                  <c:v>-0.46785828202153451</c:v>
                </c:pt>
                <c:pt idx="330">
                  <c:v>-0.44045262304835558</c:v>
                </c:pt>
                <c:pt idx="331">
                  <c:v>-0.37637765338186929</c:v>
                </c:pt>
                <c:pt idx="332">
                  <c:v>-0.2995235479042741</c:v>
                </c:pt>
                <c:pt idx="333">
                  <c:v>-0.19571435560851083</c:v>
                </c:pt>
                <c:pt idx="334">
                  <c:v>-8.9893519457502194E-2</c:v>
                </c:pt>
                <c:pt idx="335">
                  <c:v>-4.6326081414834464E-3</c:v>
                </c:pt>
                <c:pt idx="336">
                  <c:v>0.10816410026123464</c:v>
                </c:pt>
                <c:pt idx="337">
                  <c:v>0.24761740538709259</c:v>
                </c:pt>
                <c:pt idx="338">
                  <c:v>0.41108623159400925</c:v>
                </c:pt>
                <c:pt idx="339">
                  <c:v>0.5212470457640479</c:v>
                </c:pt>
                <c:pt idx="340">
                  <c:v>0.66767483504583924</c:v>
                </c:pt>
                <c:pt idx="341">
                  <c:v>0.81319880543851619</c:v>
                </c:pt>
                <c:pt idx="342">
                  <c:v>0.91703721888099976</c:v>
                </c:pt>
                <c:pt idx="343">
                  <c:v>1.0071450395592156</c:v>
                </c:pt>
                <c:pt idx="344">
                  <c:v>0.99933693435075643</c:v>
                </c:pt>
                <c:pt idx="345">
                  <c:v>0.96296670881779522</c:v>
                </c:pt>
                <c:pt idx="346">
                  <c:v>0.90861396380214876</c:v>
                </c:pt>
                <c:pt idx="347">
                  <c:v>0.87282622491592798</c:v>
                </c:pt>
                <c:pt idx="348">
                  <c:v>0.85381000131972928</c:v>
                </c:pt>
                <c:pt idx="349">
                  <c:v>0.8986420604991493</c:v>
                </c:pt>
                <c:pt idx="350">
                  <c:v>0.93874814021411368</c:v>
                </c:pt>
                <c:pt idx="351">
                  <c:v>0.95836585615080383</c:v>
                </c:pt>
                <c:pt idx="352">
                  <c:v>0.93657567986618462</c:v>
                </c:pt>
                <c:pt idx="353">
                  <c:v>0.92832371888548015</c:v>
                </c:pt>
                <c:pt idx="354">
                  <c:v>0.8951375745890453</c:v>
                </c:pt>
                <c:pt idx="355">
                  <c:v>0.85238946777550917</c:v>
                </c:pt>
                <c:pt idx="356">
                  <c:v>0.81809940098811884</c:v>
                </c:pt>
                <c:pt idx="357">
                  <c:v>0.74097608250400182</c:v>
                </c:pt>
                <c:pt idx="358">
                  <c:v>0.68941362927752858</c:v>
                </c:pt>
                <c:pt idx="359">
                  <c:v>0.62086759592050744</c:v>
                </c:pt>
                <c:pt idx="360">
                  <c:v>0.57162723088827938</c:v>
                </c:pt>
                <c:pt idx="361">
                  <c:v>0.52271611543909258</c:v>
                </c:pt>
                <c:pt idx="362">
                  <c:v>0.47701870157727522</c:v>
                </c:pt>
                <c:pt idx="363">
                  <c:v>0.4061210863042401</c:v>
                </c:pt>
                <c:pt idx="364">
                  <c:v>0.35209788719188484</c:v>
                </c:pt>
                <c:pt idx="365">
                  <c:v>0.29201663959729102</c:v>
                </c:pt>
                <c:pt idx="366">
                  <c:v>0.25121481744057333</c:v>
                </c:pt>
                <c:pt idx="367">
                  <c:v>0.23262557565156833</c:v>
                </c:pt>
                <c:pt idx="368">
                  <c:v>0.23209623311693414</c:v>
                </c:pt>
                <c:pt idx="369">
                  <c:v>0.19149395429644586</c:v>
                </c:pt>
                <c:pt idx="370">
                  <c:v>0.14400738785586248</c:v>
                </c:pt>
                <c:pt idx="371">
                  <c:v>0.10564325935664722</c:v>
                </c:pt>
                <c:pt idx="372">
                  <c:v>9.8659730067027551E-2</c:v>
                </c:pt>
                <c:pt idx="373">
                  <c:v>0.10868834584013191</c:v>
                </c:pt>
                <c:pt idx="374">
                  <c:v>8.0647759691873572E-2</c:v>
                </c:pt>
                <c:pt idx="375">
                  <c:v>5.5998144211999827E-2</c:v>
                </c:pt>
                <c:pt idx="376">
                  <c:v>6.4459227489105847E-2</c:v>
                </c:pt>
                <c:pt idx="377">
                  <c:v>6.983706653151292E-2</c:v>
                </c:pt>
                <c:pt idx="378">
                  <c:v>0.11664430896919357</c:v>
                </c:pt>
                <c:pt idx="379">
                  <c:v>0.13888161764803766</c:v>
                </c:pt>
                <c:pt idx="380">
                  <c:v>0.17451136245956883</c:v>
                </c:pt>
                <c:pt idx="381">
                  <c:v>0.19315692922217645</c:v>
                </c:pt>
                <c:pt idx="382">
                  <c:v>0.22487834807141355</c:v>
                </c:pt>
                <c:pt idx="383">
                  <c:v>0.18022934467860655</c:v>
                </c:pt>
                <c:pt idx="384">
                  <c:v>0.22703582818396445</c:v>
                </c:pt>
                <c:pt idx="385">
                  <c:v>0.24051924672158589</c:v>
                </c:pt>
                <c:pt idx="386">
                  <c:v>0.24309982738621017</c:v>
                </c:pt>
                <c:pt idx="387">
                  <c:v>0.26208220359724205</c:v>
                </c:pt>
                <c:pt idx="388">
                  <c:v>0.28254259304258583</c:v>
                </c:pt>
                <c:pt idx="389">
                  <c:v>0.31604137992224762</c:v>
                </c:pt>
                <c:pt idx="390">
                  <c:v>0.34844666619013803</c:v>
                </c:pt>
                <c:pt idx="391">
                  <c:v>0.36460436835944166</c:v>
                </c:pt>
                <c:pt idx="392">
                  <c:v>0.34898680722598563</c:v>
                </c:pt>
                <c:pt idx="393">
                  <c:v>0.32188223212639533</c:v>
                </c:pt>
                <c:pt idx="394">
                  <c:v>0.30376143828161434</c:v>
                </c:pt>
                <c:pt idx="395">
                  <c:v>0.29674711436021506</c:v>
                </c:pt>
                <c:pt idx="396">
                  <c:v>0.28013746896333086</c:v>
                </c:pt>
                <c:pt idx="397">
                  <c:v>0.26905183406172362</c:v>
                </c:pt>
                <c:pt idx="398">
                  <c:v>0.23190523625072682</c:v>
                </c:pt>
                <c:pt idx="399">
                  <c:v>0.17093685236704992</c:v>
                </c:pt>
                <c:pt idx="400">
                  <c:v>0.10108770545557624</c:v>
                </c:pt>
                <c:pt idx="401">
                  <c:v>5.7219596871498982E-2</c:v>
                </c:pt>
                <c:pt idx="402">
                  <c:v>4.3266687044968735E-2</c:v>
                </c:pt>
                <c:pt idx="403">
                  <c:v>-7.5594500422812626E-4</c:v>
                </c:pt>
                <c:pt idx="404">
                  <c:v>-1.8704585972799321E-3</c:v>
                </c:pt>
                <c:pt idx="405">
                  <c:v>-4.4277851854528455E-2</c:v>
                </c:pt>
                <c:pt idx="406">
                  <c:v>-5.6237880658224423E-2</c:v>
                </c:pt>
                <c:pt idx="407">
                  <c:v>-2.2395136467922051E-2</c:v>
                </c:pt>
                <c:pt idx="408">
                  <c:v>-1.7008033289771029E-2</c:v>
                </c:pt>
                <c:pt idx="409">
                  <c:v>-1.6290935205067508E-2</c:v>
                </c:pt>
                <c:pt idx="410">
                  <c:v>-4.7266796225743979E-2</c:v>
                </c:pt>
                <c:pt idx="411">
                  <c:v>-5.7816433308794594E-2</c:v>
                </c:pt>
                <c:pt idx="412">
                  <c:v>-4.5519660131788049E-2</c:v>
                </c:pt>
                <c:pt idx="413">
                  <c:v>1.3216156851911239E-2</c:v>
                </c:pt>
                <c:pt idx="414">
                  <c:v>2.7854435709020967E-2</c:v>
                </c:pt>
                <c:pt idx="415">
                  <c:v>3.7026292944063656E-2</c:v>
                </c:pt>
                <c:pt idx="416">
                  <c:v>6.3050885466687981E-2</c:v>
                </c:pt>
                <c:pt idx="417">
                  <c:v>0.10678603442142182</c:v>
                </c:pt>
                <c:pt idx="418">
                  <c:v>0.13323705936961239</c:v>
                </c:pt>
                <c:pt idx="419">
                  <c:v>0.15717450374742631</c:v>
                </c:pt>
                <c:pt idx="420">
                  <c:v>0.20876356971179558</c:v>
                </c:pt>
                <c:pt idx="421">
                  <c:v>0.26654448134803632</c:v>
                </c:pt>
                <c:pt idx="422">
                  <c:v>0.25617237011890626</c:v>
                </c:pt>
                <c:pt idx="423">
                  <c:v>0.2172010811867903</c:v>
                </c:pt>
                <c:pt idx="424">
                  <c:v>0.20470689196439915</c:v>
                </c:pt>
                <c:pt idx="425">
                  <c:v>0.21893717487981745</c:v>
                </c:pt>
                <c:pt idx="426">
                  <c:v>0.21058063001099236</c:v>
                </c:pt>
                <c:pt idx="427">
                  <c:v>0.18483313338997728</c:v>
                </c:pt>
                <c:pt idx="428">
                  <c:v>0.14525662424780281</c:v>
                </c:pt>
                <c:pt idx="429">
                  <c:v>0.12322003788887455</c:v>
                </c:pt>
                <c:pt idx="430">
                  <c:v>9.5773953994607364E-2</c:v>
                </c:pt>
                <c:pt idx="431">
                  <c:v>7.9238254585992179E-2</c:v>
                </c:pt>
                <c:pt idx="432">
                  <c:v>4.7367221412519166E-2</c:v>
                </c:pt>
                <c:pt idx="433">
                  <c:v>-3.3335519799484251E-3</c:v>
                </c:pt>
                <c:pt idx="434">
                  <c:v>-5.1343564939443156E-2</c:v>
                </c:pt>
                <c:pt idx="435">
                  <c:v>-3.3575773535080004E-2</c:v>
                </c:pt>
                <c:pt idx="436">
                  <c:v>-5.8834246826243088E-2</c:v>
                </c:pt>
                <c:pt idx="437">
                  <c:v>-0.10142297642216352</c:v>
                </c:pt>
                <c:pt idx="438">
                  <c:v>-0.16900366809103032</c:v>
                </c:pt>
                <c:pt idx="439">
                  <c:v>-0.2290907826086814</c:v>
                </c:pt>
                <c:pt idx="440">
                  <c:v>-0.28366456321689387</c:v>
                </c:pt>
                <c:pt idx="441">
                  <c:v>-0.35381852583002676</c:v>
                </c:pt>
                <c:pt idx="442">
                  <c:v>-0.41121232929288776</c:v>
                </c:pt>
                <c:pt idx="443">
                  <c:v>-0.35555583584127987</c:v>
                </c:pt>
                <c:pt idx="444">
                  <c:v>-0.2564878910949604</c:v>
                </c:pt>
                <c:pt idx="445">
                  <c:v>-0.19646439961612197</c:v>
                </c:pt>
                <c:pt idx="446">
                  <c:v>-0.14658839673105326</c:v>
                </c:pt>
                <c:pt idx="447">
                  <c:v>-9.2692908327444798E-2</c:v>
                </c:pt>
                <c:pt idx="448">
                  <c:v>-4.6815145593484084E-2</c:v>
                </c:pt>
                <c:pt idx="449">
                  <c:v>2.4522912920100098E-2</c:v>
                </c:pt>
                <c:pt idx="450">
                  <c:v>9.1451281625078401E-2</c:v>
                </c:pt>
                <c:pt idx="451">
                  <c:v>0.19406341129502017</c:v>
                </c:pt>
                <c:pt idx="452">
                  <c:v>0.32674452960619793</c:v>
                </c:pt>
                <c:pt idx="453">
                  <c:v>0.46384603146847381</c:v>
                </c:pt>
                <c:pt idx="454">
                  <c:v>0.62877763040869161</c:v>
                </c:pt>
                <c:pt idx="455">
                  <c:v>0.7834525343414096</c:v>
                </c:pt>
                <c:pt idx="456">
                  <c:v>0.91054890173259695</c:v>
                </c:pt>
                <c:pt idx="457">
                  <c:v>1.0640967828950985</c:v>
                </c:pt>
                <c:pt idx="458">
                  <c:v>1.2274869448621197</c:v>
                </c:pt>
                <c:pt idx="459">
                  <c:v>1.4168676308248582</c:v>
                </c:pt>
                <c:pt idx="460">
                  <c:v>1.5978557179386013</c:v>
                </c:pt>
                <c:pt idx="461">
                  <c:v>1.7803098485765469</c:v>
                </c:pt>
                <c:pt idx="462">
                  <c:v>1.9523714589791261</c:v>
                </c:pt>
                <c:pt idx="463">
                  <c:v>2.0990843891157329</c:v>
                </c:pt>
                <c:pt idx="464">
                  <c:v>2.1787273033993153</c:v>
                </c:pt>
                <c:pt idx="465">
                  <c:v>2.2318958492580254</c:v>
                </c:pt>
                <c:pt idx="466">
                  <c:v>2.2897941575834335</c:v>
                </c:pt>
                <c:pt idx="467">
                  <c:v>2.3412038027644893</c:v>
                </c:pt>
                <c:pt idx="468">
                  <c:v>2.3874931041618548</c:v>
                </c:pt>
                <c:pt idx="469">
                  <c:v>2.4184963224245895</c:v>
                </c:pt>
                <c:pt idx="470">
                  <c:v>2.4228865176815946</c:v>
                </c:pt>
                <c:pt idx="471">
                  <c:v>2.4059090836439885</c:v>
                </c:pt>
                <c:pt idx="472">
                  <c:v>2.3892507066513757</c:v>
                </c:pt>
                <c:pt idx="473">
                  <c:v>2.3281757950653295</c:v>
                </c:pt>
                <c:pt idx="474">
                  <c:v>2.2724624699447764</c:v>
                </c:pt>
                <c:pt idx="475">
                  <c:v>2.1637154015425133</c:v>
                </c:pt>
                <c:pt idx="476">
                  <c:v>2.0519666444086933</c:v>
                </c:pt>
                <c:pt idx="477">
                  <c:v>1.9582962131063273</c:v>
                </c:pt>
                <c:pt idx="478">
                  <c:v>1.8521022839822689</c:v>
                </c:pt>
                <c:pt idx="479">
                  <c:v>1.736424434421951</c:v>
                </c:pt>
                <c:pt idx="480">
                  <c:v>1.6276072522762506</c:v>
                </c:pt>
                <c:pt idx="481">
                  <c:v>1.5243874175142884</c:v>
                </c:pt>
                <c:pt idx="482">
                  <c:v>1.4408323192524799</c:v>
                </c:pt>
                <c:pt idx="483">
                  <c:v>1.3690467667304951</c:v>
                </c:pt>
                <c:pt idx="484">
                  <c:v>1.3104139691622063</c:v>
                </c:pt>
                <c:pt idx="485">
                  <c:v>1.2481469145176649</c:v>
                </c:pt>
                <c:pt idx="486">
                  <c:v>1.1908107634016059</c:v>
                </c:pt>
                <c:pt idx="487">
                  <c:v>1.1446857411285174</c:v>
                </c:pt>
                <c:pt idx="488">
                  <c:v>1.0573199363113297</c:v>
                </c:pt>
                <c:pt idx="489">
                  <c:v>0.97189129555485876</c:v>
                </c:pt>
                <c:pt idx="490">
                  <c:v>0.91066896747356263</c:v>
                </c:pt>
                <c:pt idx="491">
                  <c:v>0.83654386342371723</c:v>
                </c:pt>
                <c:pt idx="492">
                  <c:v>0.79902868629466961</c:v>
                </c:pt>
                <c:pt idx="493">
                  <c:v>0.73956025055470154</c:v>
                </c:pt>
                <c:pt idx="494">
                  <c:v>0.69501149640907434</c:v>
                </c:pt>
                <c:pt idx="495">
                  <c:v>0.63919240732299543</c:v>
                </c:pt>
                <c:pt idx="496">
                  <c:v>0.60921906935726533</c:v>
                </c:pt>
                <c:pt idx="497">
                  <c:v>0.57618216958617074</c:v>
                </c:pt>
                <c:pt idx="498">
                  <c:v>0.54135361198973486</c:v>
                </c:pt>
                <c:pt idx="499">
                  <c:v>0.52011286172475857</c:v>
                </c:pt>
                <c:pt idx="500">
                  <c:v>0.51780434451113744</c:v>
                </c:pt>
                <c:pt idx="501">
                  <c:v>0.50683549347914369</c:v>
                </c:pt>
                <c:pt idx="502">
                  <c:v>0.50189672395154383</c:v>
                </c:pt>
                <c:pt idx="503">
                  <c:v>0.47650845464906316</c:v>
                </c:pt>
                <c:pt idx="504">
                  <c:v>0.44508639672172434</c:v>
                </c:pt>
                <c:pt idx="505">
                  <c:v>0.40576256844539932</c:v>
                </c:pt>
                <c:pt idx="506">
                  <c:v>0.26448196032861521</c:v>
                </c:pt>
                <c:pt idx="507">
                  <c:v>0.12778556700254298</c:v>
                </c:pt>
                <c:pt idx="508">
                  <c:v>2.3162501569896087E-2</c:v>
                </c:pt>
                <c:pt idx="509">
                  <c:v>-3.3785239675726865E-2</c:v>
                </c:pt>
                <c:pt idx="510">
                  <c:v>-8.3275428585073863E-2</c:v>
                </c:pt>
                <c:pt idx="511">
                  <c:v>-0.14444644770122353</c:v>
                </c:pt>
                <c:pt idx="512">
                  <c:v>-0.19246397350056121</c:v>
                </c:pt>
                <c:pt idx="513">
                  <c:v>-0.23571468069508789</c:v>
                </c:pt>
                <c:pt idx="514">
                  <c:v>-0.30398344189818838</c:v>
                </c:pt>
                <c:pt idx="515">
                  <c:v>-0.39356483810738174</c:v>
                </c:pt>
                <c:pt idx="516">
                  <c:v>-0.48568990951163904</c:v>
                </c:pt>
                <c:pt idx="517">
                  <c:v>-0.56354131371821958</c:v>
                </c:pt>
                <c:pt idx="518">
                  <c:v>-0.64497374159774923</c:v>
                </c:pt>
                <c:pt idx="519">
                  <c:v>-0.74520356548112521</c:v>
                </c:pt>
                <c:pt idx="520">
                  <c:v>-0.83322489251061005</c:v>
                </c:pt>
                <c:pt idx="521">
                  <c:v>-0.94129585978228569</c:v>
                </c:pt>
                <c:pt idx="522">
                  <c:v>-1.0526871529805888</c:v>
                </c:pt>
                <c:pt idx="523">
                  <c:v>-1.1726796991069837</c:v>
                </c:pt>
                <c:pt idx="524">
                  <c:v>-1.2868184271591081</c:v>
                </c:pt>
                <c:pt idx="525">
                  <c:v>-1.4217068953488223</c:v>
                </c:pt>
                <c:pt idx="526">
                  <c:v>-1.5564893213090936</c:v>
                </c:pt>
                <c:pt idx="527">
                  <c:v>-1.5815431842692931</c:v>
                </c:pt>
                <c:pt idx="528">
                  <c:v>-1.6281828070488731</c:v>
                </c:pt>
                <c:pt idx="529">
                  <c:v>-1.7000023592872577</c:v>
                </c:pt>
                <c:pt idx="530">
                  <c:v>-1.7854853883455484</c:v>
                </c:pt>
                <c:pt idx="531">
                  <c:v>-1.8700714227810313</c:v>
                </c:pt>
                <c:pt idx="532">
                  <c:v>-1.920090352028494</c:v>
                </c:pt>
                <c:pt idx="533">
                  <c:v>-1.988310520120784</c:v>
                </c:pt>
                <c:pt idx="534">
                  <c:v>-2.0756024984455972</c:v>
                </c:pt>
                <c:pt idx="535">
                  <c:v>-2.140323672434663</c:v>
                </c:pt>
                <c:pt idx="536">
                  <c:v>-2.1879726979036103</c:v>
                </c:pt>
                <c:pt idx="537">
                  <c:v>-2.2124053341102283</c:v>
                </c:pt>
                <c:pt idx="538">
                  <c:v>-2.2244282557138257</c:v>
                </c:pt>
                <c:pt idx="539">
                  <c:v>-2.2299592230231813</c:v>
                </c:pt>
                <c:pt idx="540">
                  <c:v>-2.2061368914483461</c:v>
                </c:pt>
                <c:pt idx="541">
                  <c:v>-2.2062637290780236</c:v>
                </c:pt>
                <c:pt idx="542">
                  <c:v>-2.1654706515616353</c:v>
                </c:pt>
                <c:pt idx="543">
                  <c:v>-2.1192680129473938</c:v>
                </c:pt>
                <c:pt idx="544">
                  <c:v>-2.0654703067913633</c:v>
                </c:pt>
                <c:pt idx="545">
                  <c:v>-1.9939035793593638</c:v>
                </c:pt>
                <c:pt idx="546">
                  <c:v>-1.9241310689474513</c:v>
                </c:pt>
                <c:pt idx="547">
                  <c:v>-1.8360185027050375</c:v>
                </c:pt>
                <c:pt idx="548">
                  <c:v>-1.7561720970067569</c:v>
                </c:pt>
                <c:pt idx="549">
                  <c:v>-1.6542898790940344</c:v>
                </c:pt>
                <c:pt idx="550">
                  <c:v>-1.5385007390506436</c:v>
                </c:pt>
                <c:pt idx="551">
                  <c:v>-1.402407168967273</c:v>
                </c:pt>
                <c:pt idx="552">
                  <c:v>-1.2786574579379462</c:v>
                </c:pt>
                <c:pt idx="553">
                  <c:v>-1.1609060538586453</c:v>
                </c:pt>
                <c:pt idx="554">
                  <c:v>-1.0457306168528995</c:v>
                </c:pt>
                <c:pt idx="555">
                  <c:v>-0.93058481953343675</c:v>
                </c:pt>
                <c:pt idx="556">
                  <c:v>-0.82527417410703874</c:v>
                </c:pt>
                <c:pt idx="557">
                  <c:v>-0.72315286852353666</c:v>
                </c:pt>
                <c:pt idx="558">
                  <c:v>-0.62921595068757508</c:v>
                </c:pt>
                <c:pt idx="559">
                  <c:v>-0.55614508579478472</c:v>
                </c:pt>
                <c:pt idx="560">
                  <c:v>-0.49557201571523479</c:v>
                </c:pt>
                <c:pt idx="561">
                  <c:v>-0.48367789907457526</c:v>
                </c:pt>
                <c:pt idx="562">
                  <c:v>-0.44612607628196699</c:v>
                </c:pt>
                <c:pt idx="563">
                  <c:v>-0.43638401635652457</c:v>
                </c:pt>
                <c:pt idx="564">
                  <c:v>-0.42332702352055374</c:v>
                </c:pt>
                <c:pt idx="565">
                  <c:v>-0.44351545940193965</c:v>
                </c:pt>
                <c:pt idx="566">
                  <c:v>-0.43609692391544469</c:v>
                </c:pt>
                <c:pt idx="567">
                  <c:v>-0.41496450575541222</c:v>
                </c:pt>
                <c:pt idx="568">
                  <c:v>-0.41292721987740688</c:v>
                </c:pt>
                <c:pt idx="569">
                  <c:v>-0.3849253688617566</c:v>
                </c:pt>
                <c:pt idx="570">
                  <c:v>-0.3657204715175475</c:v>
                </c:pt>
                <c:pt idx="571">
                  <c:v>-0.50969646098092314</c:v>
                </c:pt>
                <c:pt idx="572">
                  <c:v>-0.65385846963435978</c:v>
                </c:pt>
                <c:pt idx="573">
                  <c:v>-0.79273974977314488</c:v>
                </c:pt>
                <c:pt idx="574">
                  <c:v>-0.92898888633294885</c:v>
                </c:pt>
                <c:pt idx="575">
                  <c:v>-1.0402514248444255</c:v>
                </c:pt>
                <c:pt idx="576">
                  <c:v>-1.1548830400457166</c:v>
                </c:pt>
                <c:pt idx="577">
                  <c:v>-1.2743866571161893</c:v>
                </c:pt>
                <c:pt idx="578">
                  <c:v>-1.3770391159191231</c:v>
                </c:pt>
                <c:pt idx="579">
                  <c:v>-1.4780048491095081</c:v>
                </c:pt>
                <c:pt idx="580">
                  <c:v>-1.5735211546204306</c:v>
                </c:pt>
                <c:pt idx="581">
                  <c:v>-1.6804225330570022</c:v>
                </c:pt>
                <c:pt idx="582">
                  <c:v>-1.757120968200391</c:v>
                </c:pt>
                <c:pt idx="583">
                  <c:v>-1.8641241962865076</c:v>
                </c:pt>
                <c:pt idx="584">
                  <c:v>-1.9658477946187773</c:v>
                </c:pt>
                <c:pt idx="585">
                  <c:v>-2.0590996132963602</c:v>
                </c:pt>
                <c:pt idx="586">
                  <c:v>-2.1273655330020964</c:v>
                </c:pt>
                <c:pt idx="587">
                  <c:v>-2.2280966043283632</c:v>
                </c:pt>
                <c:pt idx="588">
                  <c:v>-2.3256104493920593</c:v>
                </c:pt>
                <c:pt idx="589">
                  <c:v>-2.390561623620072</c:v>
                </c:pt>
                <c:pt idx="590">
                  <c:v>-2.4848218112300153</c:v>
                </c:pt>
                <c:pt idx="591">
                  <c:v>-2.5869876778833305</c:v>
                </c:pt>
                <c:pt idx="592">
                  <c:v>-2.5329267812302607</c:v>
                </c:pt>
                <c:pt idx="593">
                  <c:v>-2.5011387609169495</c:v>
                </c:pt>
                <c:pt idx="594">
                  <c:v>-2.4511622578835741</c:v>
                </c:pt>
                <c:pt idx="595">
                  <c:v>-2.4007045300568683</c:v>
                </c:pt>
                <c:pt idx="596">
                  <c:v>-2.3721388844780247</c:v>
                </c:pt>
                <c:pt idx="597">
                  <c:v>-2.3452342131090504</c:v>
                </c:pt>
                <c:pt idx="598">
                  <c:v>-2.2958820576498096</c:v>
                </c:pt>
                <c:pt idx="599">
                  <c:v>-2.2289529033384103</c:v>
                </c:pt>
                <c:pt idx="600">
                  <c:v>-2.1560764965712624</c:v>
                </c:pt>
                <c:pt idx="601">
                  <c:v>-2.0693905177277792</c:v>
                </c:pt>
                <c:pt idx="602">
                  <c:v>-1.9726567331536933</c:v>
                </c:pt>
                <c:pt idx="603">
                  <c:v>-1.8423770250059195</c:v>
                </c:pt>
                <c:pt idx="604">
                  <c:v>-1.7132776269915204</c:v>
                </c:pt>
                <c:pt idx="605">
                  <c:v>-1.6028450975998887</c:v>
                </c:pt>
                <c:pt idx="606">
                  <c:v>-1.5093261246719449</c:v>
                </c:pt>
                <c:pt idx="607">
                  <c:v>-1.4027704247652129</c:v>
                </c:pt>
                <c:pt idx="608">
                  <c:v>-1.3288952462795507</c:v>
                </c:pt>
                <c:pt idx="609">
                  <c:v>-1.2553287399127524</c:v>
                </c:pt>
                <c:pt idx="610">
                  <c:v>-1.1844862752523679</c:v>
                </c:pt>
                <c:pt idx="611">
                  <c:v>-1.094711746332788</c:v>
                </c:pt>
                <c:pt idx="612">
                  <c:v>-1.0218022835590288</c:v>
                </c:pt>
                <c:pt idx="613">
                  <c:v>-0.94717102220850435</c:v>
                </c:pt>
                <c:pt idx="614">
                  <c:v>-0.86551476687347939</c:v>
                </c:pt>
                <c:pt idx="615">
                  <c:v>-0.79461289714291361</c:v>
                </c:pt>
                <c:pt idx="616">
                  <c:v>-0.74745921319380881</c:v>
                </c:pt>
                <c:pt idx="617">
                  <c:v>-0.67430638753470185</c:v>
                </c:pt>
                <c:pt idx="618">
                  <c:v>-0.61321173038999999</c:v>
                </c:pt>
                <c:pt idx="619">
                  <c:v>-0.54972924936605627</c:v>
                </c:pt>
                <c:pt idx="620">
                  <c:v>-0.50181380166141132</c:v>
                </c:pt>
                <c:pt idx="621">
                  <c:v>-0.47594290701801101</c:v>
                </c:pt>
                <c:pt idx="622">
                  <c:v>-0.42869589096474175</c:v>
                </c:pt>
                <c:pt idx="623">
                  <c:v>-0.41419411337293782</c:v>
                </c:pt>
                <c:pt idx="624">
                  <c:v>-0.41618479633484873</c:v>
                </c:pt>
                <c:pt idx="625">
                  <c:v>-0.40270660747443499</c:v>
                </c:pt>
                <c:pt idx="626">
                  <c:v>-0.35537898153101677</c:v>
                </c:pt>
                <c:pt idx="627">
                  <c:v>-0.31053010592723679</c:v>
                </c:pt>
                <c:pt idx="628">
                  <c:v>-0.30141458003011945</c:v>
                </c:pt>
                <c:pt idx="629">
                  <c:v>-0.24588055796179101</c:v>
                </c:pt>
                <c:pt idx="630">
                  <c:v>-0.19251851599107947</c:v>
                </c:pt>
                <c:pt idx="631">
                  <c:v>-0.13780775337547785</c:v>
                </c:pt>
                <c:pt idx="632">
                  <c:v>-0.10166955221099815</c:v>
                </c:pt>
                <c:pt idx="633">
                  <c:v>-8.4255022999278062E-2</c:v>
                </c:pt>
                <c:pt idx="634">
                  <c:v>-6.9576323887768687E-2</c:v>
                </c:pt>
                <c:pt idx="635">
                  <c:v>-3.7465657199506987E-2</c:v>
                </c:pt>
                <c:pt idx="636">
                  <c:v>-1.2464283347084104E-2</c:v>
                </c:pt>
                <c:pt idx="637">
                  <c:v>1.7209821934049005E-2</c:v>
                </c:pt>
                <c:pt idx="638">
                  <c:v>3.8697239406778709E-2</c:v>
                </c:pt>
                <c:pt idx="639">
                  <c:v>7.2215631428941107E-2</c:v>
                </c:pt>
                <c:pt idx="640">
                  <c:v>9.4149139994048045E-2</c:v>
                </c:pt>
                <c:pt idx="641">
                  <c:v>0.11533899878817495</c:v>
                </c:pt>
                <c:pt idx="642">
                  <c:v>0.13741468041522673</c:v>
                </c:pt>
                <c:pt idx="643">
                  <c:v>9.6755780484538659E-2</c:v>
                </c:pt>
                <c:pt idx="644">
                  <c:v>8.0902784501723876E-2</c:v>
                </c:pt>
                <c:pt idx="645">
                  <c:v>4.1543843881507829E-2</c:v>
                </c:pt>
                <c:pt idx="646">
                  <c:v>2.5026675973299386E-3</c:v>
                </c:pt>
                <c:pt idx="647">
                  <c:v>-3.4067336909351695E-2</c:v>
                </c:pt>
                <c:pt idx="648">
                  <c:v>-5.9764665094829139E-2</c:v>
                </c:pt>
                <c:pt idx="649">
                  <c:v>-8.3127850590823074E-2</c:v>
                </c:pt>
                <c:pt idx="650">
                  <c:v>-0.12871869901154995</c:v>
                </c:pt>
                <c:pt idx="651">
                  <c:v>-0.14866757066345726</c:v>
                </c:pt>
                <c:pt idx="652">
                  <c:v>-0.18985602196264043</c:v>
                </c:pt>
                <c:pt idx="653">
                  <c:v>-0.23086127478977095</c:v>
                </c:pt>
                <c:pt idx="654">
                  <c:v>-0.24587533899439096</c:v>
                </c:pt>
                <c:pt idx="655">
                  <c:v>-0.27199699212546041</c:v>
                </c:pt>
                <c:pt idx="656">
                  <c:v>-0.30188207861721167</c:v>
                </c:pt>
                <c:pt idx="657">
                  <c:v>-0.32509649282520103</c:v>
                </c:pt>
                <c:pt idx="658">
                  <c:v>-0.3527716624092076</c:v>
                </c:pt>
                <c:pt idx="659">
                  <c:v>-0.37651174562602291</c:v>
                </c:pt>
                <c:pt idx="660">
                  <c:v>-0.41304219217985422</c:v>
                </c:pt>
                <c:pt idx="661">
                  <c:v>-0.43871388937254546</c:v>
                </c:pt>
                <c:pt idx="662">
                  <c:v>-0.46746579720480014</c:v>
                </c:pt>
                <c:pt idx="663">
                  <c:v>-0.4837178864142721</c:v>
                </c:pt>
                <c:pt idx="664">
                  <c:v>-0.48371575768119351</c:v>
                </c:pt>
                <c:pt idx="665">
                  <c:v>-0.47434436279999131</c:v>
                </c:pt>
                <c:pt idx="666">
                  <c:v>-0.46451503003132438</c:v>
                </c:pt>
                <c:pt idx="667">
                  <c:v>-0.45481889315682794</c:v>
                </c:pt>
                <c:pt idx="668">
                  <c:v>-0.46772565562777202</c:v>
                </c:pt>
                <c:pt idx="669">
                  <c:v>-0.48150929140816684</c:v>
                </c:pt>
                <c:pt idx="670">
                  <c:v>-0.47126481154198707</c:v>
                </c:pt>
                <c:pt idx="671">
                  <c:v>-0.44426540619705573</c:v>
                </c:pt>
                <c:pt idx="672">
                  <c:v>-0.43380779555283133</c:v>
                </c:pt>
                <c:pt idx="673">
                  <c:v>-0.41134653196797399</c:v>
                </c:pt>
                <c:pt idx="674">
                  <c:v>-0.39610911858088177</c:v>
                </c:pt>
                <c:pt idx="675">
                  <c:v>-0.36664417989779396</c:v>
                </c:pt>
                <c:pt idx="676">
                  <c:v>-0.32047801339763321</c:v>
                </c:pt>
                <c:pt idx="677">
                  <c:v>-0.28320068630358275</c:v>
                </c:pt>
                <c:pt idx="678">
                  <c:v>-0.25118834674397639</c:v>
                </c:pt>
                <c:pt idx="679">
                  <c:v>-0.22470395526745779</c:v>
                </c:pt>
                <c:pt idx="680">
                  <c:v>-0.20582080814891557</c:v>
                </c:pt>
                <c:pt idx="681">
                  <c:v>-0.15169031776665967</c:v>
                </c:pt>
                <c:pt idx="682">
                  <c:v>-0.1029374970356827</c:v>
                </c:pt>
                <c:pt idx="683">
                  <c:v>-5.450392628686157E-2</c:v>
                </c:pt>
                <c:pt idx="684">
                  <c:v>-6.8681670296993312E-3</c:v>
                </c:pt>
                <c:pt idx="685">
                  <c:v>3.7344938562398018E-2</c:v>
                </c:pt>
                <c:pt idx="686">
                  <c:v>9.4415735443725959E-2</c:v>
                </c:pt>
                <c:pt idx="687">
                  <c:v>0.1556925113418178</c:v>
                </c:pt>
                <c:pt idx="688">
                  <c:v>0.2181185975654209</c:v>
                </c:pt>
                <c:pt idx="689">
                  <c:v>0.27792906567271169</c:v>
                </c:pt>
                <c:pt idx="690">
                  <c:v>0.32270646148887872</c:v>
                </c:pt>
                <c:pt idx="691">
                  <c:v>0.37010926677264999</c:v>
                </c:pt>
                <c:pt idx="692">
                  <c:v>0.41469843093656877</c:v>
                </c:pt>
                <c:pt idx="693">
                  <c:v>0.45900224782314342</c:v>
                </c:pt>
                <c:pt idx="694">
                  <c:v>0.48866860386417271</c:v>
                </c:pt>
                <c:pt idx="695">
                  <c:v>0.52596286449421514</c:v>
                </c:pt>
                <c:pt idx="696">
                  <c:v>0.55660059673130269</c:v>
                </c:pt>
                <c:pt idx="697">
                  <c:v>0.5859028952731109</c:v>
                </c:pt>
                <c:pt idx="698">
                  <c:v>0.59439980671693216</c:v>
                </c:pt>
                <c:pt idx="699">
                  <c:v>0.59571790805639202</c:v>
                </c:pt>
                <c:pt idx="700">
                  <c:v>0.62635277866461747</c:v>
                </c:pt>
                <c:pt idx="701">
                  <c:v>0.66154786802494614</c:v>
                </c:pt>
                <c:pt idx="702">
                  <c:v>0.66537733295759249</c:v>
                </c:pt>
                <c:pt idx="703">
                  <c:v>0.66786601962589243</c:v>
                </c:pt>
                <c:pt idx="704">
                  <c:v>0.66291934845192924</c:v>
                </c:pt>
                <c:pt idx="705">
                  <c:v>0.64209223666538318</c:v>
                </c:pt>
                <c:pt idx="706">
                  <c:v>0.60990881498771321</c:v>
                </c:pt>
                <c:pt idx="707">
                  <c:v>0.58996776554276409</c:v>
                </c:pt>
                <c:pt idx="708">
                  <c:v>0.5729459770524542</c:v>
                </c:pt>
                <c:pt idx="709">
                  <c:v>0.56464354876589129</c:v>
                </c:pt>
                <c:pt idx="710">
                  <c:v>0.57036661883683237</c:v>
                </c:pt>
                <c:pt idx="711">
                  <c:v>0.58763837130170438</c:v>
                </c:pt>
                <c:pt idx="712">
                  <c:v>0.6038395016758944</c:v>
                </c:pt>
                <c:pt idx="713">
                  <c:v>0.6137883268412585</c:v>
                </c:pt>
                <c:pt idx="714">
                  <c:v>0.63737763022848148</c:v>
                </c:pt>
                <c:pt idx="715">
                  <c:v>0.65596322951772346</c:v>
                </c:pt>
                <c:pt idx="716">
                  <c:v>0.6868391277755691</c:v>
                </c:pt>
                <c:pt idx="717">
                  <c:v>0.73949745172582015</c:v>
                </c:pt>
                <c:pt idx="718">
                  <c:v>0.77061908664992396</c:v>
                </c:pt>
                <c:pt idx="719">
                  <c:v>0.82552310229565362</c:v>
                </c:pt>
                <c:pt idx="720">
                  <c:v>0.90205165740652027</c:v>
                </c:pt>
                <c:pt idx="721">
                  <c:v>0.94467384537911459</c:v>
                </c:pt>
                <c:pt idx="722">
                  <c:v>0.96643670453525798</c:v>
                </c:pt>
                <c:pt idx="723">
                  <c:v>0.98594566487046953</c:v>
                </c:pt>
                <c:pt idx="724">
                  <c:v>1.012504925092879</c:v>
                </c:pt>
                <c:pt idx="725">
                  <c:v>1.0156177194797165</c:v>
                </c:pt>
                <c:pt idx="726">
                  <c:v>1.0230789744450197</c:v>
                </c:pt>
                <c:pt idx="727">
                  <c:v>0.96946568946419143</c:v>
                </c:pt>
                <c:pt idx="728">
                  <c:v>0.91847087580892262</c:v>
                </c:pt>
                <c:pt idx="729">
                  <c:v>0.86335594329868692</c:v>
                </c:pt>
                <c:pt idx="730">
                  <c:v>0.85472279024547826</c:v>
                </c:pt>
                <c:pt idx="731">
                  <c:v>0.82358350330723618</c:v>
                </c:pt>
                <c:pt idx="732">
                  <c:v>0.7928309151010049</c:v>
                </c:pt>
                <c:pt idx="733">
                  <c:v>0.74266252908187724</c:v>
                </c:pt>
                <c:pt idx="734">
                  <c:v>0.70209040624174368</c:v>
                </c:pt>
                <c:pt idx="735">
                  <c:v>0.6339866244487754</c:v>
                </c:pt>
                <c:pt idx="736">
                  <c:v>0.56500844898511471</c:v>
                </c:pt>
                <c:pt idx="737">
                  <c:v>0.469214196936445</c:v>
                </c:pt>
                <c:pt idx="738">
                  <c:v>0.3864135541783984</c:v>
                </c:pt>
                <c:pt idx="739">
                  <c:v>0.31219717703338029</c:v>
                </c:pt>
                <c:pt idx="740">
                  <c:v>0.23793389211171473</c:v>
                </c:pt>
                <c:pt idx="741">
                  <c:v>0.16546148494757157</c:v>
                </c:pt>
                <c:pt idx="742">
                  <c:v>8.0262082146456984E-2</c:v>
                </c:pt>
                <c:pt idx="743">
                  <c:v>7.9001558881341381E-3</c:v>
                </c:pt>
                <c:pt idx="744">
                  <c:v>-5.6909464863284381E-2</c:v>
                </c:pt>
                <c:pt idx="745">
                  <c:v>-0.13446320078163052</c:v>
                </c:pt>
                <c:pt idx="746">
                  <c:v>-0.18898130222851675</c:v>
                </c:pt>
                <c:pt idx="747">
                  <c:v>-0.23259291364990506</c:v>
                </c:pt>
                <c:pt idx="748">
                  <c:v>-0.18873040550649081</c:v>
                </c:pt>
                <c:pt idx="749">
                  <c:v>-0.17907041012660965</c:v>
                </c:pt>
                <c:pt idx="750">
                  <c:v>-0.18844881316881279</c:v>
                </c:pt>
                <c:pt idx="751">
                  <c:v>-0.24868309287374946</c:v>
                </c:pt>
                <c:pt idx="752">
                  <c:v>-0.30302848829063861</c:v>
                </c:pt>
                <c:pt idx="753">
                  <c:v>-0.36945601074305207</c:v>
                </c:pt>
                <c:pt idx="754">
                  <c:v>-0.42376157650314794</c:v>
                </c:pt>
                <c:pt idx="755">
                  <c:v>-0.4968543465637934</c:v>
                </c:pt>
                <c:pt idx="756">
                  <c:v>-0.54810986577362442</c:v>
                </c:pt>
                <c:pt idx="757">
                  <c:v>-0.59891854060942207</c:v>
                </c:pt>
                <c:pt idx="758">
                  <c:v>-0.62272697430657953</c:v>
                </c:pt>
                <c:pt idx="759">
                  <c:v>-0.68098402002474934</c:v>
                </c:pt>
                <c:pt idx="760">
                  <c:v>-0.72936757436275645</c:v>
                </c:pt>
                <c:pt idx="761">
                  <c:v>-0.78617528173406104</c:v>
                </c:pt>
                <c:pt idx="762">
                  <c:v>-0.84964755481185361</c:v>
                </c:pt>
                <c:pt idx="763">
                  <c:v>-0.8966586330659847</c:v>
                </c:pt>
                <c:pt idx="764">
                  <c:v>-0.93996590580752637</c:v>
                </c:pt>
                <c:pt idx="765">
                  <c:v>-0.98142137014781095</c:v>
                </c:pt>
                <c:pt idx="766">
                  <c:v>-0.99582732851113553</c:v>
                </c:pt>
                <c:pt idx="767">
                  <c:v>-1.0166346251792722</c:v>
                </c:pt>
                <c:pt idx="768">
                  <c:v>-1.0521043130645142</c:v>
                </c:pt>
                <c:pt idx="769">
                  <c:v>-1.099228678727779</c:v>
                </c:pt>
                <c:pt idx="770">
                  <c:v>-1.1232262722043052</c:v>
                </c:pt>
                <c:pt idx="771">
                  <c:v>-1.110993871424538</c:v>
                </c:pt>
                <c:pt idx="772">
                  <c:v>-1.10260388514882</c:v>
                </c:pt>
                <c:pt idx="773">
                  <c:v>-1.0835316921127074</c:v>
                </c:pt>
                <c:pt idx="774">
                  <c:v>-1.0566644793331392</c:v>
                </c:pt>
                <c:pt idx="775">
                  <c:v>-1.0412647246346192</c:v>
                </c:pt>
                <c:pt idx="776">
                  <c:v>-1.0311409166829368</c:v>
                </c:pt>
                <c:pt idx="777">
                  <c:v>-1.0139249274369895</c:v>
                </c:pt>
                <c:pt idx="778">
                  <c:v>-1.0032667881519559</c:v>
                </c:pt>
                <c:pt idx="779">
                  <c:v>-1.0170798143765296</c:v>
                </c:pt>
                <c:pt idx="780">
                  <c:v>-1.0161649646856141</c:v>
                </c:pt>
                <c:pt idx="781">
                  <c:v>-1.0113132498782802</c:v>
                </c:pt>
                <c:pt idx="782">
                  <c:v>-0.9920121564454023</c:v>
                </c:pt>
                <c:pt idx="783">
                  <c:v>-0.9929597939439837</c:v>
                </c:pt>
                <c:pt idx="784">
                  <c:v>-0.98203868806059458</c:v>
                </c:pt>
                <c:pt idx="785">
                  <c:v>-0.96617264033654238</c:v>
                </c:pt>
                <c:pt idx="786">
                  <c:v>-0.96207851419069246</c:v>
                </c:pt>
                <c:pt idx="787">
                  <c:v>-0.98060366290617806</c:v>
                </c:pt>
                <c:pt idx="788">
                  <c:v>-0.98740007146159781</c:v>
                </c:pt>
                <c:pt idx="789">
                  <c:v>-0.96410298889597312</c:v>
                </c:pt>
                <c:pt idx="790">
                  <c:v>-0.93854372827424859</c:v>
                </c:pt>
                <c:pt idx="791">
                  <c:v>-0.93104637946140711</c:v>
                </c:pt>
                <c:pt idx="792">
                  <c:v>-0.92466710427312493</c:v>
                </c:pt>
                <c:pt idx="793">
                  <c:v>-0.9083263218218468</c:v>
                </c:pt>
                <c:pt idx="794">
                  <c:v>-0.90327679091516866</c:v>
                </c:pt>
                <c:pt idx="795">
                  <c:v>-0.91623610885584383</c:v>
                </c:pt>
                <c:pt idx="796">
                  <c:v>-0.93472111276442849</c:v>
                </c:pt>
                <c:pt idx="797">
                  <c:v>-0.94379343791288051</c:v>
                </c:pt>
                <c:pt idx="798">
                  <c:v>-0.96540191369643147</c:v>
                </c:pt>
                <c:pt idx="799">
                  <c:v>-0.9676032055427779</c:v>
                </c:pt>
                <c:pt idx="800">
                  <c:v>-0.94835564576456377</c:v>
                </c:pt>
                <c:pt idx="801">
                  <c:v>-0.9399931756737917</c:v>
                </c:pt>
                <c:pt idx="802">
                  <c:v>-0.93746367547181519</c:v>
                </c:pt>
                <c:pt idx="803">
                  <c:v>-0.93232200639776841</c:v>
                </c:pt>
                <c:pt idx="804">
                  <c:v>-0.89506470039177755</c:v>
                </c:pt>
                <c:pt idx="805">
                  <c:v>-0.85816028632610764</c:v>
                </c:pt>
                <c:pt idx="806">
                  <c:v>-0.82851916448716578</c:v>
                </c:pt>
                <c:pt idx="807">
                  <c:v>-0.7828275774608624</c:v>
                </c:pt>
                <c:pt idx="808">
                  <c:v>-0.74186366048164176</c:v>
                </c:pt>
                <c:pt idx="809">
                  <c:v>-0.70895374060294281</c:v>
                </c:pt>
                <c:pt idx="810">
                  <c:v>-0.69016808977771271</c:v>
                </c:pt>
                <c:pt idx="811">
                  <c:v>-0.67521818223908869</c:v>
                </c:pt>
                <c:pt idx="812">
                  <c:v>-0.64755554542612115</c:v>
                </c:pt>
                <c:pt idx="813">
                  <c:v>-0.6415601433141821</c:v>
                </c:pt>
                <c:pt idx="814">
                  <c:v>-0.63757843005032888</c:v>
                </c:pt>
                <c:pt idx="815">
                  <c:v>-0.62494271230056975</c:v>
                </c:pt>
                <c:pt idx="816">
                  <c:v>-0.59650722031716752</c:v>
                </c:pt>
                <c:pt idx="817">
                  <c:v>-0.55559309889792696</c:v>
                </c:pt>
                <c:pt idx="818">
                  <c:v>-0.5175832981488343</c:v>
                </c:pt>
                <c:pt idx="819">
                  <c:v>-0.50001745342485648</c:v>
                </c:pt>
                <c:pt idx="820">
                  <c:v>-0.5463826976245344</c:v>
                </c:pt>
                <c:pt idx="821">
                  <c:v>-0.6152128578010353</c:v>
                </c:pt>
                <c:pt idx="822">
                  <c:v>-0.68072256343107829</c:v>
                </c:pt>
                <c:pt idx="823">
                  <c:v>-0.7557290524967305</c:v>
                </c:pt>
                <c:pt idx="824">
                  <c:v>-0.82462641264771397</c:v>
                </c:pt>
                <c:pt idx="825">
                  <c:v>-0.89471185563798017</c:v>
                </c:pt>
                <c:pt idx="826">
                  <c:v>-0.95715742961665895</c:v>
                </c:pt>
                <c:pt idx="827">
                  <c:v>-1.0237332653829294</c:v>
                </c:pt>
                <c:pt idx="828">
                  <c:v>-1.080546059862896</c:v>
                </c:pt>
                <c:pt idx="829">
                  <c:v>-1.1301356606818662</c:v>
                </c:pt>
                <c:pt idx="830">
                  <c:v>-1.1725928485453414</c:v>
                </c:pt>
                <c:pt idx="831">
                  <c:v>-1.2252236838603567</c:v>
                </c:pt>
                <c:pt idx="832">
                  <c:v>-1.263992931799089</c:v>
                </c:pt>
                <c:pt idx="833">
                  <c:v>-1.3060410980672745</c:v>
                </c:pt>
                <c:pt idx="834">
                  <c:v>-1.3265988577878938</c:v>
                </c:pt>
                <c:pt idx="835">
                  <c:v>-1.3550978047477773</c:v>
                </c:pt>
                <c:pt idx="836">
                  <c:v>-1.4036204611633147</c:v>
                </c:pt>
                <c:pt idx="837">
                  <c:v>-1.4332170222996201</c:v>
                </c:pt>
                <c:pt idx="838">
                  <c:v>-1.4726697367170964</c:v>
                </c:pt>
                <c:pt idx="839">
                  <c:v>-1.5127397679523071</c:v>
                </c:pt>
                <c:pt idx="840">
                  <c:v>-1.5297247302530217</c:v>
                </c:pt>
                <c:pt idx="841">
                  <c:v>-1.4736447915638184</c:v>
                </c:pt>
                <c:pt idx="842">
                  <c:v>-1.3906928292799503</c:v>
                </c:pt>
                <c:pt idx="843">
                  <c:v>-1.3231941418096762</c:v>
                </c:pt>
                <c:pt idx="844">
                  <c:v>-1.2491362449649426</c:v>
                </c:pt>
                <c:pt idx="845">
                  <c:v>-1.1988296321652199</c:v>
                </c:pt>
                <c:pt idx="846">
                  <c:v>-1.1565804800309569</c:v>
                </c:pt>
                <c:pt idx="847">
                  <c:v>-1.1195363969447807</c:v>
                </c:pt>
                <c:pt idx="848">
                  <c:v>-1.0726269872183225</c:v>
                </c:pt>
                <c:pt idx="849">
                  <c:v>-1.017752025156557</c:v>
                </c:pt>
                <c:pt idx="850">
                  <c:v>-0.98098994557027197</c:v>
                </c:pt>
                <c:pt idx="851">
                  <c:v>-0.93664571822343456</c:v>
                </c:pt>
                <c:pt idx="852">
                  <c:v>-0.88886203905897532</c:v>
                </c:pt>
                <c:pt idx="853">
                  <c:v>-0.85343837974539494</c:v>
                </c:pt>
                <c:pt idx="854">
                  <c:v>-0.82368312235202523</c:v>
                </c:pt>
                <c:pt idx="855">
                  <c:v>-0.83215261268877883</c:v>
                </c:pt>
                <c:pt idx="856">
                  <c:v>-0.84051444322284707</c:v>
                </c:pt>
                <c:pt idx="857">
                  <c:v>-0.83397235912842038</c:v>
                </c:pt>
                <c:pt idx="858">
                  <c:v>-0.84218141962700377</c:v>
                </c:pt>
                <c:pt idx="859">
                  <c:v>-0.83963061008625295</c:v>
                </c:pt>
                <c:pt idx="860">
                  <c:v>-0.82289763617268907</c:v>
                </c:pt>
                <c:pt idx="861">
                  <c:v>-0.81101448610823779</c:v>
                </c:pt>
                <c:pt idx="862">
                  <c:v>-0.81699941926230613</c:v>
                </c:pt>
                <c:pt idx="863">
                  <c:v>-0.84961110569054954</c:v>
                </c:pt>
                <c:pt idx="864">
                  <c:v>-0.85466417457614641</c:v>
                </c:pt>
                <c:pt idx="865">
                  <c:v>-0.84749575499418095</c:v>
                </c:pt>
                <c:pt idx="866">
                  <c:v>-0.82483766324395402</c:v>
                </c:pt>
                <c:pt idx="867">
                  <c:v>-0.80179405752315824</c:v>
                </c:pt>
                <c:pt idx="868">
                  <c:v>-0.78348993288475888</c:v>
                </c:pt>
                <c:pt idx="869">
                  <c:v>-0.7774935062206082</c:v>
                </c:pt>
                <c:pt idx="870">
                  <c:v>-0.78496826625969385</c:v>
                </c:pt>
                <c:pt idx="871">
                  <c:v>-0.77376486514726361</c:v>
                </c:pt>
                <c:pt idx="872">
                  <c:v>-0.76601031482647042</c:v>
                </c:pt>
                <c:pt idx="873">
                  <c:v>-0.7433523376943334</c:v>
                </c:pt>
                <c:pt idx="874">
                  <c:v>-0.72156113699878444</c:v>
                </c:pt>
                <c:pt idx="875">
                  <c:v>-0.70297463909214608</c:v>
                </c:pt>
                <c:pt idx="876">
                  <c:v>-0.67318361233442092</c:v>
                </c:pt>
                <c:pt idx="877">
                  <c:v>-0.63551352408445638</c:v>
                </c:pt>
                <c:pt idx="878">
                  <c:v>-0.557342330697157</c:v>
                </c:pt>
                <c:pt idx="879">
                  <c:v>-0.48054397703971063</c:v>
                </c:pt>
                <c:pt idx="880">
                  <c:v>-0.39788337305558025</c:v>
                </c:pt>
                <c:pt idx="881">
                  <c:v>-0.31563537144395637</c:v>
                </c:pt>
                <c:pt idx="882">
                  <c:v>-0.23837491003503961</c:v>
                </c:pt>
                <c:pt idx="883">
                  <c:v>-0.16337983795855346</c:v>
                </c:pt>
                <c:pt idx="884">
                  <c:v>-7.0316267965264218E-2</c:v>
                </c:pt>
                <c:pt idx="885">
                  <c:v>1.995853486452576E-2</c:v>
                </c:pt>
                <c:pt idx="886">
                  <c:v>0.10018480229779944</c:v>
                </c:pt>
                <c:pt idx="887">
                  <c:v>0.15853059041651046</c:v>
                </c:pt>
                <c:pt idx="888">
                  <c:v>0.2059768281765095</c:v>
                </c:pt>
                <c:pt idx="889">
                  <c:v>0.26430862119127829</c:v>
                </c:pt>
                <c:pt idx="890">
                  <c:v>0.34096343680694391</c:v>
                </c:pt>
                <c:pt idx="891">
                  <c:v>0.40595962285361581</c:v>
                </c:pt>
                <c:pt idx="892">
                  <c:v>0.48016202432758387</c:v>
                </c:pt>
                <c:pt idx="893">
                  <c:v>0.53565950756607394</c:v>
                </c:pt>
                <c:pt idx="894">
                  <c:v>0.58474511748329538</c:v>
                </c:pt>
                <c:pt idx="895">
                  <c:v>0.61157573166853918</c:v>
                </c:pt>
                <c:pt idx="896">
                  <c:v>0.63819331720777417</c:v>
                </c:pt>
                <c:pt idx="897">
                  <c:v>0.66195304117282461</c:v>
                </c:pt>
                <c:pt idx="898">
                  <c:v>0.6978981372339973</c:v>
                </c:pt>
                <c:pt idx="899">
                  <c:v>0.71129283755601358</c:v>
                </c:pt>
                <c:pt idx="900">
                  <c:v>0.72164611180215732</c:v>
                </c:pt>
                <c:pt idx="901">
                  <c:v>0.73958723043585484</c:v>
                </c:pt>
                <c:pt idx="902">
                  <c:v>0.73179856426880863</c:v>
                </c:pt>
                <c:pt idx="903">
                  <c:v>0.72432865445717565</c:v>
                </c:pt>
                <c:pt idx="904">
                  <c:v>0.74681596725838939</c:v>
                </c:pt>
                <c:pt idx="905">
                  <c:v>0.74235246674525845</c:v>
                </c:pt>
                <c:pt idx="906">
                  <c:v>0.72263067676381321</c:v>
                </c:pt>
                <c:pt idx="907">
                  <c:v>0.71807195079440345</c:v>
                </c:pt>
                <c:pt idx="908">
                  <c:v>0.72368588491652086</c:v>
                </c:pt>
                <c:pt idx="909">
                  <c:v>0.72179288226594851</c:v>
                </c:pt>
                <c:pt idx="910">
                  <c:v>0.71897458950763216</c:v>
                </c:pt>
                <c:pt idx="911">
                  <c:v>0.70868094212991473</c:v>
                </c:pt>
                <c:pt idx="912">
                  <c:v>0.70838636257455057</c:v>
                </c:pt>
                <c:pt idx="913">
                  <c:v>0.69878139912754367</c:v>
                </c:pt>
                <c:pt idx="914">
                  <c:v>0.71472752361532632</c:v>
                </c:pt>
                <c:pt idx="915">
                  <c:v>0.73846472725182999</c:v>
                </c:pt>
                <c:pt idx="916">
                  <c:v>0.77704544668287556</c:v>
                </c:pt>
                <c:pt idx="917">
                  <c:v>0.84043857845078573</c:v>
                </c:pt>
                <c:pt idx="918">
                  <c:v>0.89538910482100253</c:v>
                </c:pt>
                <c:pt idx="919">
                  <c:v>0.93273218109585632</c:v>
                </c:pt>
                <c:pt idx="920">
                  <c:v>0.95177455812642808</c:v>
                </c:pt>
                <c:pt idx="921">
                  <c:v>0.98707108273436317</c:v>
                </c:pt>
                <c:pt idx="922">
                  <c:v>0.97734443906088553</c:v>
                </c:pt>
                <c:pt idx="923">
                  <c:v>0.94697827629793463</c:v>
                </c:pt>
                <c:pt idx="924">
                  <c:v>0.92508418042832763</c:v>
                </c:pt>
                <c:pt idx="925">
                  <c:v>0.85945384118579526</c:v>
                </c:pt>
                <c:pt idx="926">
                  <c:v>0.81379156717164824</c:v>
                </c:pt>
                <c:pt idx="927">
                  <c:v>0.75835933030952529</c:v>
                </c:pt>
                <c:pt idx="928">
                  <c:v>0.69819377000217675</c:v>
                </c:pt>
                <c:pt idx="929">
                  <c:v>0.64502473732168342</c:v>
                </c:pt>
                <c:pt idx="930">
                  <c:v>0.6009938907051755</c:v>
                </c:pt>
                <c:pt idx="931">
                  <c:v>0.57185536304246343</c:v>
                </c:pt>
                <c:pt idx="932">
                  <c:v>0.56797117568449462</c:v>
                </c:pt>
                <c:pt idx="933">
                  <c:v>0.56191010299136546</c:v>
                </c:pt>
                <c:pt idx="934">
                  <c:v>0.55585272785772843</c:v>
                </c:pt>
                <c:pt idx="935">
                  <c:v>0.52634053893850896</c:v>
                </c:pt>
                <c:pt idx="936">
                  <c:v>0.49665092616121925</c:v>
                </c:pt>
                <c:pt idx="937">
                  <c:v>0.46798242944252044</c:v>
                </c:pt>
                <c:pt idx="938">
                  <c:v>0.43484694248744837</c:v>
                </c:pt>
                <c:pt idx="939">
                  <c:v>0.3735399612394763</c:v>
                </c:pt>
                <c:pt idx="940">
                  <c:v>0.29927666920107493</c:v>
                </c:pt>
                <c:pt idx="941">
                  <c:v>0.23266244181099568</c:v>
                </c:pt>
                <c:pt idx="942">
                  <c:v>0.16653366979532122</c:v>
                </c:pt>
                <c:pt idx="943">
                  <c:v>0.12298963004993908</c:v>
                </c:pt>
                <c:pt idx="944">
                  <c:v>0.13171154997873968</c:v>
                </c:pt>
                <c:pt idx="945">
                  <c:v>0.15057032932750811</c:v>
                </c:pt>
                <c:pt idx="946">
                  <c:v>0.19623560437951926</c:v>
                </c:pt>
                <c:pt idx="947">
                  <c:v>0.24514360808932273</c:v>
                </c:pt>
                <c:pt idx="948">
                  <c:v>0.28375366433396432</c:v>
                </c:pt>
                <c:pt idx="949">
                  <c:v>0.3266929862801265</c:v>
                </c:pt>
                <c:pt idx="950">
                  <c:v>0.35193132747693229</c:v>
                </c:pt>
                <c:pt idx="951">
                  <c:v>0.39707696548169097</c:v>
                </c:pt>
                <c:pt idx="952">
                  <c:v>0.44577424214825467</c:v>
                </c:pt>
                <c:pt idx="953">
                  <c:v>0.46074904109867809</c:v>
                </c:pt>
                <c:pt idx="954">
                  <c:v>0.46453281293255161</c:v>
                </c:pt>
                <c:pt idx="955">
                  <c:v>0.44815371905634216</c:v>
                </c:pt>
                <c:pt idx="956">
                  <c:v>0.44921931956449712</c:v>
                </c:pt>
                <c:pt idx="957">
                  <c:v>0.42296862836406102</c:v>
                </c:pt>
                <c:pt idx="958">
                  <c:v>0.40261697927270901</c:v>
                </c:pt>
                <c:pt idx="959">
                  <c:v>0.38109967696640523</c:v>
                </c:pt>
                <c:pt idx="960">
                  <c:v>0.40723006577107401</c:v>
                </c:pt>
                <c:pt idx="961">
                  <c:v>0.45623225541363494</c:v>
                </c:pt>
                <c:pt idx="962">
                  <c:v>0.48983094285222517</c:v>
                </c:pt>
                <c:pt idx="963">
                  <c:v>0.50921186173256427</c:v>
                </c:pt>
                <c:pt idx="964">
                  <c:v>0.51110485696546315</c:v>
                </c:pt>
                <c:pt idx="965">
                  <c:v>0.45797097656282837</c:v>
                </c:pt>
                <c:pt idx="966">
                  <c:v>0.4177278946017956</c:v>
                </c:pt>
                <c:pt idx="967">
                  <c:v>0.35305308190214074</c:v>
                </c:pt>
                <c:pt idx="968">
                  <c:v>0.26522732888625411</c:v>
                </c:pt>
                <c:pt idx="969">
                  <c:v>0.20273717875016042</c:v>
                </c:pt>
                <c:pt idx="970">
                  <c:v>0.12446214735506629</c:v>
                </c:pt>
                <c:pt idx="971">
                  <c:v>5.6548316146945457E-2</c:v>
                </c:pt>
                <c:pt idx="972">
                  <c:v>-2.6355817239622711E-2</c:v>
                </c:pt>
                <c:pt idx="973">
                  <c:v>-0.13122043032308131</c:v>
                </c:pt>
                <c:pt idx="974">
                  <c:v>-0.25034792147641155</c:v>
                </c:pt>
                <c:pt idx="975">
                  <c:v>-0.36677625994059693</c:v>
                </c:pt>
                <c:pt idx="976">
                  <c:v>-0.48678969623598412</c:v>
                </c:pt>
                <c:pt idx="977">
                  <c:v>-0.60962626306432754</c:v>
                </c:pt>
                <c:pt idx="978">
                  <c:v>-0.70362660947763833</c:v>
                </c:pt>
                <c:pt idx="979">
                  <c:v>-0.7734895139779886</c:v>
                </c:pt>
                <c:pt idx="980">
                  <c:v>-0.87126587494016272</c:v>
                </c:pt>
                <c:pt idx="981">
                  <c:v>-0.97447528842145281</c:v>
                </c:pt>
                <c:pt idx="982">
                  <c:v>-1.0869808166035448</c:v>
                </c:pt>
                <c:pt idx="983">
                  <c:v>-1.1629416961685886</c:v>
                </c:pt>
                <c:pt idx="984">
                  <c:v>-1.1807839454203513</c:v>
                </c:pt>
                <c:pt idx="985">
                  <c:v>-1.1534565337855982</c:v>
                </c:pt>
                <c:pt idx="986">
                  <c:v>-1.1160550932408635</c:v>
                </c:pt>
                <c:pt idx="987">
                  <c:v>-1.076047268172897</c:v>
                </c:pt>
                <c:pt idx="988">
                  <c:v>-0.98308103594955698</c:v>
                </c:pt>
                <c:pt idx="989">
                  <c:v>-0.91063919580622099</c:v>
                </c:pt>
                <c:pt idx="990">
                  <c:v>-0.83219782529893171</c:v>
                </c:pt>
                <c:pt idx="991">
                  <c:v>-0.73438574270723489</c:v>
                </c:pt>
                <c:pt idx="992">
                  <c:v>-0.61497249390228514</c:v>
                </c:pt>
                <c:pt idx="993">
                  <c:v>-0.52452092686077845</c:v>
                </c:pt>
                <c:pt idx="994">
                  <c:v>-0.42473079380501427</c:v>
                </c:pt>
                <c:pt idx="995">
                  <c:v>-0.31720097387665996</c:v>
                </c:pt>
                <c:pt idx="996">
                  <c:v>-0.21497985217536872</c:v>
                </c:pt>
                <c:pt idx="997">
                  <c:v>-8.7828982986112136E-2</c:v>
                </c:pt>
                <c:pt idx="998">
                  <c:v>5.3796680071728484E-2</c:v>
                </c:pt>
                <c:pt idx="999">
                  <c:v>0.19320740016220567</c:v>
                </c:pt>
                <c:pt idx="1000">
                  <c:v>0.28990294935577093</c:v>
                </c:pt>
                <c:pt idx="1001">
                  <c:v>0.40541870784763429</c:v>
                </c:pt>
                <c:pt idx="1002">
                  <c:v>0.41303799096416838</c:v>
                </c:pt>
                <c:pt idx="1003">
                  <c:v>0.41895357957081059</c:v>
                </c:pt>
                <c:pt idx="1004">
                  <c:v>0.43049723953205665</c:v>
                </c:pt>
                <c:pt idx="1005">
                  <c:v>0.40351323335415334</c:v>
                </c:pt>
                <c:pt idx="1006">
                  <c:v>0.38277866979067982</c:v>
                </c:pt>
                <c:pt idx="1007">
                  <c:v>0.37991810822575667</c:v>
                </c:pt>
                <c:pt idx="1008">
                  <c:v>0.33954623739964607</c:v>
                </c:pt>
                <c:pt idx="1009">
                  <c:v>0.27431799499599807</c:v>
                </c:pt>
                <c:pt idx="1010">
                  <c:v>0.24853187718814887</c:v>
                </c:pt>
                <c:pt idx="1011">
                  <c:v>0.19769450982793704</c:v>
                </c:pt>
                <c:pt idx="1012">
                  <c:v>0.12447516243107291</c:v>
                </c:pt>
                <c:pt idx="1013">
                  <c:v>2.3166764615379747E-2</c:v>
                </c:pt>
                <c:pt idx="1014">
                  <c:v>-6.4163271086456544E-2</c:v>
                </c:pt>
                <c:pt idx="1015">
                  <c:v>-0.16720115720269382</c:v>
                </c:pt>
                <c:pt idx="1016">
                  <c:v>-0.24732531427731747</c:v>
                </c:pt>
                <c:pt idx="1017">
                  <c:v>-0.30145244941008159</c:v>
                </c:pt>
                <c:pt idx="1018">
                  <c:v>-0.34392120212243144</c:v>
                </c:pt>
                <c:pt idx="1019">
                  <c:v>-0.38936748917748731</c:v>
                </c:pt>
                <c:pt idx="1020">
                  <c:v>-0.44293440926728628</c:v>
                </c:pt>
                <c:pt idx="1021">
                  <c:v>-0.47612362858692836</c:v>
                </c:pt>
                <c:pt idx="1022">
                  <c:v>-0.42002699485870165</c:v>
                </c:pt>
                <c:pt idx="1023">
                  <c:v>-0.26359286054664027</c:v>
                </c:pt>
                <c:pt idx="1024">
                  <c:v>-9.0839288546334968E-2</c:v>
                </c:pt>
                <c:pt idx="1025">
                  <c:v>7.0447805831430219E-2</c:v>
                </c:pt>
                <c:pt idx="1026">
                  <c:v>0.19907309482156355</c:v>
                </c:pt>
                <c:pt idx="1027">
                  <c:v>0.30579102987409429</c:v>
                </c:pt>
                <c:pt idx="1028">
                  <c:v>0.42460783588367229</c:v>
                </c:pt>
                <c:pt idx="1029">
                  <c:v>0.51891249599192213</c:v>
                </c:pt>
                <c:pt idx="1030">
                  <c:v>0.60839249575284371</c:v>
                </c:pt>
                <c:pt idx="1031">
                  <c:v>0.6974026716153563</c:v>
                </c:pt>
                <c:pt idx="1032">
                  <c:v>0.76765586279110887</c:v>
                </c:pt>
                <c:pt idx="1033">
                  <c:v>0.83664517634310354</c:v>
                </c:pt>
                <c:pt idx="1034">
                  <c:v>0.91665366556691719</c:v>
                </c:pt>
                <c:pt idx="1035">
                  <c:v>1.0153763757815837</c:v>
                </c:pt>
                <c:pt idx="1036">
                  <c:v>1.1275569000742391</c:v>
                </c:pt>
                <c:pt idx="1037">
                  <c:v>1.1900229027977669</c:v>
                </c:pt>
                <c:pt idx="1038">
                  <c:v>1.2333816581562094</c:v>
                </c:pt>
                <c:pt idx="1039">
                  <c:v>1.2213193366164643</c:v>
                </c:pt>
                <c:pt idx="1040">
                  <c:v>1.1880717664131735</c:v>
                </c:pt>
                <c:pt idx="1041">
                  <c:v>1.1556765085308867</c:v>
                </c:pt>
                <c:pt idx="1042">
                  <c:v>1.1151596485961581</c:v>
                </c:pt>
                <c:pt idx="1043">
                  <c:v>0.98768499634269102</c:v>
                </c:pt>
                <c:pt idx="1044">
                  <c:v>0.85370877951605229</c:v>
                </c:pt>
                <c:pt idx="1045">
                  <c:v>0.70779057750815166</c:v>
                </c:pt>
                <c:pt idx="1046">
                  <c:v>0.54544451692651219</c:v>
                </c:pt>
                <c:pt idx="1047">
                  <c:v>0.38138138569206065</c:v>
                </c:pt>
                <c:pt idx="1048">
                  <c:v>0.21896549661465264</c:v>
                </c:pt>
                <c:pt idx="1049">
                  <c:v>6.1323826642895027E-2</c:v>
                </c:pt>
                <c:pt idx="1050">
                  <c:v>-7.1304206013288615E-2</c:v>
                </c:pt>
                <c:pt idx="1051">
                  <c:v>-0.20385006002808165</c:v>
                </c:pt>
                <c:pt idx="1052">
                  <c:v>-0.33714759276778655</c:v>
                </c:pt>
                <c:pt idx="1053">
                  <c:v>-0.41480688581620317</c:v>
                </c:pt>
                <c:pt idx="1054">
                  <c:v>-0.47558066737126364</c:v>
                </c:pt>
                <c:pt idx="1055">
                  <c:v>-0.56120309272672986</c:v>
                </c:pt>
                <c:pt idx="1056">
                  <c:v>-0.66175326730945272</c:v>
                </c:pt>
                <c:pt idx="1057">
                  <c:v>-0.76575921331373265</c:v>
                </c:pt>
                <c:pt idx="1058">
                  <c:v>-0.82247912744313789</c:v>
                </c:pt>
                <c:pt idx="1059">
                  <c:v>-0.85165808026618295</c:v>
                </c:pt>
                <c:pt idx="1060">
                  <c:v>-0.83572097303860093</c:v>
                </c:pt>
                <c:pt idx="1061">
                  <c:v>-0.82055793308211034</c:v>
                </c:pt>
                <c:pt idx="1062">
                  <c:v>-0.7929947693095879</c:v>
                </c:pt>
                <c:pt idx="1063">
                  <c:v>-0.76381518964909267</c:v>
                </c:pt>
                <c:pt idx="1064">
                  <c:v>-0.75284980249091404</c:v>
                </c:pt>
                <c:pt idx="1065">
                  <c:v>-0.69628111420515781</c:v>
                </c:pt>
                <c:pt idx="1066">
                  <c:v>-0.6050526071007164</c:v>
                </c:pt>
                <c:pt idx="1067">
                  <c:v>-0.53390612469199272</c:v>
                </c:pt>
                <c:pt idx="1068">
                  <c:v>-0.4436960325239348</c:v>
                </c:pt>
                <c:pt idx="1069">
                  <c:v>-0.36413099964934731</c:v>
                </c:pt>
                <c:pt idx="1070">
                  <c:v>-0.28302065554624056</c:v>
                </c:pt>
                <c:pt idx="1071">
                  <c:v>-0.20452321756984818</c:v>
                </c:pt>
                <c:pt idx="1072">
                  <c:v>-0.13896867035978269</c:v>
                </c:pt>
                <c:pt idx="1073">
                  <c:v>-7.3569636836769717E-2</c:v>
                </c:pt>
                <c:pt idx="1074">
                  <c:v>-3.1177865061623261E-2</c:v>
                </c:pt>
                <c:pt idx="1075">
                  <c:v>1.0129775273497003E-2</c:v>
                </c:pt>
                <c:pt idx="1076">
                  <c:v>7.5399629226284098E-2</c:v>
                </c:pt>
                <c:pt idx="1077">
                  <c:v>0.14875713805563764</c:v>
                </c:pt>
                <c:pt idx="1078">
                  <c:v>0.21771454976440441</c:v>
                </c:pt>
                <c:pt idx="1079">
                  <c:v>0.28614593701060143</c:v>
                </c:pt>
                <c:pt idx="1080">
                  <c:v>0.33634729067598368</c:v>
                </c:pt>
                <c:pt idx="1081">
                  <c:v>0.3712798274732057</c:v>
                </c:pt>
                <c:pt idx="1082">
                  <c:v>0.41309214496166685</c:v>
                </c:pt>
                <c:pt idx="1083">
                  <c:v>0.44504293445856735</c:v>
                </c:pt>
                <c:pt idx="1084">
                  <c:v>0.49309717950118676</c:v>
                </c:pt>
                <c:pt idx="1085">
                  <c:v>0.54667154113419192</c:v>
                </c:pt>
                <c:pt idx="1086">
                  <c:v>0.55531583974853371</c:v>
                </c:pt>
                <c:pt idx="1087">
                  <c:v>0.52824564687943831</c:v>
                </c:pt>
                <c:pt idx="1088">
                  <c:v>0.51740840186318693</c:v>
                </c:pt>
                <c:pt idx="1089">
                  <c:v>0.51544683585380113</c:v>
                </c:pt>
                <c:pt idx="1090">
                  <c:v>0.51576383153719774</c:v>
                </c:pt>
                <c:pt idx="1091">
                  <c:v>0.48796547570177057</c:v>
                </c:pt>
                <c:pt idx="1092">
                  <c:v>0.47219241822863478</c:v>
                </c:pt>
                <c:pt idx="1093">
                  <c:v>0.45163966651343967</c:v>
                </c:pt>
                <c:pt idx="1094">
                  <c:v>0.42855754210475516</c:v>
                </c:pt>
                <c:pt idx="1095">
                  <c:v>0.40025655457546344</c:v>
                </c:pt>
                <c:pt idx="1096">
                  <c:v>0.3634233997596234</c:v>
                </c:pt>
                <c:pt idx="1097">
                  <c:v>0.32566571868887473</c:v>
                </c:pt>
                <c:pt idx="1098">
                  <c:v>0.28654725922166469</c:v>
                </c:pt>
                <c:pt idx="1099">
                  <c:v>0.26647875252369824</c:v>
                </c:pt>
                <c:pt idx="1100">
                  <c:v>0.21957522377305561</c:v>
                </c:pt>
                <c:pt idx="1101">
                  <c:v>0.16762019553554283</c:v>
                </c:pt>
                <c:pt idx="1102">
                  <c:v>0.13980091956298424</c:v>
                </c:pt>
                <c:pt idx="1103">
                  <c:v>0.10587852176058526</c:v>
                </c:pt>
                <c:pt idx="1104">
                  <c:v>6.239006380489158E-2</c:v>
                </c:pt>
                <c:pt idx="1105">
                  <c:v>5.2973324537279763E-3</c:v>
                </c:pt>
                <c:pt idx="1106">
                  <c:v>-4.3604187972037821E-2</c:v>
                </c:pt>
                <c:pt idx="1107">
                  <c:v>-7.5754369889164216E-2</c:v>
                </c:pt>
                <c:pt idx="1108">
                  <c:v>-0.12201227549380363</c:v>
                </c:pt>
                <c:pt idx="1109">
                  <c:v>-0.1593031485284776</c:v>
                </c:pt>
                <c:pt idx="1110">
                  <c:v>-0.19569391798916813</c:v>
                </c:pt>
                <c:pt idx="1111">
                  <c:v>-0.24943478809193681</c:v>
                </c:pt>
                <c:pt idx="1112">
                  <c:v>-0.2774085384934275</c:v>
                </c:pt>
                <c:pt idx="1113">
                  <c:v>-0.30200068972704791</c:v>
                </c:pt>
                <c:pt idx="1114">
                  <c:v>-0.32461536989316486</c:v>
                </c:pt>
                <c:pt idx="1115">
                  <c:v>-0.32277253215712681</c:v>
                </c:pt>
                <c:pt idx="1116">
                  <c:v>-0.32050245673806915</c:v>
                </c:pt>
                <c:pt idx="1117">
                  <c:v>-0.3178042993721934</c:v>
                </c:pt>
                <c:pt idx="1118">
                  <c:v>-0.31512551099572295</c:v>
                </c:pt>
                <c:pt idx="1119">
                  <c:v>-0.30333234014640426</c:v>
                </c:pt>
                <c:pt idx="1120">
                  <c:v>-0.31587344377126941</c:v>
                </c:pt>
                <c:pt idx="1121">
                  <c:v>-0.32443239823396325</c:v>
                </c:pt>
                <c:pt idx="1122">
                  <c:v>-0.33178237069646294</c:v>
                </c:pt>
                <c:pt idx="1123">
                  <c:v>-0.35447173180175162</c:v>
                </c:pt>
                <c:pt idx="1124">
                  <c:v>-0.34390530955986037</c:v>
                </c:pt>
                <c:pt idx="1125">
                  <c:v>-0.3335539864999259</c:v>
                </c:pt>
                <c:pt idx="1126">
                  <c:v>-0.31391409602334053</c:v>
                </c:pt>
                <c:pt idx="1127">
                  <c:v>-0.27363119961062593</c:v>
                </c:pt>
                <c:pt idx="1128">
                  <c:v>-0.25589412029843966</c:v>
                </c:pt>
                <c:pt idx="1129">
                  <c:v>-0.23128748629849374</c:v>
                </c:pt>
                <c:pt idx="1130">
                  <c:v>-0.21371079311767097</c:v>
                </c:pt>
                <c:pt idx="1131">
                  <c:v>-0.20478538944347022</c:v>
                </c:pt>
                <c:pt idx="1132">
                  <c:v>-0.16679256769785933</c:v>
                </c:pt>
                <c:pt idx="1133">
                  <c:v>-0.1476514281606143</c:v>
                </c:pt>
                <c:pt idx="1134">
                  <c:v>-0.15747077737318185</c:v>
                </c:pt>
                <c:pt idx="1135">
                  <c:v>-0.16251786660500323</c:v>
                </c:pt>
                <c:pt idx="1136">
                  <c:v>-0.20132664196056244</c:v>
                </c:pt>
                <c:pt idx="1137">
                  <c:v>-0.22787073867440366</c:v>
                </c:pt>
                <c:pt idx="1138">
                  <c:v>-0.2621529815751889</c:v>
                </c:pt>
                <c:pt idx="1139">
                  <c:v>-0.2900034082554801</c:v>
                </c:pt>
                <c:pt idx="1140">
                  <c:v>-0.3255151057421905</c:v>
                </c:pt>
                <c:pt idx="1141">
                  <c:v>-0.33812305030935363</c:v>
                </c:pt>
                <c:pt idx="1142">
                  <c:v>-0.33430321163475069</c:v>
                </c:pt>
                <c:pt idx="1143">
                  <c:v>-0.35532506810529363</c:v>
                </c:pt>
                <c:pt idx="1144">
                  <c:v>-0.36960088425246196</c:v>
                </c:pt>
                <c:pt idx="1145">
                  <c:v>-0.42222022241088109</c:v>
                </c:pt>
                <c:pt idx="1146">
                  <c:v>-0.44882167641447163</c:v>
                </c:pt>
                <c:pt idx="1147">
                  <c:v>-0.47580003215997013</c:v>
                </c:pt>
                <c:pt idx="1148">
                  <c:v>-0.50559685094481166</c:v>
                </c:pt>
                <c:pt idx="1149">
                  <c:v>-0.52089126118790052</c:v>
                </c:pt>
                <c:pt idx="1150">
                  <c:v>-0.53162008945431638</c:v>
                </c:pt>
                <c:pt idx="1151">
                  <c:v>-0.52872307948423025</c:v>
                </c:pt>
                <c:pt idx="1152">
                  <c:v>-0.5520994982643056</c:v>
                </c:pt>
                <c:pt idx="1153">
                  <c:v>-0.60289793099941469</c:v>
                </c:pt>
                <c:pt idx="1154">
                  <c:v>-0.64983672120283431</c:v>
                </c:pt>
                <c:pt idx="1155">
                  <c:v>-0.66755916844091867</c:v>
                </c:pt>
                <c:pt idx="1156">
                  <c:v>-0.67202844378413895</c:v>
                </c:pt>
                <c:pt idx="1157">
                  <c:v>-0.6681030344399812</c:v>
                </c:pt>
                <c:pt idx="1158">
                  <c:v>-0.67605284493552198</c:v>
                </c:pt>
                <c:pt idx="1159">
                  <c:v>-0.65837906801151636</c:v>
                </c:pt>
                <c:pt idx="1160">
                  <c:v>-0.6356955282991863</c:v>
                </c:pt>
                <c:pt idx="1161">
                  <c:v>-0.61995457785176578</c:v>
                </c:pt>
                <c:pt idx="1162">
                  <c:v>-0.61290409441678873</c:v>
                </c:pt>
                <c:pt idx="1163">
                  <c:v>-0.60396249455659134</c:v>
                </c:pt>
                <c:pt idx="1164">
                  <c:v>-0.57093024024176842</c:v>
                </c:pt>
                <c:pt idx="1165">
                  <c:v>-0.546091325562296</c:v>
                </c:pt>
                <c:pt idx="1166">
                  <c:v>-0.51687919787939862</c:v>
                </c:pt>
                <c:pt idx="1167">
                  <c:v>-0.49703229374619173</c:v>
                </c:pt>
                <c:pt idx="1168">
                  <c:v>-0.46909354338088816</c:v>
                </c:pt>
                <c:pt idx="1169">
                  <c:v>-0.45015505125902605</c:v>
                </c:pt>
                <c:pt idx="1170">
                  <c:v>-0.42887413211675285</c:v>
                </c:pt>
                <c:pt idx="1171">
                  <c:v>-0.40343017797495889</c:v>
                </c:pt>
                <c:pt idx="1172">
                  <c:v>-0.39641102364855685</c:v>
                </c:pt>
                <c:pt idx="1173">
                  <c:v>-0.370820123586662</c:v>
                </c:pt>
                <c:pt idx="1174">
                  <c:v>-0.34771237354585555</c:v>
                </c:pt>
                <c:pt idx="1175">
                  <c:v>-0.31986207014332901</c:v>
                </c:pt>
                <c:pt idx="1176">
                  <c:v>-0.27867994939716967</c:v>
                </c:pt>
                <c:pt idx="1177">
                  <c:v>-0.24633853401066338</c:v>
                </c:pt>
                <c:pt idx="1178">
                  <c:v>-0.20172970512685365</c:v>
                </c:pt>
                <c:pt idx="1179">
                  <c:v>-0.1421258068760827</c:v>
                </c:pt>
                <c:pt idx="1180">
                  <c:v>-9.1994315020130321E-2</c:v>
                </c:pt>
                <c:pt idx="1181">
                  <c:v>-6.3052326443249831E-2</c:v>
                </c:pt>
                <c:pt idx="1182">
                  <c:v>-3.4269598874868412E-2</c:v>
                </c:pt>
                <c:pt idx="1183">
                  <c:v>-1.7764410834651315E-2</c:v>
                </c:pt>
                <c:pt idx="1184">
                  <c:v>-3.3944336638641446E-4</c:v>
                </c:pt>
                <c:pt idx="1185">
                  <c:v>2.3875015966058181E-2</c:v>
                </c:pt>
                <c:pt idx="1186">
                  <c:v>3.4883962335731454E-2</c:v>
                </c:pt>
                <c:pt idx="1187">
                  <c:v>4.8534965993593131E-2</c:v>
                </c:pt>
                <c:pt idx="1188">
                  <c:v>5.1478975209408417E-2</c:v>
                </c:pt>
                <c:pt idx="1189">
                  <c:v>3.143083545071499E-2</c:v>
                </c:pt>
                <c:pt idx="1190">
                  <c:v>-7.6342513523339215E-3</c:v>
                </c:pt>
                <c:pt idx="1191">
                  <c:v>-3.1528976785832837E-2</c:v>
                </c:pt>
                <c:pt idx="1192">
                  <c:v>-6.0213522031965512E-2</c:v>
                </c:pt>
                <c:pt idx="1193">
                  <c:v>-9.5466978051105378E-2</c:v>
                </c:pt>
                <c:pt idx="1194">
                  <c:v>-0.11917589699482367</c:v>
                </c:pt>
                <c:pt idx="1195">
                  <c:v>-0.12181637006726777</c:v>
                </c:pt>
                <c:pt idx="1196">
                  <c:v>-0.1309576742231246</c:v>
                </c:pt>
                <c:pt idx="1197">
                  <c:v>-0.14783870567106633</c:v>
                </c:pt>
                <c:pt idx="1198">
                  <c:v>-0.17348013872524001</c:v>
                </c:pt>
                <c:pt idx="1199">
                  <c:v>-0.18223595898761408</c:v>
                </c:pt>
                <c:pt idx="1200">
                  <c:v>-0.19241713133340593</c:v>
                </c:pt>
                <c:pt idx="1201">
                  <c:v>-0.21617473813026869</c:v>
                </c:pt>
                <c:pt idx="1202">
                  <c:v>-0.23087060456682204</c:v>
                </c:pt>
                <c:pt idx="1203">
                  <c:v>-0.23568187435428389</c:v>
                </c:pt>
                <c:pt idx="1204">
                  <c:v>-0.23461849290328082</c:v>
                </c:pt>
                <c:pt idx="1205">
                  <c:v>-0.24265528767785494</c:v>
                </c:pt>
                <c:pt idx="1206">
                  <c:v>-0.25509201083088812</c:v>
                </c:pt>
                <c:pt idx="1207">
                  <c:v>-0.24246579976304244</c:v>
                </c:pt>
                <c:pt idx="1208">
                  <c:v>-0.23916102756180535</c:v>
                </c:pt>
                <c:pt idx="1209">
                  <c:v>-0.21979708962025046</c:v>
                </c:pt>
                <c:pt idx="1210">
                  <c:v>-0.19779599418673408</c:v>
                </c:pt>
                <c:pt idx="1211">
                  <c:v>-0.16183689042004373</c:v>
                </c:pt>
                <c:pt idx="1212">
                  <c:v>-0.13971986461273789</c:v>
                </c:pt>
                <c:pt idx="1213">
                  <c:v>-0.14414379524515497</c:v>
                </c:pt>
                <c:pt idx="1214">
                  <c:v>-0.1550996852615735</c:v>
                </c:pt>
                <c:pt idx="1215">
                  <c:v>-0.15013208728349245</c:v>
                </c:pt>
                <c:pt idx="1216">
                  <c:v>-0.1553415121166867</c:v>
                </c:pt>
                <c:pt idx="1217">
                  <c:v>-0.15117591643292075</c:v>
                </c:pt>
                <c:pt idx="1218">
                  <c:v>-0.13614182786090642</c:v>
                </c:pt>
                <c:pt idx="1219">
                  <c:v>-0.11699775364175355</c:v>
                </c:pt>
                <c:pt idx="1220">
                  <c:v>-0.11290513643595809</c:v>
                </c:pt>
                <c:pt idx="1221">
                  <c:v>-9.9431898369548841E-2</c:v>
                </c:pt>
                <c:pt idx="1222">
                  <c:v>-9.5139250632256644E-2</c:v>
                </c:pt>
                <c:pt idx="1223">
                  <c:v>-8.8738529193401E-2</c:v>
                </c:pt>
                <c:pt idx="1224">
                  <c:v>-9.4945976647334049E-2</c:v>
                </c:pt>
                <c:pt idx="1225">
                  <c:v>-0.10254292132097492</c:v>
                </c:pt>
                <c:pt idx="1226">
                  <c:v>-0.10742914696006133</c:v>
                </c:pt>
                <c:pt idx="1227">
                  <c:v>-0.12406870845671342</c:v>
                </c:pt>
                <c:pt idx="1228">
                  <c:v>-0.14389768563643976</c:v>
                </c:pt>
                <c:pt idx="1229">
                  <c:v>-0.15286757979557361</c:v>
                </c:pt>
                <c:pt idx="1230">
                  <c:v>-0.17554998754353657</c:v>
                </c:pt>
                <c:pt idx="1231">
                  <c:v>-0.19206007910796855</c:v>
                </c:pt>
                <c:pt idx="1232">
                  <c:v>-0.20143117190049162</c:v>
                </c:pt>
                <c:pt idx="1233">
                  <c:v>-0.21168638863853007</c:v>
                </c:pt>
                <c:pt idx="1234">
                  <c:v>-0.19695108076890966</c:v>
                </c:pt>
                <c:pt idx="1235">
                  <c:v>-0.15925994186348932</c:v>
                </c:pt>
                <c:pt idx="1236">
                  <c:v>-0.15483370602471772</c:v>
                </c:pt>
                <c:pt idx="1237">
                  <c:v>-0.14028342339054403</c:v>
                </c:pt>
                <c:pt idx="1238">
                  <c:v>-0.10737577751161202</c:v>
                </c:pt>
                <c:pt idx="1239">
                  <c:v>-9.0924550518790462E-2</c:v>
                </c:pt>
                <c:pt idx="1240">
                  <c:v>-4.9026097489633248E-2</c:v>
                </c:pt>
                <c:pt idx="1241">
                  <c:v>-1.8239790639549714E-2</c:v>
                </c:pt>
                <c:pt idx="1242">
                  <c:v>-5.7058645252134306E-3</c:v>
                </c:pt>
                <c:pt idx="1243">
                  <c:v>1.6783070022598219E-2</c:v>
                </c:pt>
                <c:pt idx="1244">
                  <c:v>4.3694338028518791E-2</c:v>
                </c:pt>
                <c:pt idx="1245">
                  <c:v>7.0680607838626466E-2</c:v>
                </c:pt>
                <c:pt idx="1246">
                  <c:v>-4.7274535085284251E-2</c:v>
                </c:pt>
                <c:pt idx="1247">
                  <c:v>-0.1631598646942414</c:v>
                </c:pt>
                <c:pt idx="1248">
                  <c:v>-0.26452976318314619</c:v>
                </c:pt>
                <c:pt idx="1249">
                  <c:v>-0.38287023646390744</c:v>
                </c:pt>
                <c:pt idx="1250">
                  <c:v>-0.5098546357653938</c:v>
                </c:pt>
                <c:pt idx="1251">
                  <c:v>-0.62168608411542892</c:v>
                </c:pt>
                <c:pt idx="1252">
                  <c:v>-0.73414763138337147</c:v>
                </c:pt>
                <c:pt idx="1253">
                  <c:v>-0.86813480145423394</c:v>
                </c:pt>
                <c:pt idx="1254">
                  <c:v>-0.98346627298083233</c:v>
                </c:pt>
                <c:pt idx="1255">
                  <c:v>-1.0901715618111389</c:v>
                </c:pt>
                <c:pt idx="1256">
                  <c:v>-1.2010850276206151</c:v>
                </c:pt>
                <c:pt idx="1257">
                  <c:v>-1.2866349632293423</c:v>
                </c:pt>
                <c:pt idx="1258">
                  <c:v>-1.3615512882223457</c:v>
                </c:pt>
                <c:pt idx="1259">
                  <c:v>-1.4535679053621797</c:v>
                </c:pt>
                <c:pt idx="1260">
                  <c:v>-1.5379142858858834</c:v>
                </c:pt>
                <c:pt idx="1261">
                  <c:v>-1.6415395737594158</c:v>
                </c:pt>
                <c:pt idx="1262">
                  <c:v>-1.7392280218289558</c:v>
                </c:pt>
                <c:pt idx="1263">
                  <c:v>-1.8372810195920906</c:v>
                </c:pt>
                <c:pt idx="1264">
                  <c:v>-1.9366082077189191</c:v>
                </c:pt>
                <c:pt idx="1265">
                  <c:v>-2.0487205239180741</c:v>
                </c:pt>
                <c:pt idx="1266">
                  <c:v>-2.1488039260759138</c:v>
                </c:pt>
                <c:pt idx="1267">
                  <c:v>-2.131486217677077</c:v>
                </c:pt>
                <c:pt idx="1268">
                  <c:v>-2.1315195144333758</c:v>
                </c:pt>
                <c:pt idx="1269">
                  <c:v>-2.1355713780328145</c:v>
                </c:pt>
                <c:pt idx="1270">
                  <c:v>-2.1199934493097712</c:v>
                </c:pt>
                <c:pt idx="1271">
                  <c:v>-2.1084486322464477</c:v>
                </c:pt>
                <c:pt idx="1272">
                  <c:v>-2.1000770625759961</c:v>
                </c:pt>
                <c:pt idx="1273">
                  <c:v>-2.0958170142324728</c:v>
                </c:pt>
                <c:pt idx="1274">
                  <c:v>-2.1021725830376981</c:v>
                </c:pt>
                <c:pt idx="1275">
                  <c:v>-2.1112452282466219</c:v>
                </c:pt>
                <c:pt idx="1276">
                  <c:v>-2.0836629265629543</c:v>
                </c:pt>
                <c:pt idx="1277">
                  <c:v>-2.0866663990078447</c:v>
                </c:pt>
                <c:pt idx="1278">
                  <c:v>-2.1114965191377788</c:v>
                </c:pt>
                <c:pt idx="1279">
                  <c:v>-2.1199185672597549</c:v>
                </c:pt>
                <c:pt idx="1280">
                  <c:v>-2.1245325429052393</c:v>
                </c:pt>
                <c:pt idx="1281">
                  <c:v>-2.1215388585888162</c:v>
                </c:pt>
                <c:pt idx="1282">
                  <c:v>-2.1245444354508791</c:v>
                </c:pt>
                <c:pt idx="1283">
                  <c:v>-2.1512461348762564</c:v>
                </c:pt>
                <c:pt idx="1284">
                  <c:v>-2.1574200309928826</c:v>
                </c:pt>
                <c:pt idx="1285">
                  <c:v>-2.1447060994542451</c:v>
                </c:pt>
                <c:pt idx="1286">
                  <c:v>-2.1196752222359345</c:v>
                </c:pt>
                <c:pt idx="1287">
                  <c:v>-2.1322023918400741</c:v>
                </c:pt>
                <c:pt idx="1288">
                  <c:v>-2.1382441272482366</c:v>
                </c:pt>
                <c:pt idx="1289">
                  <c:v>-2.100965811237971</c:v>
                </c:pt>
                <c:pt idx="1290">
                  <c:v>-2.0576248783794413</c:v>
                </c:pt>
                <c:pt idx="1291">
                  <c:v>-2.0390201733722404</c:v>
                </c:pt>
                <c:pt idx="1292">
                  <c:v>-1.9895823277642681</c:v>
                </c:pt>
                <c:pt idx="1293">
                  <c:v>-1.9594065683676414</c:v>
                </c:pt>
                <c:pt idx="1294">
                  <c:v>-1.9047202947828319</c:v>
                </c:pt>
                <c:pt idx="1295">
                  <c:v>-1.8507036264263208</c:v>
                </c:pt>
                <c:pt idx="1296">
                  <c:v>-1.8171843101066096</c:v>
                </c:pt>
                <c:pt idx="1297">
                  <c:v>-1.8013130374569859</c:v>
                </c:pt>
                <c:pt idx="1298">
                  <c:v>-1.7520981738113046</c:v>
                </c:pt>
                <c:pt idx="1299">
                  <c:v>-1.7026852541736492</c:v>
                </c:pt>
                <c:pt idx="1300">
                  <c:v>-1.6701060238534902</c:v>
                </c:pt>
                <c:pt idx="1301">
                  <c:v>-1.6477203544781198</c:v>
                </c:pt>
                <c:pt idx="1302">
                  <c:v>-1.6865013362905776</c:v>
                </c:pt>
                <c:pt idx="1303">
                  <c:v>-1.6763200398932177</c:v>
                </c:pt>
                <c:pt idx="1304">
                  <c:v>-1.6772888337137213</c:v>
                </c:pt>
                <c:pt idx="1305">
                  <c:v>-1.7068706023506224</c:v>
                </c:pt>
                <c:pt idx="1306">
                  <c:v>-1.7433774095696142</c:v>
                </c:pt>
                <c:pt idx="1307">
                  <c:v>-1.7841036240444987</c:v>
                </c:pt>
                <c:pt idx="1308">
                  <c:v>-1.7879152554800011</c:v>
                </c:pt>
                <c:pt idx="1309">
                  <c:v>-1.7600599250452018</c:v>
                </c:pt>
                <c:pt idx="1310">
                  <c:v>-1.6501723299250006</c:v>
                </c:pt>
                <c:pt idx="1311">
                  <c:v>-1.5640242068749015</c:v>
                </c:pt>
                <c:pt idx="1312">
                  <c:v>-1.478284080838832</c:v>
                </c:pt>
                <c:pt idx="1313">
                  <c:v>-1.3917262002786035</c:v>
                </c:pt>
                <c:pt idx="1314">
                  <c:v>-1.3179424651675899</c:v>
                </c:pt>
                <c:pt idx="1315">
                  <c:v>-1.2672753775659207</c:v>
                </c:pt>
                <c:pt idx="1316">
                  <c:v>-1.1966089704415044</c:v>
                </c:pt>
                <c:pt idx="1317">
                  <c:v>-1.0996739202321062</c:v>
                </c:pt>
                <c:pt idx="1318">
                  <c:v>-1.0301502826253652</c:v>
                </c:pt>
                <c:pt idx="1319">
                  <c:v>-0.97463906663113153</c:v>
                </c:pt>
                <c:pt idx="1320">
                  <c:v>-0.90663809078387203</c:v>
                </c:pt>
                <c:pt idx="1321">
                  <c:v>-0.85367219210288847</c:v>
                </c:pt>
                <c:pt idx="1322">
                  <c:v>-0.78234566078954615</c:v>
                </c:pt>
                <c:pt idx="1323">
                  <c:v>-0.63660235559317657</c:v>
                </c:pt>
                <c:pt idx="1324">
                  <c:v>-0.56529145387369772</c:v>
                </c:pt>
                <c:pt idx="1325">
                  <c:v>-0.46796252387416903</c:v>
                </c:pt>
                <c:pt idx="1326">
                  <c:v>-0.36400582603752935</c:v>
                </c:pt>
                <c:pt idx="1327">
                  <c:v>-0.2731965010300359</c:v>
                </c:pt>
                <c:pt idx="1328">
                  <c:v>-0.18634443720282673</c:v>
                </c:pt>
                <c:pt idx="1329">
                  <c:v>-0.11723828533993746</c:v>
                </c:pt>
                <c:pt idx="1330">
                  <c:v>-7.16452059868571E-2</c:v>
                </c:pt>
                <c:pt idx="1331">
                  <c:v>-0.15005378080308951</c:v>
                </c:pt>
                <c:pt idx="1332">
                  <c:v>-0.20160363261975023</c:v>
                </c:pt>
                <c:pt idx="1333">
                  <c:v>-0.22579128550054087</c:v>
                </c:pt>
                <c:pt idx="1334">
                  <c:v>-0.27247454197873971</c:v>
                </c:pt>
                <c:pt idx="1335">
                  <c:v>-0.27678589125195563</c:v>
                </c:pt>
                <c:pt idx="1336">
                  <c:v>-0.28841003024684703</c:v>
                </c:pt>
                <c:pt idx="1337">
                  <c:v>-0.30692080306224695</c:v>
                </c:pt>
                <c:pt idx="1338">
                  <c:v>-0.28527714622462808</c:v>
                </c:pt>
                <c:pt idx="1339">
                  <c:v>-0.26128744551765531</c:v>
                </c:pt>
                <c:pt idx="1340">
                  <c:v>-0.23624633516310023</c:v>
                </c:pt>
                <c:pt idx="1341">
                  <c:v>-0.22009855812173915</c:v>
                </c:pt>
                <c:pt idx="1342">
                  <c:v>-0.22181104616639985</c:v>
                </c:pt>
                <c:pt idx="1343">
                  <c:v>-0.2086268545753793</c:v>
                </c:pt>
                <c:pt idx="1344">
                  <c:v>-0.24421147236939988</c:v>
                </c:pt>
                <c:pt idx="1345">
                  <c:v>-0.2467010710180127</c:v>
                </c:pt>
                <c:pt idx="1346">
                  <c:v>-0.24627489203704159</c:v>
                </c:pt>
                <c:pt idx="1347">
                  <c:v>-0.26584986455328391</c:v>
                </c:pt>
                <c:pt idx="1348">
                  <c:v>-0.26115201387052517</c:v>
                </c:pt>
                <c:pt idx="1349">
                  <c:v>-0.26958293838738567</c:v>
                </c:pt>
                <c:pt idx="1350">
                  <c:v>-0.26105868232633828</c:v>
                </c:pt>
                <c:pt idx="1351">
                  <c:v>-0.2150161429890188</c:v>
                </c:pt>
                <c:pt idx="1352">
                  <c:v>-0.15108626654693022</c:v>
                </c:pt>
                <c:pt idx="1353">
                  <c:v>-0.11270407085728681</c:v>
                </c:pt>
                <c:pt idx="1354">
                  <c:v>-8.2726068786040149E-2</c:v>
                </c:pt>
                <c:pt idx="1355">
                  <c:v>-6.1269400992000678E-2</c:v>
                </c:pt>
                <c:pt idx="1356">
                  <c:v>-6.2927156464895412E-2</c:v>
                </c:pt>
                <c:pt idx="1357">
                  <c:v>-5.8187148290180166E-2</c:v>
                </c:pt>
                <c:pt idx="1358">
                  <c:v>-4.1393561395893397E-2</c:v>
                </c:pt>
                <c:pt idx="1359">
                  <c:v>-8.5591364578176371E-2</c:v>
                </c:pt>
                <c:pt idx="1360">
                  <c:v>-0.14087067868542205</c:v>
                </c:pt>
                <c:pt idx="1361">
                  <c:v>-0.19773261897581029</c:v>
                </c:pt>
                <c:pt idx="1362">
                  <c:v>-0.25574010658091278</c:v>
                </c:pt>
                <c:pt idx="1363">
                  <c:v>-0.28864710520408393</c:v>
                </c:pt>
                <c:pt idx="1364">
                  <c:v>-0.35112832197750748</c:v>
                </c:pt>
                <c:pt idx="1365">
                  <c:v>-0.38264536254282339</c:v>
                </c:pt>
                <c:pt idx="1366">
                  <c:v>-0.42664427691904783</c:v>
                </c:pt>
                <c:pt idx="1367">
                  <c:v>-0.47218594010497039</c:v>
                </c:pt>
                <c:pt idx="1368">
                  <c:v>-0.48227156005604938</c:v>
                </c:pt>
                <c:pt idx="1369">
                  <c:v>-0.50548974930752655</c:v>
                </c:pt>
                <c:pt idx="1370">
                  <c:v>-0.50089777184055018</c:v>
                </c:pt>
                <c:pt idx="1371">
                  <c:v>-0.4931445388500707</c:v>
                </c:pt>
                <c:pt idx="1372">
                  <c:v>-0.47358421873119649</c:v>
                </c:pt>
                <c:pt idx="1373">
                  <c:v>-0.45258872875034006</c:v>
                </c:pt>
                <c:pt idx="1374">
                  <c:v>-0.42394255008813253</c:v>
                </c:pt>
                <c:pt idx="1375">
                  <c:v>-0.3845154291658231</c:v>
                </c:pt>
                <c:pt idx="1376">
                  <c:v>-0.32212118823843966</c:v>
                </c:pt>
                <c:pt idx="1377">
                  <c:v>-0.27169474739627536</c:v>
                </c:pt>
                <c:pt idx="1378">
                  <c:v>-0.22765315070413733</c:v>
                </c:pt>
                <c:pt idx="1379">
                  <c:v>-0.17841511989234993</c:v>
                </c:pt>
                <c:pt idx="1380">
                  <c:v>-9.972194447864216E-2</c:v>
                </c:pt>
                <c:pt idx="1381">
                  <c:v>-1.9590492044588546E-2</c:v>
                </c:pt>
                <c:pt idx="1382">
                  <c:v>6.4229149146050504E-2</c:v>
                </c:pt>
                <c:pt idx="1383">
                  <c:v>0.14414489875464526</c:v>
                </c:pt>
                <c:pt idx="1384">
                  <c:v>0.23444607544596738</c:v>
                </c:pt>
                <c:pt idx="1385">
                  <c:v>0.33646437824387126</c:v>
                </c:pt>
                <c:pt idx="1386">
                  <c:v>0.40085258229266951</c:v>
                </c:pt>
                <c:pt idx="1387">
                  <c:v>0.50024146547707604</c:v>
                </c:pt>
                <c:pt idx="1388">
                  <c:v>0.59214802465677185</c:v>
                </c:pt>
                <c:pt idx="1389">
                  <c:v>0.66271101871195359</c:v>
                </c:pt>
                <c:pt idx="1390">
                  <c:v>0.71982147700014687</c:v>
                </c:pt>
                <c:pt idx="1391">
                  <c:v>0.76448464264587979</c:v>
                </c:pt>
                <c:pt idx="1392">
                  <c:v>0.81003447639360127</c:v>
                </c:pt>
                <c:pt idx="1393">
                  <c:v>0.80072571903545042</c:v>
                </c:pt>
                <c:pt idx="1394">
                  <c:v>0.76523600956754123</c:v>
                </c:pt>
                <c:pt idx="1395">
                  <c:v>0.7554383227422089</c:v>
                </c:pt>
                <c:pt idx="1396">
                  <c:v>0.69487718027988699</c:v>
                </c:pt>
                <c:pt idx="1397">
                  <c:v>0.62617903514340856</c:v>
                </c:pt>
                <c:pt idx="1398">
                  <c:v>0.5804879248655278</c:v>
                </c:pt>
                <c:pt idx="1399">
                  <c:v>0.56550339344585476</c:v>
                </c:pt>
                <c:pt idx="1400">
                  <c:v>0.54023764586744427</c:v>
                </c:pt>
                <c:pt idx="1401">
                  <c:v>0.46863808089030856</c:v>
                </c:pt>
                <c:pt idx="1402">
                  <c:v>0.39795747691610389</c:v>
                </c:pt>
                <c:pt idx="1403">
                  <c:v>0.3542697871956485</c:v>
                </c:pt>
                <c:pt idx="1404">
                  <c:v>0.30654655432173694</c:v>
                </c:pt>
                <c:pt idx="1405">
                  <c:v>0.24874343099299043</c:v>
                </c:pt>
                <c:pt idx="1406">
                  <c:v>0.20331251416022111</c:v>
                </c:pt>
                <c:pt idx="1407">
                  <c:v>0.16865317960810763</c:v>
                </c:pt>
                <c:pt idx="1408">
                  <c:v>9.3901230844988193E-2</c:v>
                </c:pt>
                <c:pt idx="1409">
                  <c:v>-4.1347150860944753E-4</c:v>
                </c:pt>
                <c:pt idx="1410">
                  <c:v>-6.2245945630008591E-2</c:v>
                </c:pt>
                <c:pt idx="1411">
                  <c:v>-0.11679360976269035</c:v>
                </c:pt>
                <c:pt idx="1412">
                  <c:v>-0.15387048624472136</c:v>
                </c:pt>
                <c:pt idx="1413">
                  <c:v>-0.22134183887820488</c:v>
                </c:pt>
                <c:pt idx="1414">
                  <c:v>-0.2654116553706391</c:v>
                </c:pt>
                <c:pt idx="1415">
                  <c:v>-0.29491345148795944</c:v>
                </c:pt>
                <c:pt idx="1416">
                  <c:v>-0.34266857984495674</c:v>
                </c:pt>
                <c:pt idx="1417">
                  <c:v>-0.37619091394351895</c:v>
                </c:pt>
                <c:pt idx="1418">
                  <c:v>-0.39949710672849237</c:v>
                </c:pt>
                <c:pt idx="1419">
                  <c:v>-0.44082575238627469</c:v>
                </c:pt>
                <c:pt idx="1420">
                  <c:v>-0.52103932365621364</c:v>
                </c:pt>
                <c:pt idx="1421">
                  <c:v>-0.60782011549026482</c:v>
                </c:pt>
                <c:pt idx="1422">
                  <c:v>-0.62848315124619913</c:v>
                </c:pt>
                <c:pt idx="1423">
                  <c:v>-0.6754888655578134</c:v>
                </c:pt>
                <c:pt idx="1424">
                  <c:v>-0.79864366025302092</c:v>
                </c:pt>
                <c:pt idx="1425">
                  <c:v>-0.89215712361352739</c:v>
                </c:pt>
                <c:pt idx="1426">
                  <c:v>-1.0022156334165229</c:v>
                </c:pt>
                <c:pt idx="1427">
                  <c:v>-1.111016229728446</c:v>
                </c:pt>
                <c:pt idx="1428">
                  <c:v>-1.2312287376071533</c:v>
                </c:pt>
                <c:pt idx="1429">
                  <c:v>-1.3129345221698618</c:v>
                </c:pt>
                <c:pt idx="1430">
                  <c:v>-1.3500467227022004</c:v>
                </c:pt>
                <c:pt idx="1431">
                  <c:v>-1.3773056258291017</c:v>
                </c:pt>
                <c:pt idx="1432">
                  <c:v>-1.4529589651876167</c:v>
                </c:pt>
                <c:pt idx="1433">
                  <c:v>-1.4865325364649433</c:v>
                </c:pt>
                <c:pt idx="1434">
                  <c:v>-1.474968685475528</c:v>
                </c:pt>
                <c:pt idx="1435">
                  <c:v>-1.4784359340815365</c:v>
                </c:pt>
                <c:pt idx="1436">
                  <c:v>-1.4801457680102474</c:v>
                </c:pt>
                <c:pt idx="1437">
                  <c:v>-1.4873866671886955</c:v>
                </c:pt>
                <c:pt idx="1438">
                  <c:v>-1.4557350107104468</c:v>
                </c:pt>
                <c:pt idx="1439">
                  <c:v>-1.416686791042882</c:v>
                </c:pt>
                <c:pt idx="1440">
                  <c:v>-1.3717580367901689</c:v>
                </c:pt>
                <c:pt idx="1441">
                  <c:v>-1.3159168777851917</c:v>
                </c:pt>
                <c:pt idx="1442">
                  <c:v>-1.2424728543619405</c:v>
                </c:pt>
                <c:pt idx="1443">
                  <c:v>-1.1811151626428555</c:v>
                </c:pt>
                <c:pt idx="1444">
                  <c:v>-1.0836096847561381</c:v>
                </c:pt>
                <c:pt idx="1445">
                  <c:v>-0.91442318319239535</c:v>
                </c:pt>
                <c:pt idx="1446">
                  <c:v>-0.78260884190226043</c:v>
                </c:pt>
                <c:pt idx="1447">
                  <c:v>-0.69745041063355451</c:v>
                </c:pt>
                <c:pt idx="1448">
                  <c:v>-0.63280568491673328</c:v>
                </c:pt>
                <c:pt idx="1449">
                  <c:v>-0.54388598872196026</c:v>
                </c:pt>
                <c:pt idx="1450">
                  <c:v>-0.46613825531104802</c:v>
                </c:pt>
                <c:pt idx="1451">
                  <c:v>-0.395971975018518</c:v>
                </c:pt>
                <c:pt idx="1452">
                  <c:v>-0.36962563014866257</c:v>
                </c:pt>
                <c:pt idx="1453">
                  <c:v>-0.29595445104200241</c:v>
                </c:pt>
                <c:pt idx="1454">
                  <c:v>-0.28464518402832917</c:v>
                </c:pt>
                <c:pt idx="1455">
                  <c:v>-0.30033546779936793</c:v>
                </c:pt>
                <c:pt idx="1456">
                  <c:v>-0.31436771632403315</c:v>
                </c:pt>
                <c:pt idx="1457">
                  <c:v>-0.3217292569852413</c:v>
                </c:pt>
                <c:pt idx="1458">
                  <c:v>-0.30701794038487074</c:v>
                </c:pt>
                <c:pt idx="1459">
                  <c:v>-0.32487136830313867</c:v>
                </c:pt>
                <c:pt idx="1460">
                  <c:v>-0.33695150477584279</c:v>
                </c:pt>
                <c:pt idx="1461">
                  <c:v>-0.34224610114012033</c:v>
                </c:pt>
                <c:pt idx="1462">
                  <c:v>-0.37246848099801788</c:v>
                </c:pt>
                <c:pt idx="1463">
                  <c:v>-0.39552787021688174</c:v>
                </c:pt>
                <c:pt idx="1464">
                  <c:v>-0.4632513336234943</c:v>
                </c:pt>
                <c:pt idx="1465">
                  <c:v>-0.53231051951832253</c:v>
                </c:pt>
                <c:pt idx="1466">
                  <c:v>-0.6155162022946582</c:v>
                </c:pt>
                <c:pt idx="1467">
                  <c:v>-0.69830729115440604</c:v>
                </c:pt>
                <c:pt idx="1468">
                  <c:v>-0.69149947022407188</c:v>
                </c:pt>
                <c:pt idx="1469">
                  <c:v>-0.68034139770961166</c:v>
                </c:pt>
                <c:pt idx="1470">
                  <c:v>-0.65999045155556058</c:v>
                </c:pt>
                <c:pt idx="1471">
                  <c:v>-0.64679015211327051</c:v>
                </c:pt>
                <c:pt idx="1472">
                  <c:v>-0.62267172462256304</c:v>
                </c:pt>
                <c:pt idx="1473">
                  <c:v>-0.58321482888916309</c:v>
                </c:pt>
                <c:pt idx="1474">
                  <c:v>-0.55267106824673062</c:v>
                </c:pt>
                <c:pt idx="1475">
                  <c:v>-0.53501120800437829</c:v>
                </c:pt>
                <c:pt idx="1476">
                  <c:v>-0.46804514437223649</c:v>
                </c:pt>
                <c:pt idx="1477">
                  <c:v>-0.42163157234939957</c:v>
                </c:pt>
                <c:pt idx="1478">
                  <c:v>-0.36425149060291656</c:v>
                </c:pt>
                <c:pt idx="1479">
                  <c:v>-0.28879364299271915</c:v>
                </c:pt>
                <c:pt idx="1480">
                  <c:v>-0.21441729505176318</c:v>
                </c:pt>
                <c:pt idx="1481">
                  <c:v>-0.17509606340531617</c:v>
                </c:pt>
                <c:pt idx="1482">
                  <c:v>-0.16064294669553664</c:v>
                </c:pt>
                <c:pt idx="1483">
                  <c:v>-0.10332998258499031</c:v>
                </c:pt>
                <c:pt idx="1484">
                  <c:v>-6.436706475540821E-2</c:v>
                </c:pt>
                <c:pt idx="1485">
                  <c:v>-1.6555331173437621E-2</c:v>
                </c:pt>
                <c:pt idx="1486">
                  <c:v>5.4674118611796378E-2</c:v>
                </c:pt>
                <c:pt idx="1487">
                  <c:v>0.12164755073567951</c:v>
                </c:pt>
                <c:pt idx="1488">
                  <c:v>0.20415647003214676</c:v>
                </c:pt>
                <c:pt idx="1489">
                  <c:v>0.26970241474997897</c:v>
                </c:pt>
                <c:pt idx="1490">
                  <c:v>0.32212923309803043</c:v>
                </c:pt>
                <c:pt idx="1491">
                  <c:v>0.36820569303435158</c:v>
                </c:pt>
                <c:pt idx="1492">
                  <c:v>0.41613724565638266</c:v>
                </c:pt>
                <c:pt idx="1493">
                  <c:v>0.44001331535472948</c:v>
                </c:pt>
                <c:pt idx="1494">
                  <c:v>0.50789852817440839</c:v>
                </c:pt>
                <c:pt idx="1495">
                  <c:v>0.58655071842269413</c:v>
                </c:pt>
                <c:pt idx="1496">
                  <c:v>0.70237663388101257</c:v>
                </c:pt>
                <c:pt idx="1497">
                  <c:v>0.76168108181405281</c:v>
                </c:pt>
                <c:pt idx="1498">
                  <c:v>0.85715380527260954</c:v>
                </c:pt>
                <c:pt idx="1499">
                  <c:v>0.95021803555640927</c:v>
                </c:pt>
                <c:pt idx="1500">
                  <c:v>1.0149427819468315</c:v>
                </c:pt>
                <c:pt idx="1501">
                  <c:v>1.0993037997868549</c:v>
                </c:pt>
                <c:pt idx="1502">
                  <c:v>1.200277271076849</c:v>
                </c:pt>
                <c:pt idx="1503">
                  <c:v>1.3142159713613077</c:v>
                </c:pt>
                <c:pt idx="1504">
                  <c:v>1.3970279822414575</c:v>
                </c:pt>
                <c:pt idx="1505">
                  <c:v>1.4858754856092864</c:v>
                </c:pt>
                <c:pt idx="1506">
                  <c:v>1.5852723597204634</c:v>
                </c:pt>
                <c:pt idx="1507">
                  <c:v>1.6466374889422357</c:v>
                </c:pt>
                <c:pt idx="1508">
                  <c:v>1.7218993121495814</c:v>
                </c:pt>
                <c:pt idx="1509">
                  <c:v>1.8040347313919025</c:v>
                </c:pt>
                <c:pt idx="1510">
                  <c:v>1.882320233888733</c:v>
                </c:pt>
                <c:pt idx="1511">
                  <c:v>1.9447998264901973</c:v>
                </c:pt>
                <c:pt idx="1512">
                  <c:v>2.0009699764319704</c:v>
                </c:pt>
                <c:pt idx="1513">
                  <c:v>2.0599035856876799</c:v>
                </c:pt>
                <c:pt idx="1514">
                  <c:v>2.121557329120785</c:v>
                </c:pt>
                <c:pt idx="1515">
                  <c:v>2.1330473835621833</c:v>
                </c:pt>
                <c:pt idx="1516">
                  <c:v>2.1481787309877167</c:v>
                </c:pt>
                <c:pt idx="1517">
                  <c:v>2.1561740343040872</c:v>
                </c:pt>
                <c:pt idx="1518">
                  <c:v>2.1742494306792994</c:v>
                </c:pt>
                <c:pt idx="1519">
                  <c:v>2.1778857728008796</c:v>
                </c:pt>
                <c:pt idx="1520">
                  <c:v>2.1616762260802673</c:v>
                </c:pt>
                <c:pt idx="1521">
                  <c:v>2.1250697151437756</c:v>
                </c:pt>
                <c:pt idx="1522">
                  <c:v>2.0901149258204481</c:v>
                </c:pt>
                <c:pt idx="1523">
                  <c:v>2.0303177324567905</c:v>
                </c:pt>
                <c:pt idx="1524">
                  <c:v>1.9812773483950652</c:v>
                </c:pt>
                <c:pt idx="1525">
                  <c:v>1.9486222657818513</c:v>
                </c:pt>
                <c:pt idx="1526">
                  <c:v>1.9185129790692543</c:v>
                </c:pt>
                <c:pt idx="1527">
                  <c:v>1.9027312518260211</c:v>
                </c:pt>
                <c:pt idx="1528">
                  <c:v>1.8930666035325738</c:v>
                </c:pt>
                <c:pt idx="1529">
                  <c:v>1.8705060272388829</c:v>
                </c:pt>
                <c:pt idx="1530">
                  <c:v>1.8481376510774528</c:v>
                </c:pt>
                <c:pt idx="1531">
                  <c:v>1.8222677657581088</c:v>
                </c:pt>
                <c:pt idx="1532">
                  <c:v>1.82675037893929</c:v>
                </c:pt>
                <c:pt idx="1533">
                  <c:v>1.8440662754435388</c:v>
                </c:pt>
                <c:pt idx="1534">
                  <c:v>1.8431149907057418</c:v>
                </c:pt>
                <c:pt idx="1535">
                  <c:v>1.8552668162356354</c:v>
                </c:pt>
                <c:pt idx="1536">
                  <c:v>1.8583008983577423</c:v>
                </c:pt>
                <c:pt idx="1537">
                  <c:v>1.8517494305268569</c:v>
                </c:pt>
                <c:pt idx="1538">
                  <c:v>1.83647511096542</c:v>
                </c:pt>
                <c:pt idx="1539">
                  <c:v>1.8110906207648843</c:v>
                </c:pt>
                <c:pt idx="1540">
                  <c:v>1.7867226644767467</c:v>
                </c:pt>
                <c:pt idx="1541">
                  <c:v>1.781249590561935</c:v>
                </c:pt>
                <c:pt idx="1542">
                  <c:v>1.7956424298202571</c:v>
                </c:pt>
                <c:pt idx="1543">
                  <c:v>1.8121753948918584</c:v>
                </c:pt>
                <c:pt idx="1544">
                  <c:v>1.8407953925784775</c:v>
                </c:pt>
                <c:pt idx="1545">
                  <c:v>1.8563634341533919</c:v>
                </c:pt>
                <c:pt idx="1546">
                  <c:v>1.8694361286501251</c:v>
                </c:pt>
                <c:pt idx="1547">
                  <c:v>1.8797927688339859</c:v>
                </c:pt>
                <c:pt idx="1548">
                  <c:v>1.869719595078333</c:v>
                </c:pt>
                <c:pt idx="1549">
                  <c:v>1.8655386106353502</c:v>
                </c:pt>
                <c:pt idx="1550">
                  <c:v>1.8577115228163823</c:v>
                </c:pt>
                <c:pt idx="1551">
                  <c:v>1.8428742808541081</c:v>
                </c:pt>
                <c:pt idx="1552">
                  <c:v>1.8240900352302152</c:v>
                </c:pt>
                <c:pt idx="1553">
                  <c:v>1.7954438821809211</c:v>
                </c:pt>
                <c:pt idx="1554">
                  <c:v>1.7544973210736463</c:v>
                </c:pt>
                <c:pt idx="1555">
                  <c:v>1.7100220900118737</c:v>
                </c:pt>
                <c:pt idx="1556">
                  <c:v>1.6710393838357651</c:v>
                </c:pt>
                <c:pt idx="1557">
                  <c:v>1.6447573151352293</c:v>
                </c:pt>
                <c:pt idx="1558">
                  <c:v>1.6258843380378389</c:v>
                </c:pt>
                <c:pt idx="1559">
                  <c:v>1.5225192288035534</c:v>
                </c:pt>
                <c:pt idx="1560">
                  <c:v>1.4388001958413006</c:v>
                </c:pt>
                <c:pt idx="1561">
                  <c:v>1.3610215881453567</c:v>
                </c:pt>
                <c:pt idx="1562">
                  <c:v>1.2739913702896537</c:v>
                </c:pt>
                <c:pt idx="1563">
                  <c:v>1.1928239038357624</c:v>
                </c:pt>
                <c:pt idx="1564">
                  <c:v>1.1014983056378607</c:v>
                </c:pt>
                <c:pt idx="1565">
                  <c:v>0.99241322471665172</c:v>
                </c:pt>
                <c:pt idx="1566">
                  <c:v>0.89082397830042004</c:v>
                </c:pt>
                <c:pt idx="1567">
                  <c:v>0.79661412713394464</c:v>
                </c:pt>
                <c:pt idx="1568">
                  <c:v>0.69535848109558984</c:v>
                </c:pt>
                <c:pt idx="1569">
                  <c:v>0.60466590188040903</c:v>
                </c:pt>
                <c:pt idx="1570">
                  <c:v>0.51720657674434545</c:v>
                </c:pt>
                <c:pt idx="1571">
                  <c:v>0.44356585267852205</c:v>
                </c:pt>
                <c:pt idx="1572">
                  <c:v>0.38471741701542039</c:v>
                </c:pt>
                <c:pt idx="1573">
                  <c:v>0.32780498360061061</c:v>
                </c:pt>
                <c:pt idx="1574">
                  <c:v>0.27167920079935465</c:v>
                </c:pt>
                <c:pt idx="1575">
                  <c:v>0.22207901065821634</c:v>
                </c:pt>
                <c:pt idx="1576">
                  <c:v>0.19023058621928465</c:v>
                </c:pt>
                <c:pt idx="1577">
                  <c:v>0.12980017248524062</c:v>
                </c:pt>
                <c:pt idx="1578">
                  <c:v>7.8626369109202593E-2</c:v>
                </c:pt>
                <c:pt idx="1579">
                  <c:v>3.2134841982922636E-2</c:v>
                </c:pt>
                <c:pt idx="1580">
                  <c:v>7.7139364393388352E-2</c:v>
                </c:pt>
                <c:pt idx="1581">
                  <c:v>0.10881073155420382</c:v>
                </c:pt>
                <c:pt idx="1582">
                  <c:v>0.15026669837059167</c:v>
                </c:pt>
                <c:pt idx="1583">
                  <c:v>0.15884230117927092</c:v>
                </c:pt>
                <c:pt idx="1584">
                  <c:v>0.15208154402979179</c:v>
                </c:pt>
                <c:pt idx="1585">
                  <c:v>0.17103552691503987</c:v>
                </c:pt>
                <c:pt idx="1586">
                  <c:v>0.21197350914393837</c:v>
                </c:pt>
                <c:pt idx="1587">
                  <c:v>0.24384907859960528</c:v>
                </c:pt>
                <c:pt idx="1588">
                  <c:v>0.25778344520547752</c:v>
                </c:pt>
                <c:pt idx="1589">
                  <c:v>0.28009617190924002</c:v>
                </c:pt>
                <c:pt idx="1590">
                  <c:v>0.30607251469750169</c:v>
                </c:pt>
                <c:pt idx="1591">
                  <c:v>0.33505411037378402</c:v>
                </c:pt>
                <c:pt idx="1592">
                  <c:v>0.34708050061210299</c:v>
                </c:pt>
                <c:pt idx="1593">
                  <c:v>0.34423642282597139</c:v>
                </c:pt>
                <c:pt idx="1594">
                  <c:v>0.32577527878180956</c:v>
                </c:pt>
                <c:pt idx="1595">
                  <c:v>0.31269709034683985</c:v>
                </c:pt>
                <c:pt idx="1596">
                  <c:v>0.30187446986118815</c:v>
                </c:pt>
                <c:pt idx="1597">
                  <c:v>0.29621898413272801</c:v>
                </c:pt>
                <c:pt idx="1598">
                  <c:v>0.29630945640462708</c:v>
                </c:pt>
                <c:pt idx="1599">
                  <c:v>0.29994140557270543</c:v>
                </c:pt>
                <c:pt idx="1600">
                  <c:v>0.3001568315493317</c:v>
                </c:pt>
                <c:pt idx="1601">
                  <c:v>0.29296323218730558</c:v>
                </c:pt>
                <c:pt idx="1602">
                  <c:v>0.29889153215206998</c:v>
                </c:pt>
                <c:pt idx="1603">
                  <c:v>0.28067923447023929</c:v>
                </c:pt>
                <c:pt idx="1604">
                  <c:v>0.29858935974736001</c:v>
                </c:pt>
                <c:pt idx="1605">
                  <c:v>0.33550223511001875</c:v>
                </c:pt>
                <c:pt idx="1606">
                  <c:v>0.33942396362979493</c:v>
                </c:pt>
                <c:pt idx="1607">
                  <c:v>0.35743535496732681</c:v>
                </c:pt>
                <c:pt idx="1608">
                  <c:v>0.36776521656401379</c:v>
                </c:pt>
                <c:pt idx="1609">
                  <c:v>0.39855973104261294</c:v>
                </c:pt>
                <c:pt idx="1610">
                  <c:v>0.42868934979920531</c:v>
                </c:pt>
                <c:pt idx="1611">
                  <c:v>0.45223317421210757</c:v>
                </c:pt>
                <c:pt idx="1612">
                  <c:v>0.46639103158878836</c:v>
                </c:pt>
                <c:pt idx="1613">
                  <c:v>0.48132805112729232</c:v>
                </c:pt>
                <c:pt idx="1614">
                  <c:v>0.51276380975305536</c:v>
                </c:pt>
                <c:pt idx="1615">
                  <c:v>0.56772443585493526</c:v>
                </c:pt>
                <c:pt idx="1616">
                  <c:v>0.59913720709272933</c:v>
                </c:pt>
                <c:pt idx="1617">
                  <c:v>0.6337435315548875</c:v>
                </c:pt>
                <c:pt idx="1618">
                  <c:v>0.6518216320626038</c:v>
                </c:pt>
                <c:pt idx="1619">
                  <c:v>0.67997506950725706</c:v>
                </c:pt>
                <c:pt idx="1620">
                  <c:v>0.65886772505449176</c:v>
                </c:pt>
                <c:pt idx="1621">
                  <c:v>0.64460459903884681</c:v>
                </c:pt>
                <c:pt idx="1622">
                  <c:v>0.63070902444851684</c:v>
                </c:pt>
                <c:pt idx="1623">
                  <c:v>0.61768105849681731</c:v>
                </c:pt>
                <c:pt idx="1624">
                  <c:v>0.6270739015906257</c:v>
                </c:pt>
                <c:pt idx="1625">
                  <c:v>0.644767859430041</c:v>
                </c:pt>
                <c:pt idx="1626">
                  <c:v>0.65839803741006353</c:v>
                </c:pt>
                <c:pt idx="1627">
                  <c:v>0.68577819868792456</c:v>
                </c:pt>
                <c:pt idx="1628">
                  <c:v>0.69326811577070968</c:v>
                </c:pt>
                <c:pt idx="1629">
                  <c:v>0.71674697649201047</c:v>
                </c:pt>
                <c:pt idx="1630">
                  <c:v>0.73982274287938377</c:v>
                </c:pt>
                <c:pt idx="1631">
                  <c:v>0.75713335489712852</c:v>
                </c:pt>
                <c:pt idx="1632">
                  <c:v>0.768231087571007</c:v>
                </c:pt>
                <c:pt idx="1633">
                  <c:v>0.7819053507383309</c:v>
                </c:pt>
                <c:pt idx="1634">
                  <c:v>0.82129901071055211</c:v>
                </c:pt>
                <c:pt idx="1635">
                  <c:v>0.83366695339679564</c:v>
                </c:pt>
                <c:pt idx="1636">
                  <c:v>0.84596514762421116</c:v>
                </c:pt>
                <c:pt idx="1637">
                  <c:v>0.87514001168503419</c:v>
                </c:pt>
                <c:pt idx="1638">
                  <c:v>0.90228785510815224</c:v>
                </c:pt>
                <c:pt idx="1639">
                  <c:v>0.93425194380815479</c:v>
                </c:pt>
                <c:pt idx="1640">
                  <c:v>0.95842338994644516</c:v>
                </c:pt>
                <c:pt idx="1641">
                  <c:v>1.0030947651151569</c:v>
                </c:pt>
                <c:pt idx="1642">
                  <c:v>1.0415849989145605</c:v>
                </c:pt>
                <c:pt idx="1643">
                  <c:v>1.0754592134401766</c:v>
                </c:pt>
                <c:pt idx="1644">
                  <c:v>1.1047108927711398</c:v>
                </c:pt>
                <c:pt idx="1645">
                  <c:v>1.1154360410248374</c:v>
                </c:pt>
                <c:pt idx="1646">
                  <c:v>1.1162042551898397</c:v>
                </c:pt>
                <c:pt idx="1647">
                  <c:v>1.1224248978377398</c:v>
                </c:pt>
                <c:pt idx="1648">
                  <c:v>1.1226500523326208</c:v>
                </c:pt>
                <c:pt idx="1649">
                  <c:v>1.1369781712228322</c:v>
                </c:pt>
                <c:pt idx="1650">
                  <c:v>1.1440842195014564</c:v>
                </c:pt>
                <c:pt idx="1651">
                  <c:v>1.1415085470705466</c:v>
                </c:pt>
                <c:pt idx="1652">
                  <c:v>1.1301772998446802</c:v>
                </c:pt>
                <c:pt idx="1653">
                  <c:v>1.1414725099284591</c:v>
                </c:pt>
                <c:pt idx="1654">
                  <c:v>1.1524687047642357</c:v>
                </c:pt>
                <c:pt idx="1655">
                  <c:v>1.1437503388230927</c:v>
                </c:pt>
                <c:pt idx="1656">
                  <c:v>1.1337755357877997</c:v>
                </c:pt>
                <c:pt idx="1657">
                  <c:v>1.1181915115537517</c:v>
                </c:pt>
                <c:pt idx="1658">
                  <c:v>1.0991051226663073</c:v>
                </c:pt>
                <c:pt idx="1659">
                  <c:v>1.061041316023267</c:v>
                </c:pt>
                <c:pt idx="1660">
                  <c:v>1.0302950177583845</c:v>
                </c:pt>
                <c:pt idx="1661">
                  <c:v>1.0098171480546196</c:v>
                </c:pt>
                <c:pt idx="1662">
                  <c:v>1.0053757278527384</c:v>
                </c:pt>
                <c:pt idx="1663">
                  <c:v>1.0070773742352876</c:v>
                </c:pt>
                <c:pt idx="1664">
                  <c:v>1.0053514970198334</c:v>
                </c:pt>
                <c:pt idx="1665">
                  <c:v>1.0013525594517398</c:v>
                </c:pt>
                <c:pt idx="1666">
                  <c:v>1.0140159137634621</c:v>
                </c:pt>
                <c:pt idx="1667">
                  <c:v>1.0295629834935469</c:v>
                </c:pt>
                <c:pt idx="1668">
                  <c:v>1.021020928473525</c:v>
                </c:pt>
                <c:pt idx="1669">
                  <c:v>1.0235284497436239</c:v>
                </c:pt>
                <c:pt idx="1670">
                  <c:v>1.0057160733457366</c:v>
                </c:pt>
                <c:pt idx="1671">
                  <c:v>1.0133021809513758</c:v>
                </c:pt>
                <c:pt idx="1672">
                  <c:v>1.0342594503523699</c:v>
                </c:pt>
                <c:pt idx="1673">
                  <c:v>1.0490099142381981</c:v>
                </c:pt>
                <c:pt idx="1674">
                  <c:v>1.0289010522295052</c:v>
                </c:pt>
                <c:pt idx="1675">
                  <c:v>1.0232066712905301</c:v>
                </c:pt>
                <c:pt idx="1676">
                  <c:v>1.0071393204059658</c:v>
                </c:pt>
                <c:pt idx="1677">
                  <c:v>0.99639310236927014</c:v>
                </c:pt>
                <c:pt idx="1678">
                  <c:v>1.0035554122578803</c:v>
                </c:pt>
                <c:pt idx="1679">
                  <c:v>0.92792335573215867</c:v>
                </c:pt>
                <c:pt idx="1680">
                  <c:v>0.84153510991110414</c:v>
                </c:pt>
                <c:pt idx="1681">
                  <c:v>0.75374444493524106</c:v>
                </c:pt>
                <c:pt idx="1682">
                  <c:v>0.6614967690821757</c:v>
                </c:pt>
                <c:pt idx="1683">
                  <c:v>0.56465360275007015</c:v>
                </c:pt>
                <c:pt idx="1684">
                  <c:v>0.47011075137133679</c:v>
                </c:pt>
                <c:pt idx="1685">
                  <c:v>0.40683475516061274</c:v>
                </c:pt>
                <c:pt idx="1686">
                  <c:v>0.33748510324861425</c:v>
                </c:pt>
                <c:pt idx="1687">
                  <c:v>0.22474885024029859</c:v>
                </c:pt>
                <c:pt idx="1688">
                  <c:v>0.12030078378121611</c:v>
                </c:pt>
                <c:pt idx="1689">
                  <c:v>1.8128838070606664E-2</c:v>
                </c:pt>
                <c:pt idx="1690">
                  <c:v>-8.5325624485628943E-2</c:v>
                </c:pt>
                <c:pt idx="1691">
                  <c:v>-0.19154302088266087</c:v>
                </c:pt>
                <c:pt idx="1692">
                  <c:v>-0.32900814395469191</c:v>
                </c:pt>
                <c:pt idx="1693">
                  <c:v>-0.44995639022482981</c:v>
                </c:pt>
                <c:pt idx="1694">
                  <c:v>-0.56230793674870738</c:v>
                </c:pt>
                <c:pt idx="1695">
                  <c:v>-0.64328642560677174</c:v>
                </c:pt>
                <c:pt idx="1696">
                  <c:v>-0.736120757002241</c:v>
                </c:pt>
                <c:pt idx="1697">
                  <c:v>-0.81461502501480143</c:v>
                </c:pt>
                <c:pt idx="1698">
                  <c:v>-0.89031851684450225</c:v>
                </c:pt>
                <c:pt idx="1699">
                  <c:v>-0.98584909734580928</c:v>
                </c:pt>
                <c:pt idx="1700">
                  <c:v>-0.98100794731024998</c:v>
                </c:pt>
                <c:pt idx="1701">
                  <c:v>-0.95760124128876933</c:v>
                </c:pt>
                <c:pt idx="1702">
                  <c:v>-0.92974763699196261</c:v>
                </c:pt>
                <c:pt idx="1703">
                  <c:v>-0.89604477641176494</c:v>
                </c:pt>
                <c:pt idx="1704">
                  <c:v>-0.8534396336002148</c:v>
                </c:pt>
                <c:pt idx="1705">
                  <c:v>-0.83587118741297906</c:v>
                </c:pt>
                <c:pt idx="1706">
                  <c:v>-0.83976949514307364</c:v>
                </c:pt>
                <c:pt idx="1707">
                  <c:v>-0.83309949642888237</c:v>
                </c:pt>
                <c:pt idx="1708">
                  <c:v>-0.82228624628871017</c:v>
                </c:pt>
                <c:pt idx="1709">
                  <c:v>-0.82446929499921529</c:v>
                </c:pt>
                <c:pt idx="1710">
                  <c:v>-0.82372777728636848</c:v>
                </c:pt>
                <c:pt idx="1711">
                  <c:v>-0.78221681554063116</c:v>
                </c:pt>
                <c:pt idx="1712">
                  <c:v>-0.74077475773084156</c:v>
                </c:pt>
                <c:pt idx="1713">
                  <c:v>-0.68143946278239154</c:v>
                </c:pt>
                <c:pt idx="1714">
                  <c:v>-0.64730520548112047</c:v>
                </c:pt>
                <c:pt idx="1715">
                  <c:v>-0.61409763916718751</c:v>
                </c:pt>
                <c:pt idx="1716">
                  <c:v>-0.6321826494632129</c:v>
                </c:pt>
                <c:pt idx="1717">
                  <c:v>-0.64098276100557783</c:v>
                </c:pt>
                <c:pt idx="1718">
                  <c:v>-0.6340909858318714</c:v>
                </c:pt>
                <c:pt idx="1719">
                  <c:v>-0.64259044655833275</c:v>
                </c:pt>
                <c:pt idx="1720">
                  <c:v>-0.61143193589160516</c:v>
                </c:pt>
                <c:pt idx="1721">
                  <c:v>-0.60073102420525804</c:v>
                </c:pt>
                <c:pt idx="1722">
                  <c:v>-0.57373957804777054</c:v>
                </c:pt>
                <c:pt idx="1723">
                  <c:v>-0.54761407624422409</c:v>
                </c:pt>
                <c:pt idx="1724">
                  <c:v>-0.56061265349310097</c:v>
                </c:pt>
                <c:pt idx="1725">
                  <c:v>-0.58802559329055581</c:v>
                </c:pt>
                <c:pt idx="1726">
                  <c:v>-0.593981560411316</c:v>
                </c:pt>
                <c:pt idx="1727">
                  <c:v>-0.60389888516710477</c:v>
                </c:pt>
                <c:pt idx="1728">
                  <c:v>-0.61768009990037842</c:v>
                </c:pt>
                <c:pt idx="1729">
                  <c:v>-0.61897409559606198</c:v>
                </c:pt>
                <c:pt idx="1730">
                  <c:v>-0.61803148218897019</c:v>
                </c:pt>
                <c:pt idx="1731">
                  <c:v>-0.6059554896324908</c:v>
                </c:pt>
                <c:pt idx="1732">
                  <c:v>-0.62359022186559065</c:v>
                </c:pt>
                <c:pt idx="1733">
                  <c:v>-0.60315281039596635</c:v>
                </c:pt>
                <c:pt idx="1734">
                  <c:v>-0.61267572818059446</c:v>
                </c:pt>
                <c:pt idx="1735">
                  <c:v>-0.62808126103637352</c:v>
                </c:pt>
                <c:pt idx="1736">
                  <c:v>-0.63473478419073204</c:v>
                </c:pt>
                <c:pt idx="1737">
                  <c:v>-0.60459139105731519</c:v>
                </c:pt>
                <c:pt idx="1738">
                  <c:v>-0.5763038705704896</c:v>
                </c:pt>
                <c:pt idx="1739">
                  <c:v>-0.56377309292905098</c:v>
                </c:pt>
                <c:pt idx="1740">
                  <c:v>-0.51895454411742159</c:v>
                </c:pt>
                <c:pt idx="1741">
                  <c:v>-0.49064844840137173</c:v>
                </c:pt>
                <c:pt idx="1742">
                  <c:v>-0.44941879608073876</c:v>
                </c:pt>
                <c:pt idx="1743">
                  <c:v>-0.40990221972522711</c:v>
                </c:pt>
                <c:pt idx="1744">
                  <c:v>-0.38180744954592361</c:v>
                </c:pt>
                <c:pt idx="1745">
                  <c:v>-0.32239558094486159</c:v>
                </c:pt>
                <c:pt idx="1746">
                  <c:v>-0.26797499839632388</c:v>
                </c:pt>
                <c:pt idx="1747">
                  <c:v>-0.21658128856904305</c:v>
                </c:pt>
                <c:pt idx="1748">
                  <c:v>-0.16337628789375508</c:v>
                </c:pt>
                <c:pt idx="1749">
                  <c:v>-0.14052517413310547</c:v>
                </c:pt>
                <c:pt idx="1750">
                  <c:v>-9.8823144664677898E-2</c:v>
                </c:pt>
                <c:pt idx="1751">
                  <c:v>-5.6960696477058183E-2</c:v>
                </c:pt>
                <c:pt idx="1752">
                  <c:v>-4.9203832993595922E-3</c:v>
                </c:pt>
                <c:pt idx="1753">
                  <c:v>2.832374547201439E-2</c:v>
                </c:pt>
                <c:pt idx="1754">
                  <c:v>5.3722665401052756E-2</c:v>
                </c:pt>
                <c:pt idx="1755">
                  <c:v>0.10103649921324168</c:v>
                </c:pt>
                <c:pt idx="1756">
                  <c:v>0.1575472304852964</c:v>
                </c:pt>
                <c:pt idx="1757">
                  <c:v>0.21375634154073753</c:v>
                </c:pt>
                <c:pt idx="1758">
                  <c:v>0.25574690356641866</c:v>
                </c:pt>
                <c:pt idx="1759">
                  <c:v>0.32825552416104781</c:v>
                </c:pt>
                <c:pt idx="1760">
                  <c:v>0.40605994054625527</c:v>
                </c:pt>
                <c:pt idx="1761">
                  <c:v>0.4486580216279451</c:v>
                </c:pt>
                <c:pt idx="1762">
                  <c:v>0.46338054110656224</c:v>
                </c:pt>
                <c:pt idx="1763">
                  <c:v>0.47650464590977842</c:v>
                </c:pt>
                <c:pt idx="1764">
                  <c:v>0.46180143314950944</c:v>
                </c:pt>
                <c:pt idx="1765">
                  <c:v>0.43525688582161859</c:v>
                </c:pt>
                <c:pt idx="1766">
                  <c:v>0.44455258309324774</c:v>
                </c:pt>
                <c:pt idx="1767">
                  <c:v>0.46855031047470069</c:v>
                </c:pt>
                <c:pt idx="1768">
                  <c:v>0.49258327872812357</c:v>
                </c:pt>
                <c:pt idx="1769">
                  <c:v>0.51705349605913442</c:v>
                </c:pt>
                <c:pt idx="1770">
                  <c:v>0.56822570251325266</c:v>
                </c:pt>
                <c:pt idx="1771">
                  <c:v>0.6313798363823675</c:v>
                </c:pt>
                <c:pt idx="1772">
                  <c:v>0.70260998040222911</c:v>
                </c:pt>
                <c:pt idx="1773">
                  <c:v>0.72779558316247317</c:v>
                </c:pt>
                <c:pt idx="1774">
                  <c:v>0.75918881331640586</c:v>
                </c:pt>
                <c:pt idx="1775">
                  <c:v>0.78176852567627175</c:v>
                </c:pt>
                <c:pt idx="1776">
                  <c:v>0.8308408675119352</c:v>
                </c:pt>
                <c:pt idx="1777">
                  <c:v>0.87818332547496203</c:v>
                </c:pt>
                <c:pt idx="1778">
                  <c:v>0.93791552909306786</c:v>
                </c:pt>
                <c:pt idx="1779">
                  <c:v>1.0113158018311381</c:v>
                </c:pt>
                <c:pt idx="1780">
                  <c:v>1.0497330408157941</c:v>
                </c:pt>
                <c:pt idx="1781">
                  <c:v>1.0761918104395525</c:v>
                </c:pt>
                <c:pt idx="1782">
                  <c:v>1.1180010896982973</c:v>
                </c:pt>
                <c:pt idx="1783">
                  <c:v>1.1785943534555745</c:v>
                </c:pt>
                <c:pt idx="1784">
                  <c:v>1.2017259757043579</c:v>
                </c:pt>
                <c:pt idx="1785">
                  <c:v>1.2675248225428257</c:v>
                </c:pt>
                <c:pt idx="1786">
                  <c:v>1.3380267316841516</c:v>
                </c:pt>
                <c:pt idx="1787">
                  <c:v>1.3735393373813314</c:v>
                </c:pt>
                <c:pt idx="1788">
                  <c:v>1.4031806484791636</c:v>
                </c:pt>
                <c:pt idx="1789">
                  <c:v>1.425058142318592</c:v>
                </c:pt>
                <c:pt idx="1790">
                  <c:v>1.4477941276863673</c:v>
                </c:pt>
                <c:pt idx="1791">
                  <c:v>1.4672904302588003</c:v>
                </c:pt>
                <c:pt idx="1792">
                  <c:v>1.4608331464476478</c:v>
                </c:pt>
                <c:pt idx="1793">
                  <c:v>1.4654903829469195</c:v>
                </c:pt>
                <c:pt idx="1794">
                  <c:v>1.4724259976100458</c:v>
                </c:pt>
                <c:pt idx="1795">
                  <c:v>1.5151162465868535</c:v>
                </c:pt>
                <c:pt idx="1796">
                  <c:v>1.5068177419844384</c:v>
                </c:pt>
                <c:pt idx="1797">
                  <c:v>1.4620433990394845</c:v>
                </c:pt>
                <c:pt idx="1798">
                  <c:v>1.4437396257611632</c:v>
                </c:pt>
                <c:pt idx="1799">
                  <c:v>1.4391254620270821</c:v>
                </c:pt>
                <c:pt idx="1800">
                  <c:v>1.4170111604282494</c:v>
                </c:pt>
                <c:pt idx="1801">
                  <c:v>1.3819772370957795</c:v>
                </c:pt>
                <c:pt idx="1802">
                  <c:v>1.3695369823669399</c:v>
                </c:pt>
                <c:pt idx="1803">
                  <c:v>1.3414323594078499</c:v>
                </c:pt>
                <c:pt idx="1804">
                  <c:v>1.3045437301807297</c:v>
                </c:pt>
                <c:pt idx="1805">
                  <c:v>1.2064511200920165</c:v>
                </c:pt>
                <c:pt idx="1806">
                  <c:v>1.1077185602558544</c:v>
                </c:pt>
                <c:pt idx="1807">
                  <c:v>1.0117704438956943</c:v>
                </c:pt>
                <c:pt idx="1808">
                  <c:v>0.91940664939284245</c:v>
                </c:pt>
                <c:pt idx="1809">
                  <c:v>0.82733155157074789</c:v>
                </c:pt>
                <c:pt idx="1810">
                  <c:v>0.73417817801523322</c:v>
                </c:pt>
                <c:pt idx="1811">
                  <c:v>0.61846810653559836</c:v>
                </c:pt>
                <c:pt idx="1812">
                  <c:v>0.49144295458301457</c:v>
                </c:pt>
                <c:pt idx="1813">
                  <c:v>0.39082137524390825</c:v>
                </c:pt>
                <c:pt idx="1814">
                  <c:v>0.26875802664089843</c:v>
                </c:pt>
                <c:pt idx="1815">
                  <c:v>0.17676829500829228</c:v>
                </c:pt>
                <c:pt idx="1816">
                  <c:v>4.8479797361164707E-2</c:v>
                </c:pt>
                <c:pt idx="1817">
                  <c:v>-2.9083755471814136E-2</c:v>
                </c:pt>
                <c:pt idx="1818">
                  <c:v>-0.10086956216013045</c:v>
                </c:pt>
                <c:pt idx="1819">
                  <c:v>-0.20325124799080677</c:v>
                </c:pt>
                <c:pt idx="1820">
                  <c:v>-0.29717707049163766</c:v>
                </c:pt>
                <c:pt idx="1821">
                  <c:v>-0.39189046029305713</c:v>
                </c:pt>
                <c:pt idx="1822">
                  <c:v>-0.46582752863014587</c:v>
                </c:pt>
                <c:pt idx="1823">
                  <c:v>-0.56864911534592966</c:v>
                </c:pt>
                <c:pt idx="1824">
                  <c:v>-0.68649322230241017</c:v>
                </c:pt>
                <c:pt idx="1825">
                  <c:v>-0.80310171368838712</c:v>
                </c:pt>
                <c:pt idx="1826">
                  <c:v>-0.83151874006493298</c:v>
                </c:pt>
                <c:pt idx="1827">
                  <c:v>-0.84862118905879713</c:v>
                </c:pt>
                <c:pt idx="1828">
                  <c:v>-0.84738595345286838</c:v>
                </c:pt>
                <c:pt idx="1829">
                  <c:v>-0.84193417945528337</c:v>
                </c:pt>
                <c:pt idx="1830">
                  <c:v>-0.83808848368863853</c:v>
                </c:pt>
                <c:pt idx="1831">
                  <c:v>-0.8195601402417898</c:v>
                </c:pt>
                <c:pt idx="1832">
                  <c:v>-0.77497424097125445</c:v>
                </c:pt>
                <c:pt idx="1833">
                  <c:v>-0.72406130302041516</c:v>
                </c:pt>
                <c:pt idx="1834">
                  <c:v>-0.69145085444215448</c:v>
                </c:pt>
                <c:pt idx="1835">
                  <c:v>-0.62731872882225048</c:v>
                </c:pt>
                <c:pt idx="1836">
                  <c:v>-0.55934297368480579</c:v>
                </c:pt>
                <c:pt idx="1837">
                  <c:v>-0.50613081851133379</c:v>
                </c:pt>
                <c:pt idx="1838">
                  <c:v>-0.4745880566120963</c:v>
                </c:pt>
                <c:pt idx="1839">
                  <c:v>-0.42225200917514949</c:v>
                </c:pt>
                <c:pt idx="1840">
                  <c:v>-0.37308141747353413</c:v>
                </c:pt>
                <c:pt idx="1841">
                  <c:v>-0.35667274004120675</c:v>
                </c:pt>
                <c:pt idx="1842">
                  <c:v>-0.32358856910334943</c:v>
                </c:pt>
                <c:pt idx="1843">
                  <c:v>-0.29981907114673434</c:v>
                </c:pt>
                <c:pt idx="1844">
                  <c:v>-0.27518853393639314</c:v>
                </c:pt>
                <c:pt idx="1845">
                  <c:v>-0.18494727750164153</c:v>
                </c:pt>
                <c:pt idx="1846">
                  <c:v>-0.10862909111349311</c:v>
                </c:pt>
                <c:pt idx="1847">
                  <c:v>-2.6305115185780659E-2</c:v>
                </c:pt>
                <c:pt idx="1848">
                  <c:v>3.5090179157522002E-2</c:v>
                </c:pt>
                <c:pt idx="1849">
                  <c:v>6.9601950259424561E-2</c:v>
                </c:pt>
                <c:pt idx="1850">
                  <c:v>0.10798880250973793</c:v>
                </c:pt>
                <c:pt idx="1851">
                  <c:v>0.1589131570394042</c:v>
                </c:pt>
                <c:pt idx="1852">
                  <c:v>0.21444900118151605</c:v>
                </c:pt>
                <c:pt idx="1853">
                  <c:v>0.24663374592745133</c:v>
                </c:pt>
                <c:pt idx="1854">
                  <c:v>0.28074421324009285</c:v>
                </c:pt>
                <c:pt idx="1855">
                  <c:v>0.31618568918654777</c:v>
                </c:pt>
                <c:pt idx="1856">
                  <c:v>0.29358885300982346</c:v>
                </c:pt>
                <c:pt idx="1857">
                  <c:v>0.27147525327559069</c:v>
                </c:pt>
                <c:pt idx="1858">
                  <c:v>0.25414407597447786</c:v>
                </c:pt>
                <c:pt idx="1859">
                  <c:v>0.24090505334784057</c:v>
                </c:pt>
                <c:pt idx="1860">
                  <c:v>0.21654525905871935</c:v>
                </c:pt>
                <c:pt idx="1861">
                  <c:v>0.20664230106919682</c:v>
                </c:pt>
                <c:pt idx="1862">
                  <c:v>0.18551128240013279</c:v>
                </c:pt>
                <c:pt idx="1863">
                  <c:v>0.17099944431495728</c:v>
                </c:pt>
                <c:pt idx="1864">
                  <c:v>0.14777729223681116</c:v>
                </c:pt>
                <c:pt idx="1865">
                  <c:v>0.1280429187462942</c:v>
                </c:pt>
                <c:pt idx="1866">
                  <c:v>8.7967784071530317E-2</c:v>
                </c:pt>
                <c:pt idx="1867">
                  <c:v>5.2764240075934284E-2</c:v>
                </c:pt>
                <c:pt idx="1868">
                  <c:v>1.9642322093778086E-2</c:v>
                </c:pt>
                <c:pt idx="1869">
                  <c:v>-8.9012460931005538E-2</c:v>
                </c:pt>
                <c:pt idx="1870">
                  <c:v>-0.18081403485660522</c:v>
                </c:pt>
                <c:pt idx="1871">
                  <c:v>-0.25178912260268932</c:v>
                </c:pt>
                <c:pt idx="1872">
                  <c:v>-0.30543405077699382</c:v>
                </c:pt>
                <c:pt idx="1873">
                  <c:v>-0.36092506250768974</c:v>
                </c:pt>
                <c:pt idx="1874">
                  <c:v>-0.39438995747811023</c:v>
                </c:pt>
                <c:pt idx="1875">
                  <c:v>-0.44199054413300243</c:v>
                </c:pt>
                <c:pt idx="1876">
                  <c:v>-0.487122720047105</c:v>
                </c:pt>
                <c:pt idx="1877">
                  <c:v>-0.50514227780570575</c:v>
                </c:pt>
                <c:pt idx="1878">
                  <c:v>-0.50828524829819177</c:v>
                </c:pt>
                <c:pt idx="1879">
                  <c:v>-0.49393923078100188</c:v>
                </c:pt>
                <c:pt idx="1880">
                  <c:v>-0.44961322191144271</c:v>
                </c:pt>
                <c:pt idx="1881">
                  <c:v>-0.41530120356741568</c:v>
                </c:pt>
                <c:pt idx="1882">
                  <c:v>-0.37015442649668406</c:v>
                </c:pt>
                <c:pt idx="1883">
                  <c:v>-0.31767293979453154</c:v>
                </c:pt>
                <c:pt idx="1884">
                  <c:v>-0.25674936966641615</c:v>
                </c:pt>
                <c:pt idx="1885">
                  <c:v>-0.19406835780119736</c:v>
                </c:pt>
                <c:pt idx="1886">
                  <c:v>-0.13628127694853087</c:v>
                </c:pt>
                <c:pt idx="1887">
                  <c:v>-0.11760526248268144</c:v>
                </c:pt>
                <c:pt idx="1888">
                  <c:v>-3.6761743338306924E-2</c:v>
                </c:pt>
                <c:pt idx="1889">
                  <c:v>6.1959921363715934E-2</c:v>
                </c:pt>
                <c:pt idx="1890">
                  <c:v>0.22672177244956626</c:v>
                </c:pt>
                <c:pt idx="1891">
                  <c:v>0.40409694607716712</c:v>
                </c:pt>
                <c:pt idx="1892">
                  <c:v>0.54063287450850128</c:v>
                </c:pt>
                <c:pt idx="1893">
                  <c:v>0.63979204008411172</c:v>
                </c:pt>
                <c:pt idx="1894">
                  <c:v>0.73059777987907759</c:v>
                </c:pt>
                <c:pt idx="1895">
                  <c:v>0.8091033188147787</c:v>
                </c:pt>
                <c:pt idx="1896">
                  <c:v>0.90329228913384674</c:v>
                </c:pt>
                <c:pt idx="1897">
                  <c:v>1.0019354939716933</c:v>
                </c:pt>
                <c:pt idx="1898">
                  <c:v>1.0816822822928496</c:v>
                </c:pt>
                <c:pt idx="1899">
                  <c:v>1.1389636735312865</c:v>
                </c:pt>
                <c:pt idx="1900">
                  <c:v>1.1827759053205327</c:v>
                </c:pt>
                <c:pt idx="1901">
                  <c:v>1.2146863019881258</c:v>
                </c:pt>
                <c:pt idx="1902">
                  <c:v>1.2371645258891282</c:v>
                </c:pt>
                <c:pt idx="1903">
                  <c:v>1.217608915907306</c:v>
                </c:pt>
                <c:pt idx="1904">
                  <c:v>1.1783809525607305</c:v>
                </c:pt>
                <c:pt idx="1905">
                  <c:v>1.1480431416582011</c:v>
                </c:pt>
                <c:pt idx="1906">
                  <c:v>1.1482463392398845</c:v>
                </c:pt>
                <c:pt idx="1907">
                  <c:v>1.1329406851586425</c:v>
                </c:pt>
                <c:pt idx="1908">
                  <c:v>1.1687925937535348</c:v>
                </c:pt>
                <c:pt idx="1909">
                  <c:v>1.1266321130948775</c:v>
                </c:pt>
                <c:pt idx="1910">
                  <c:v>1.0481749040981825</c:v>
                </c:pt>
                <c:pt idx="1911">
                  <c:v>0.93625275164382349</c:v>
                </c:pt>
                <c:pt idx="1912">
                  <c:v>0.84079136539054367</c:v>
                </c:pt>
                <c:pt idx="1913">
                  <c:v>0.74349101525370886</c:v>
                </c:pt>
                <c:pt idx="1914">
                  <c:v>0.6593284033688257</c:v>
                </c:pt>
                <c:pt idx="1915">
                  <c:v>0.56161597260609342</c:v>
                </c:pt>
                <c:pt idx="1916">
                  <c:v>0.4581196794297614</c:v>
                </c:pt>
                <c:pt idx="1917">
                  <c:v>0.38109448192954093</c:v>
                </c:pt>
                <c:pt idx="1918">
                  <c:v>0.29470046799124394</c:v>
                </c:pt>
                <c:pt idx="1919">
                  <c:v>0.25164781506870193</c:v>
                </c:pt>
                <c:pt idx="1920">
                  <c:v>0.192244473704337</c:v>
                </c:pt>
                <c:pt idx="1921">
                  <c:v>0.16955864048657671</c:v>
                </c:pt>
                <c:pt idx="1922">
                  <c:v>0.14816667039429321</c:v>
                </c:pt>
                <c:pt idx="1923">
                  <c:v>0.14980314784468379</c:v>
                </c:pt>
                <c:pt idx="1924">
                  <c:v>0.19175389159389417</c:v>
                </c:pt>
                <c:pt idx="1925">
                  <c:v>0.25917363409273386</c:v>
                </c:pt>
                <c:pt idx="1926">
                  <c:v>0.31724852925168101</c:v>
                </c:pt>
                <c:pt idx="1927">
                  <c:v>0.32944290078673039</c:v>
                </c:pt>
                <c:pt idx="1928">
                  <c:v>0.28905466626464843</c:v>
                </c:pt>
                <c:pt idx="1929">
                  <c:v>0.24335963366992092</c:v>
                </c:pt>
                <c:pt idx="1930">
                  <c:v>0.20997925640033963</c:v>
                </c:pt>
                <c:pt idx="1931">
                  <c:v>0.19873077758671681</c:v>
                </c:pt>
                <c:pt idx="1932">
                  <c:v>0.22617673831975008</c:v>
                </c:pt>
                <c:pt idx="1933">
                  <c:v>0.21825102341140104</c:v>
                </c:pt>
                <c:pt idx="1934">
                  <c:v>0.21318100266226045</c:v>
                </c:pt>
                <c:pt idx="1935">
                  <c:v>0.21173889968515186</c:v>
                </c:pt>
                <c:pt idx="1936">
                  <c:v>0.23688985251904845</c:v>
                </c:pt>
                <c:pt idx="1937">
                  <c:v>0.27111332952499118</c:v>
                </c:pt>
                <c:pt idx="1938">
                  <c:v>0.24350388794163977</c:v>
                </c:pt>
                <c:pt idx="1939">
                  <c:v>0.23006833454492137</c:v>
                </c:pt>
                <c:pt idx="1940">
                  <c:v>0.20311970851538311</c:v>
                </c:pt>
                <c:pt idx="1941">
                  <c:v>0.17894799758394328</c:v>
                </c:pt>
                <c:pt idx="1942">
                  <c:v>0.14197804445552975</c:v>
                </c:pt>
                <c:pt idx="1943">
                  <c:v>0.11087523323380855</c:v>
                </c:pt>
                <c:pt idx="1944">
                  <c:v>5.9381597887103302E-2</c:v>
                </c:pt>
                <c:pt idx="1945">
                  <c:v>-1.5360919067889758E-3</c:v>
                </c:pt>
                <c:pt idx="1946">
                  <c:v>-4.5081120816495408E-2</c:v>
                </c:pt>
                <c:pt idx="1947">
                  <c:v>-0.13205545300349683</c:v>
                </c:pt>
                <c:pt idx="1948">
                  <c:v>-0.19787042385206119</c:v>
                </c:pt>
                <c:pt idx="1949">
                  <c:v>-0.19155664657328356</c:v>
                </c:pt>
                <c:pt idx="1950">
                  <c:v>-0.19800230925156309</c:v>
                </c:pt>
                <c:pt idx="1951">
                  <c:v>-0.19293963696007801</c:v>
                </c:pt>
                <c:pt idx="1952">
                  <c:v>-0.19662344645748436</c:v>
                </c:pt>
                <c:pt idx="1953">
                  <c:v>-0.20820285756641344</c:v>
                </c:pt>
                <c:pt idx="1954">
                  <c:v>-0.21730869151219759</c:v>
                </c:pt>
                <c:pt idx="1955">
                  <c:v>-0.21261115504172876</c:v>
                </c:pt>
                <c:pt idx="1956">
                  <c:v>-0.20258940632503386</c:v>
                </c:pt>
                <c:pt idx="1957">
                  <c:v>-0.1915601063354411</c:v>
                </c:pt>
                <c:pt idx="1958">
                  <c:v>-0.1684991742630309</c:v>
                </c:pt>
                <c:pt idx="1959">
                  <c:v>-0.11731003867224091</c:v>
                </c:pt>
                <c:pt idx="1960">
                  <c:v>-8.1106969834359416E-2</c:v>
                </c:pt>
                <c:pt idx="1961">
                  <c:v>-4.5709550088309112E-2</c:v>
                </c:pt>
                <c:pt idx="1962">
                  <c:v>-1.1193742589293586E-4</c:v>
                </c:pt>
                <c:pt idx="1963">
                  <c:v>2.7246803025128039E-2</c:v>
                </c:pt>
                <c:pt idx="1964">
                  <c:v>3.4323009734029783E-2</c:v>
                </c:pt>
                <c:pt idx="1965">
                  <c:v>5.4932882573074701E-2</c:v>
                </c:pt>
                <c:pt idx="1966">
                  <c:v>7.5293327458069506E-2</c:v>
                </c:pt>
                <c:pt idx="1967">
                  <c:v>5.9795043670589694E-2</c:v>
                </c:pt>
                <c:pt idx="1968">
                  <c:v>9.1544126090027503E-2</c:v>
                </c:pt>
                <c:pt idx="1969">
                  <c:v>0.10802510012778963</c:v>
                </c:pt>
                <c:pt idx="1970">
                  <c:v>0.12283781240441562</c:v>
                </c:pt>
                <c:pt idx="1971">
                  <c:v>0.16514540602151928</c:v>
                </c:pt>
                <c:pt idx="1972">
                  <c:v>0.21278157418945212</c:v>
                </c:pt>
                <c:pt idx="1973">
                  <c:v>0.24014041440491501</c:v>
                </c:pt>
                <c:pt idx="1974">
                  <c:v>0.2495276595929779</c:v>
                </c:pt>
                <c:pt idx="1975">
                  <c:v>0.27571154419819216</c:v>
                </c:pt>
                <c:pt idx="1976">
                  <c:v>0.26506646605475959</c:v>
                </c:pt>
                <c:pt idx="1977">
                  <c:v>0.26851261525908499</c:v>
                </c:pt>
                <c:pt idx="1978">
                  <c:v>0.25169479897603131</c:v>
                </c:pt>
                <c:pt idx="1979">
                  <c:v>0.21320008144005251</c:v>
                </c:pt>
                <c:pt idx="1980">
                  <c:v>0.19131255852543164</c:v>
                </c:pt>
                <c:pt idx="1981">
                  <c:v>0.21636488527386338</c:v>
                </c:pt>
                <c:pt idx="1982">
                  <c:v>0.24455072742693221</c:v>
                </c:pt>
                <c:pt idx="1983">
                  <c:v>0.26816945276058018</c:v>
                </c:pt>
                <c:pt idx="1984">
                  <c:v>0.30217392543865068</c:v>
                </c:pt>
                <c:pt idx="1985">
                  <c:v>0.31580640038553814</c:v>
                </c:pt>
                <c:pt idx="1986">
                  <c:v>0.35169678460528525</c:v>
                </c:pt>
                <c:pt idx="1987">
                  <c:v>0.39830933470753582</c:v>
                </c:pt>
                <c:pt idx="1988">
                  <c:v>0.40912285366044293</c:v>
                </c:pt>
                <c:pt idx="1989">
                  <c:v>0.43132287308940592</c:v>
                </c:pt>
                <c:pt idx="1990">
                  <c:v>0.47532268236412606</c:v>
                </c:pt>
                <c:pt idx="1991">
                  <c:v>0.52492882655314566</c:v>
                </c:pt>
                <c:pt idx="1992">
                  <c:v>0.54131734450762614</c:v>
                </c:pt>
                <c:pt idx="1993">
                  <c:v>0.53201832267706695</c:v>
                </c:pt>
                <c:pt idx="1994">
                  <c:v>0.57801726625115157</c:v>
                </c:pt>
                <c:pt idx="1995">
                  <c:v>0.60676006682001038</c:v>
                </c:pt>
                <c:pt idx="1996">
                  <c:v>0.6339428138215405</c:v>
                </c:pt>
                <c:pt idx="1997">
                  <c:v>0.68846654208808478</c:v>
                </c:pt>
                <c:pt idx="1998">
                  <c:v>0.72674170705218066</c:v>
                </c:pt>
                <c:pt idx="1999">
                  <c:v>0.7663985932155214</c:v>
                </c:pt>
                <c:pt idx="2000">
                  <c:v>0.84664477239143188</c:v>
                </c:pt>
                <c:pt idx="2001">
                  <c:v>0.89459021159851349</c:v>
                </c:pt>
                <c:pt idx="2002">
                  <c:v>0.94146380287919573</c:v>
                </c:pt>
                <c:pt idx="2003">
                  <c:v>0.96391402438040974</c:v>
                </c:pt>
                <c:pt idx="2004">
                  <c:v>1.0115496925212022</c:v>
                </c:pt>
                <c:pt idx="2005">
                  <c:v>1.0048143995528054</c:v>
                </c:pt>
                <c:pt idx="2006">
                  <c:v>1.0331751497425479</c:v>
                </c:pt>
                <c:pt idx="2007">
                  <c:v>1.0553212908314187</c:v>
                </c:pt>
                <c:pt idx="2008">
                  <c:v>1.0205586807045681</c:v>
                </c:pt>
                <c:pt idx="2009">
                  <c:v>1.031990913434359</c:v>
                </c:pt>
                <c:pt idx="2010">
                  <c:v>1.0540904418780666</c:v>
                </c:pt>
                <c:pt idx="2011">
                  <c:v>1.0714931746116942</c:v>
                </c:pt>
                <c:pt idx="2012">
                  <c:v>1.092796127491525</c:v>
                </c:pt>
                <c:pt idx="2013">
                  <c:v>1.1091141118661312</c:v>
                </c:pt>
                <c:pt idx="2014">
                  <c:v>1.165190531442885</c:v>
                </c:pt>
                <c:pt idx="2015">
                  <c:v>1.1901291781621954</c:v>
                </c:pt>
                <c:pt idx="2016">
                  <c:v>1.2558446218818156</c:v>
                </c:pt>
                <c:pt idx="2017">
                  <c:v>1.3120246986702444</c:v>
                </c:pt>
                <c:pt idx="2018">
                  <c:v>1.3545302903566774</c:v>
                </c:pt>
                <c:pt idx="2019">
                  <c:v>1.3963749538775385</c:v>
                </c:pt>
                <c:pt idx="2020">
                  <c:v>1.4294056332910705</c:v>
                </c:pt>
                <c:pt idx="2021">
                  <c:v>1.4311089436375832</c:v>
                </c:pt>
                <c:pt idx="2022">
                  <c:v>1.4265808620207545</c:v>
                </c:pt>
                <c:pt idx="2023">
                  <c:v>1.3849287942111932</c:v>
                </c:pt>
                <c:pt idx="2024">
                  <c:v>1.3652660145599094</c:v>
                </c:pt>
                <c:pt idx="2025">
                  <c:v>1.3422665614042513</c:v>
                </c:pt>
                <c:pt idx="2026">
                  <c:v>1.3584142421760079</c:v>
                </c:pt>
                <c:pt idx="2027">
                  <c:v>1.3677609231304113</c:v>
                </c:pt>
                <c:pt idx="2028">
                  <c:v>1.3606155868424261</c:v>
                </c:pt>
                <c:pt idx="2029">
                  <c:v>1.382614775801901</c:v>
                </c:pt>
                <c:pt idx="2030">
                  <c:v>1.4204971072300416</c:v>
                </c:pt>
                <c:pt idx="2031">
                  <c:v>1.4025340263909627</c:v>
                </c:pt>
                <c:pt idx="2032">
                  <c:v>1.3850985647803289</c:v>
                </c:pt>
                <c:pt idx="2033">
                  <c:v>1.3626579897958366</c:v>
                </c:pt>
                <c:pt idx="2034">
                  <c:v>1.329402463257171</c:v>
                </c:pt>
                <c:pt idx="2035">
                  <c:v>1.2785915734821676</c:v>
                </c:pt>
                <c:pt idx="2036">
                  <c:v>1.2228014442695248</c:v>
                </c:pt>
                <c:pt idx="2037">
                  <c:v>1.1594305500839648</c:v>
                </c:pt>
                <c:pt idx="2038">
                  <c:v>1.0943863771493432</c:v>
                </c:pt>
                <c:pt idx="2039">
                  <c:v>1.0425707896372982</c:v>
                </c:pt>
                <c:pt idx="2040">
                  <c:v>0.98123003923660779</c:v>
                </c:pt>
                <c:pt idx="2041">
                  <c:v>0.90759373954428946</c:v>
                </c:pt>
                <c:pt idx="2042">
                  <c:v>0.84551058636670307</c:v>
                </c:pt>
                <c:pt idx="2043">
                  <c:v>0.81033458998005692</c:v>
                </c:pt>
                <c:pt idx="2044">
                  <c:v>0.76273495534958657</c:v>
                </c:pt>
                <c:pt idx="2045">
                  <c:v>0.71052987317420468</c:v>
                </c:pt>
                <c:pt idx="2046">
                  <c:v>0.64746210587103958</c:v>
                </c:pt>
                <c:pt idx="2047">
                  <c:v>0.60614182415596551</c:v>
                </c:pt>
                <c:pt idx="2048">
                  <c:v>0.53526754973342572</c:v>
                </c:pt>
                <c:pt idx="2049">
                  <c:v>0.47979665551128531</c:v>
                </c:pt>
                <c:pt idx="2050">
                  <c:v>0.4300488472469613</c:v>
                </c:pt>
                <c:pt idx="2051">
                  <c:v>0.36819779104087158</c:v>
                </c:pt>
                <c:pt idx="2052">
                  <c:v>0.3344328859874402</c:v>
                </c:pt>
                <c:pt idx="2053">
                  <c:v>0.23886923529294837</c:v>
                </c:pt>
                <c:pt idx="2054">
                  <c:v>0.16656550981767693</c:v>
                </c:pt>
                <c:pt idx="2055">
                  <c:v>0.15786352632357514</c:v>
                </c:pt>
                <c:pt idx="2056">
                  <c:v>0.13715377916834098</c:v>
                </c:pt>
                <c:pt idx="2057">
                  <c:v>0.11656276474439037</c:v>
                </c:pt>
                <c:pt idx="2058">
                  <c:v>8.2489166243158468E-2</c:v>
                </c:pt>
                <c:pt idx="2059">
                  <c:v>8.0531658713256363E-2</c:v>
                </c:pt>
                <c:pt idx="2060">
                  <c:v>5.4291154594473777E-2</c:v>
                </c:pt>
                <c:pt idx="2061">
                  <c:v>3.6311115681349898E-2</c:v>
                </c:pt>
                <c:pt idx="2062">
                  <c:v>3.6912157002158004E-2</c:v>
                </c:pt>
                <c:pt idx="2063">
                  <c:v>3.6857272918750315E-2</c:v>
                </c:pt>
                <c:pt idx="2064">
                  <c:v>4.1423836810693136E-2</c:v>
                </c:pt>
                <c:pt idx="2065">
                  <c:v>6.6432359192490936E-2</c:v>
                </c:pt>
                <c:pt idx="2066">
                  <c:v>0.10122282000180341</c:v>
                </c:pt>
                <c:pt idx="2067">
                  <c:v>0.13241569762575969</c:v>
                </c:pt>
                <c:pt idx="2068">
                  <c:v>0.14115412468534194</c:v>
                </c:pt>
                <c:pt idx="2069">
                  <c:v>0.1638163440438852</c:v>
                </c:pt>
                <c:pt idx="2070">
                  <c:v>0.16955015644310786</c:v>
                </c:pt>
                <c:pt idx="2071">
                  <c:v>0.18054535142018457</c:v>
                </c:pt>
                <c:pt idx="2072">
                  <c:v>0.18846863009000456</c:v>
                </c:pt>
                <c:pt idx="2073">
                  <c:v>0.16449617624607824</c:v>
                </c:pt>
                <c:pt idx="2074">
                  <c:v>0.21854027838069853</c:v>
                </c:pt>
                <c:pt idx="2075">
                  <c:v>0.23578733667468996</c:v>
                </c:pt>
                <c:pt idx="2076">
                  <c:v>0.21979244146085244</c:v>
                </c:pt>
                <c:pt idx="2077">
                  <c:v>0.21494565301173502</c:v>
                </c:pt>
                <c:pt idx="2078">
                  <c:v>0.21494296049216785</c:v>
                </c:pt>
                <c:pt idx="2079">
                  <c:v>0.22411724669719649</c:v>
                </c:pt>
                <c:pt idx="2080">
                  <c:v>0.20026353224087429</c:v>
                </c:pt>
                <c:pt idx="2081">
                  <c:v>0.20585763189275211</c:v>
                </c:pt>
                <c:pt idx="2082">
                  <c:v>0.20132618321082693</c:v>
                </c:pt>
                <c:pt idx="2083">
                  <c:v>0.18279660941485285</c:v>
                </c:pt>
                <c:pt idx="2084">
                  <c:v>0.17190650020827053</c:v>
                </c:pt>
                <c:pt idx="2085">
                  <c:v>0.13981488800011663</c:v>
                </c:pt>
                <c:pt idx="2086">
                  <c:v>0.10642422878260908</c:v>
                </c:pt>
                <c:pt idx="2087">
                  <c:v>7.5990279671506678E-2</c:v>
                </c:pt>
                <c:pt idx="2088">
                  <c:v>2.1364505847431919E-2</c:v>
                </c:pt>
                <c:pt idx="2089">
                  <c:v>-5.3625535910914762E-2</c:v>
                </c:pt>
                <c:pt idx="2090">
                  <c:v>-0.10040897599043788</c:v>
                </c:pt>
                <c:pt idx="2091">
                  <c:v>-0.15396204014298395</c:v>
                </c:pt>
                <c:pt idx="2092">
                  <c:v>-0.19116578953324873</c:v>
                </c:pt>
                <c:pt idx="2093">
                  <c:v>-0.24821570028318274</c:v>
                </c:pt>
                <c:pt idx="2094">
                  <c:v>-0.27824891963736154</c:v>
                </c:pt>
                <c:pt idx="2095">
                  <c:v>-0.34106948835198519</c:v>
                </c:pt>
                <c:pt idx="2096">
                  <c:v>-0.38750455689432617</c:v>
                </c:pt>
                <c:pt idx="2097">
                  <c:v>-0.45695256794184597</c:v>
                </c:pt>
                <c:pt idx="2098">
                  <c:v>-0.50220730939676994</c:v>
                </c:pt>
                <c:pt idx="2099">
                  <c:v>-0.56312124952934983</c:v>
                </c:pt>
                <c:pt idx="2100">
                  <c:v>-0.62430476550080716</c:v>
                </c:pt>
                <c:pt idx="2101">
                  <c:v>-0.67354087188804523</c:v>
                </c:pt>
                <c:pt idx="2102">
                  <c:v>-0.68509551107340139</c:v>
                </c:pt>
                <c:pt idx="2103">
                  <c:v>-0.72159491795461961</c:v>
                </c:pt>
                <c:pt idx="2104">
                  <c:v>-0.7523476807675038</c:v>
                </c:pt>
                <c:pt idx="2105">
                  <c:v>-0.80048141754515623</c:v>
                </c:pt>
                <c:pt idx="2106">
                  <c:v>-0.80945169023165708</c:v>
                </c:pt>
                <c:pt idx="2107">
                  <c:v>-0.82433241119936551</c:v>
                </c:pt>
                <c:pt idx="2108">
                  <c:v>-0.88094052546439883</c:v>
                </c:pt>
                <c:pt idx="2109">
                  <c:v>-0.91638768853424535</c:v>
                </c:pt>
                <c:pt idx="2110">
                  <c:v>-0.9334903043452728</c:v>
                </c:pt>
                <c:pt idx="2111">
                  <c:v>-0.92166753473900376</c:v>
                </c:pt>
                <c:pt idx="2112">
                  <c:v>-0.92058968502044003</c:v>
                </c:pt>
                <c:pt idx="2113">
                  <c:v>-0.91893179154251192</c:v>
                </c:pt>
                <c:pt idx="2114">
                  <c:v>-0.88109028119668853</c:v>
                </c:pt>
                <c:pt idx="2115">
                  <c:v>-0.87249842582384596</c:v>
                </c:pt>
                <c:pt idx="2116">
                  <c:v>-0.8417846470353112</c:v>
                </c:pt>
                <c:pt idx="2117">
                  <c:v>-0.71377904377098078</c:v>
                </c:pt>
                <c:pt idx="2118">
                  <c:v>-0.60745994711514895</c:v>
                </c:pt>
                <c:pt idx="2119">
                  <c:v>-0.52357684255198167</c:v>
                </c:pt>
                <c:pt idx="2120">
                  <c:v>-0.40937954642797131</c:v>
                </c:pt>
                <c:pt idx="2121">
                  <c:v>-0.27860066707023379</c:v>
                </c:pt>
                <c:pt idx="2122">
                  <c:v>-0.15678487505621438</c:v>
                </c:pt>
                <c:pt idx="2123">
                  <c:v>-7.1108293853642063E-2</c:v>
                </c:pt>
                <c:pt idx="2124">
                  <c:v>4.4199774905551485E-2</c:v>
                </c:pt>
                <c:pt idx="2125">
                  <c:v>0.1585027084680492</c:v>
                </c:pt>
                <c:pt idx="2126">
                  <c:v>0.24618218127655284</c:v>
                </c:pt>
                <c:pt idx="2127">
                  <c:v>0.33127287979315823</c:v>
                </c:pt>
                <c:pt idx="2128">
                  <c:v>0.41707640925275552</c:v>
                </c:pt>
                <c:pt idx="2129">
                  <c:v>0.55033270086640529</c:v>
                </c:pt>
                <c:pt idx="2130">
                  <c:v>0.70244012808981338</c:v>
                </c:pt>
                <c:pt idx="2131">
                  <c:v>0.82739942655278642</c:v>
                </c:pt>
                <c:pt idx="2132">
                  <c:v>0.92425039692023947</c:v>
                </c:pt>
                <c:pt idx="2133">
                  <c:v>1.0450087510995698</c:v>
                </c:pt>
                <c:pt idx="2134">
                  <c:v>1.1476221353860194</c:v>
                </c:pt>
                <c:pt idx="2135">
                  <c:v>1.2345937902102173</c:v>
                </c:pt>
                <c:pt idx="2136">
                  <c:v>1.3398191378112176</c:v>
                </c:pt>
                <c:pt idx="2137">
                  <c:v>1.4470692597094947</c:v>
                </c:pt>
                <c:pt idx="2138">
                  <c:v>1.4666437881873626</c:v>
                </c:pt>
                <c:pt idx="2139">
                  <c:v>1.4995440118114198</c:v>
                </c:pt>
                <c:pt idx="2140">
                  <c:v>1.5408141373447242</c:v>
                </c:pt>
                <c:pt idx="2141">
                  <c:v>1.5623710285245691</c:v>
                </c:pt>
                <c:pt idx="2142">
                  <c:v>1.5608603727348667</c:v>
                </c:pt>
                <c:pt idx="2143">
                  <c:v>1.533715232923095</c:v>
                </c:pt>
                <c:pt idx="2144">
                  <c:v>1.4996305136113512</c:v>
                </c:pt>
                <c:pt idx="2145">
                  <c:v>1.4790097041782357</c:v>
                </c:pt>
                <c:pt idx="2146">
                  <c:v>1.4560332461025751</c:v>
                </c:pt>
                <c:pt idx="2147">
                  <c:v>1.4601280331971098</c:v>
                </c:pt>
                <c:pt idx="2148">
                  <c:v>1.4391908239466977</c:v>
                </c:pt>
                <c:pt idx="2149">
                  <c:v>1.4349117966219556</c:v>
                </c:pt>
                <c:pt idx="2150">
                  <c:v>1.4450677982952467</c:v>
                </c:pt>
                <c:pt idx="2151">
                  <c:v>1.419187476219542</c:v>
                </c:pt>
                <c:pt idx="2152">
                  <c:v>1.4068924876705393</c:v>
                </c:pt>
                <c:pt idx="2153">
                  <c:v>1.3734739484780349</c:v>
                </c:pt>
                <c:pt idx="2154">
                  <c:v>1.3592746223671373</c:v>
                </c:pt>
                <c:pt idx="2155">
                  <c:v>1.3460513903011031</c:v>
                </c:pt>
                <c:pt idx="2156">
                  <c:v>1.328240255370968</c:v>
                </c:pt>
                <c:pt idx="2157">
                  <c:v>1.3189788037842112</c:v>
                </c:pt>
                <c:pt idx="2158">
                  <c:v>1.2816949496341665</c:v>
                </c:pt>
                <c:pt idx="2159">
                  <c:v>1.2432456452500336</c:v>
                </c:pt>
                <c:pt idx="2160">
                  <c:v>1.2353909452195468</c:v>
                </c:pt>
                <c:pt idx="2161">
                  <c:v>1.2211498046708451</c:v>
                </c:pt>
                <c:pt idx="2162">
                  <c:v>1.229913927846928</c:v>
                </c:pt>
                <c:pt idx="2163">
                  <c:v>1.2454042829244985</c:v>
                </c:pt>
                <c:pt idx="2164">
                  <c:v>1.3259715422740492</c:v>
                </c:pt>
                <c:pt idx="2165">
                  <c:v>1.3969537786320927</c:v>
                </c:pt>
                <c:pt idx="2166">
                  <c:v>1.4611413743563264</c:v>
                </c:pt>
                <c:pt idx="2167">
                  <c:v>1.543238783670837</c:v>
                </c:pt>
                <c:pt idx="2168">
                  <c:v>1.6200737043138949</c:v>
                </c:pt>
                <c:pt idx="2169">
                  <c:v>1.7107706158552742</c:v>
                </c:pt>
                <c:pt idx="2170">
                  <c:v>1.7875234341195321</c:v>
                </c:pt>
                <c:pt idx="2171">
                  <c:v>1.8215228561812855</c:v>
                </c:pt>
                <c:pt idx="2172">
                  <c:v>1.876580550869416</c:v>
                </c:pt>
                <c:pt idx="2173">
                  <c:v>1.9483211894740053</c:v>
                </c:pt>
                <c:pt idx="2174">
                  <c:v>2.0286632271278844</c:v>
                </c:pt>
                <c:pt idx="2175">
                  <c:v>2.0863886065437898</c:v>
                </c:pt>
                <c:pt idx="2176">
                  <c:v>2.1399730166290816</c:v>
                </c:pt>
                <c:pt idx="2177">
                  <c:v>2.2136665123591031</c:v>
                </c:pt>
                <c:pt idx="2178">
                  <c:v>2.2815455816205139</c:v>
                </c:pt>
                <c:pt idx="2179">
                  <c:v>2.3264175258194268</c:v>
                </c:pt>
                <c:pt idx="2180">
                  <c:v>2.3611116508738812</c:v>
                </c:pt>
                <c:pt idx="2181">
                  <c:v>2.38636532383939</c:v>
                </c:pt>
                <c:pt idx="2182">
                  <c:v>2.4092811748504777</c:v>
                </c:pt>
                <c:pt idx="2183">
                  <c:v>2.4081883118130714</c:v>
                </c:pt>
                <c:pt idx="2184">
                  <c:v>2.395899353203069</c:v>
                </c:pt>
                <c:pt idx="2185">
                  <c:v>2.3541550971443601</c:v>
                </c:pt>
                <c:pt idx="2186">
                  <c:v>2.3383175532694014</c:v>
                </c:pt>
                <c:pt idx="2187">
                  <c:v>2.3260519089176608</c:v>
                </c:pt>
                <c:pt idx="2188">
                  <c:v>2.2992493666065177</c:v>
                </c:pt>
                <c:pt idx="2189">
                  <c:v>2.2926288332135925</c:v>
                </c:pt>
                <c:pt idx="2190">
                  <c:v>2.2650383219528059</c:v>
                </c:pt>
                <c:pt idx="2191">
                  <c:v>2.2138589895725853</c:v>
                </c:pt>
                <c:pt idx="2192">
                  <c:v>2.1647921395896508</c:v>
                </c:pt>
                <c:pt idx="2193">
                  <c:v>2.1184943318916316</c:v>
                </c:pt>
                <c:pt idx="2194">
                  <c:v>2.0646613099968403</c:v>
                </c:pt>
                <c:pt idx="2195">
                  <c:v>2.0236370556768168</c:v>
                </c:pt>
                <c:pt idx="2196">
                  <c:v>1.9773991588662252</c:v>
                </c:pt>
                <c:pt idx="2197">
                  <c:v>1.9285102932932181</c:v>
                </c:pt>
                <c:pt idx="2198">
                  <c:v>1.8674739457322647</c:v>
                </c:pt>
                <c:pt idx="2199">
                  <c:v>1.7927540342120083</c:v>
                </c:pt>
                <c:pt idx="2200">
                  <c:v>1.7384236295426441</c:v>
                </c:pt>
                <c:pt idx="2201">
                  <c:v>1.7021030060311004</c:v>
                </c:pt>
                <c:pt idx="2202">
                  <c:v>1.664695061635187</c:v>
                </c:pt>
                <c:pt idx="2203">
                  <c:v>1.6249258003172349</c:v>
                </c:pt>
                <c:pt idx="2204">
                  <c:v>1.5977148274302913</c:v>
                </c:pt>
                <c:pt idx="2205">
                  <c:v>1.5797470833945395</c:v>
                </c:pt>
                <c:pt idx="2206">
                  <c:v>1.5512606495923842</c:v>
                </c:pt>
                <c:pt idx="2207">
                  <c:v>1.5061392558526066</c:v>
                </c:pt>
                <c:pt idx="2208">
                  <c:v>1.4809935809735275</c:v>
                </c:pt>
                <c:pt idx="2209">
                  <c:v>1.4585467180333906</c:v>
                </c:pt>
                <c:pt idx="2210">
                  <c:v>1.4053497284075323</c:v>
                </c:pt>
                <c:pt idx="2211">
                  <c:v>1.4012103383541821</c:v>
                </c:pt>
                <c:pt idx="2212">
                  <c:v>1.4123708722775514</c:v>
                </c:pt>
                <c:pt idx="2213">
                  <c:v>1.4227159032089263</c:v>
                </c:pt>
                <c:pt idx="2214">
                  <c:v>1.4363777927048995</c:v>
                </c:pt>
                <c:pt idx="2215">
                  <c:v>1.4603067869340958</c:v>
                </c:pt>
                <c:pt idx="2216">
                  <c:v>1.4437792954340376</c:v>
                </c:pt>
                <c:pt idx="2217">
                  <c:v>1.4403958806637822</c:v>
                </c:pt>
                <c:pt idx="2218">
                  <c:v>1.4221814589958508</c:v>
                </c:pt>
                <c:pt idx="2219">
                  <c:v>1.4055663001889802</c:v>
                </c:pt>
                <c:pt idx="2220">
                  <c:v>1.4138652143050414</c:v>
                </c:pt>
                <c:pt idx="2221">
                  <c:v>1.4469857171564187</c:v>
                </c:pt>
                <c:pt idx="2222">
                  <c:v>1.4417428656527833</c:v>
                </c:pt>
                <c:pt idx="2223">
                  <c:v>1.4264511962406188</c:v>
                </c:pt>
                <c:pt idx="2224">
                  <c:v>1.4228152832304042</c:v>
                </c:pt>
                <c:pt idx="2225">
                  <c:v>1.4060871815478007</c:v>
                </c:pt>
                <c:pt idx="2226">
                  <c:v>1.4030285357925933</c:v>
                </c:pt>
                <c:pt idx="2227">
                  <c:v>1.3858933999063339</c:v>
                </c:pt>
                <c:pt idx="2228">
                  <c:v>1.3658985473591181</c:v>
                </c:pt>
                <c:pt idx="2229">
                  <c:v>1.3214912686717313</c:v>
                </c:pt>
                <c:pt idx="2230">
                  <c:v>1.2932341373812146</c:v>
                </c:pt>
                <c:pt idx="2231">
                  <c:v>1.2846582876693295</c:v>
                </c:pt>
                <c:pt idx="2232">
                  <c:v>1.2275423841868249</c:v>
                </c:pt>
                <c:pt idx="2233">
                  <c:v>1.1839895552602226</c:v>
                </c:pt>
                <c:pt idx="2234">
                  <c:v>1.150450583987521</c:v>
                </c:pt>
                <c:pt idx="2235">
                  <c:v>1.120628888799488</c:v>
                </c:pt>
                <c:pt idx="2236">
                  <c:v>1.0870987888112822</c:v>
                </c:pt>
                <c:pt idx="2237">
                  <c:v>1.0731496679471544</c:v>
                </c:pt>
                <c:pt idx="2238">
                  <c:v>1.063336051675194</c:v>
                </c:pt>
                <c:pt idx="2239">
                  <c:v>1.0716836786360897</c:v>
                </c:pt>
                <c:pt idx="2240">
                  <c:v>1.0870496197748958</c:v>
                </c:pt>
                <c:pt idx="2241">
                  <c:v>1.0846779270082931</c:v>
                </c:pt>
                <c:pt idx="2242">
                  <c:v>1.0822486644721758</c:v>
                </c:pt>
                <c:pt idx="2243">
                  <c:v>1.1021101222772205</c:v>
                </c:pt>
                <c:pt idx="2244">
                  <c:v>1.1450687306247345</c:v>
                </c:pt>
                <c:pt idx="2245">
                  <c:v>1.1753202341160507</c:v>
                </c:pt>
                <c:pt idx="2246">
                  <c:v>1.2124232324283137</c:v>
                </c:pt>
                <c:pt idx="2247">
                  <c:v>1.249683681408952</c:v>
                </c:pt>
                <c:pt idx="2248">
                  <c:v>1.303237968962174</c:v>
                </c:pt>
                <c:pt idx="2249">
                  <c:v>1.3531959255775812</c:v>
                </c:pt>
                <c:pt idx="2250">
                  <c:v>1.3937897235148047</c:v>
                </c:pt>
                <c:pt idx="2251">
                  <c:v>1.4127404184149419</c:v>
                </c:pt>
                <c:pt idx="2252">
                  <c:v>1.4446377379979025</c:v>
                </c:pt>
                <c:pt idx="2253">
                  <c:v>1.488142039227083</c:v>
                </c:pt>
                <c:pt idx="2254">
                  <c:v>1.5194596917603027</c:v>
                </c:pt>
                <c:pt idx="2255">
                  <c:v>1.5530478499242362</c:v>
                </c:pt>
                <c:pt idx="2256">
                  <c:v>1.5647269731623901</c:v>
                </c:pt>
                <c:pt idx="2257">
                  <c:v>1.5707995006942668</c:v>
                </c:pt>
                <c:pt idx="2258">
                  <c:v>1.5907206406414753</c:v>
                </c:pt>
                <c:pt idx="2259">
                  <c:v>1.5917563280677731</c:v>
                </c:pt>
                <c:pt idx="2260">
                  <c:v>1.5991526649622216</c:v>
                </c:pt>
                <c:pt idx="2261">
                  <c:v>1.5785810002741085</c:v>
                </c:pt>
                <c:pt idx="2262">
                  <c:v>1.567583255291283</c:v>
                </c:pt>
                <c:pt idx="2263">
                  <c:v>1.5437978460433495</c:v>
                </c:pt>
                <c:pt idx="2264">
                  <c:v>1.525862210028746</c:v>
                </c:pt>
                <c:pt idx="2265">
                  <c:v>1.4940036523871154</c:v>
                </c:pt>
                <c:pt idx="2266">
                  <c:v>1.4748415401106196</c:v>
                </c:pt>
                <c:pt idx="2267">
                  <c:v>1.444432356281937</c:v>
                </c:pt>
                <c:pt idx="2268">
                  <c:v>1.402814266281059</c:v>
                </c:pt>
                <c:pt idx="2269">
                  <c:v>1.3549015773871063</c:v>
                </c:pt>
                <c:pt idx="2270">
                  <c:v>1.3252264699856635</c:v>
                </c:pt>
                <c:pt idx="2271">
                  <c:v>1.3017684834270871</c:v>
                </c:pt>
                <c:pt idx="2272">
                  <c:v>1.2646518900482384</c:v>
                </c:pt>
                <c:pt idx="2273">
                  <c:v>1.1987811689251529</c:v>
                </c:pt>
                <c:pt idx="2274">
                  <c:v>1.1858559815629179</c:v>
                </c:pt>
                <c:pt idx="2275">
                  <c:v>1.1580432582684994</c:v>
                </c:pt>
                <c:pt idx="2276">
                  <c:v>1.1227155868882237</c:v>
                </c:pt>
                <c:pt idx="2277">
                  <c:v>1.06525949200392</c:v>
                </c:pt>
                <c:pt idx="2278">
                  <c:v>1.0139192978057896</c:v>
                </c:pt>
                <c:pt idx="2279">
                  <c:v>0.96297827944444858</c:v>
                </c:pt>
                <c:pt idx="2280">
                  <c:v>0.93678114655221545</c:v>
                </c:pt>
                <c:pt idx="2281">
                  <c:v>0.91181122877891163</c:v>
                </c:pt>
                <c:pt idx="2282">
                  <c:v>0.92172932976134747</c:v>
                </c:pt>
                <c:pt idx="2283">
                  <c:v>0.93099418506987375</c:v>
                </c:pt>
                <c:pt idx="2284">
                  <c:v>0.95584325752833044</c:v>
                </c:pt>
                <c:pt idx="2285">
                  <c:v>0.95545250221465083</c:v>
                </c:pt>
                <c:pt idx="2286">
                  <c:v>0.95416664006681429</c:v>
                </c:pt>
                <c:pt idx="2287">
                  <c:v>0.93701862026909299</c:v>
                </c:pt>
                <c:pt idx="2288">
                  <c:v>0.91881406803286503</c:v>
                </c:pt>
                <c:pt idx="2289">
                  <c:v>0.89799702543633531</c:v>
                </c:pt>
                <c:pt idx="2290">
                  <c:v>0.88549812485903057</c:v>
                </c:pt>
                <c:pt idx="2291">
                  <c:v>0.85608554598531283</c:v>
                </c:pt>
                <c:pt idx="2292">
                  <c:v>0.81720964184535205</c:v>
                </c:pt>
                <c:pt idx="2293">
                  <c:v>0.80383223749996879</c:v>
                </c:pt>
                <c:pt idx="2294">
                  <c:v>0.80192442138579423</c:v>
                </c:pt>
                <c:pt idx="2295">
                  <c:v>0.76313438990993643</c:v>
                </c:pt>
                <c:pt idx="2296">
                  <c:v>0.73998602441785966</c:v>
                </c:pt>
                <c:pt idx="2297">
                  <c:v>0.71265490164113898</c:v>
                </c:pt>
                <c:pt idx="2298">
                  <c:v>0.71610766168253814</c:v>
                </c:pt>
                <c:pt idx="2299">
                  <c:v>0.72465945139621746</c:v>
                </c:pt>
                <c:pt idx="2300">
                  <c:v>0.72591468877444154</c:v>
                </c:pt>
                <c:pt idx="2301">
                  <c:v>0.7050229342448634</c:v>
                </c:pt>
                <c:pt idx="2302">
                  <c:v>0.67628487006253646</c:v>
                </c:pt>
                <c:pt idx="2303">
                  <c:v>0.62693143106352789</c:v>
                </c:pt>
                <c:pt idx="2304">
                  <c:v>0.58736195267236402</c:v>
                </c:pt>
                <c:pt idx="2305">
                  <c:v>0.57540466564390003</c:v>
                </c:pt>
                <c:pt idx="2306">
                  <c:v>0.59481986469118331</c:v>
                </c:pt>
                <c:pt idx="2307">
                  <c:v>0.6242657199717021</c:v>
                </c:pt>
                <c:pt idx="2308">
                  <c:v>0.64390208934769577</c:v>
                </c:pt>
                <c:pt idx="2309">
                  <c:v>0.66563882705421107</c:v>
                </c:pt>
                <c:pt idx="2310">
                  <c:v>0.6926101271658176</c:v>
                </c:pt>
                <c:pt idx="2311">
                  <c:v>0.70104196876068048</c:v>
                </c:pt>
                <c:pt idx="2312">
                  <c:v>0.71333898952698704</c:v>
                </c:pt>
                <c:pt idx="2313">
                  <c:v>0.75088909118003933</c:v>
                </c:pt>
                <c:pt idx="2314">
                  <c:v>0.80197573880570361</c:v>
                </c:pt>
                <c:pt idx="2315">
                  <c:v>0.8471742456669501</c:v>
                </c:pt>
                <c:pt idx="2316">
                  <c:v>0.87260837295433402</c:v>
                </c:pt>
                <c:pt idx="2317">
                  <c:v>0.90278067045426136</c:v>
                </c:pt>
                <c:pt idx="2318">
                  <c:v>0.9325459021318494</c:v>
                </c:pt>
                <c:pt idx="2319">
                  <c:v>0.94130824692037551</c:v>
                </c:pt>
                <c:pt idx="2320">
                  <c:v>0.93710490766964349</c:v>
                </c:pt>
                <c:pt idx="2321">
                  <c:v>0.95126743332081398</c:v>
                </c:pt>
                <c:pt idx="2322">
                  <c:v>0.96567780586032537</c:v>
                </c:pt>
                <c:pt idx="2323">
                  <c:v>0.98195192982189949</c:v>
                </c:pt>
                <c:pt idx="2324">
                  <c:v>0.96976849778980678</c:v>
                </c:pt>
                <c:pt idx="2325">
                  <c:v>0.94652532180229676</c:v>
                </c:pt>
                <c:pt idx="2326">
                  <c:v>0.90588564946746941</c:v>
                </c:pt>
                <c:pt idx="2327">
                  <c:v>0.8875146303868966</c:v>
                </c:pt>
                <c:pt idx="2328">
                  <c:v>0.86098870911188718</c:v>
                </c:pt>
                <c:pt idx="2329">
                  <c:v>0.84884095815675664</c:v>
                </c:pt>
                <c:pt idx="2330">
                  <c:v>0.84453612990582649</c:v>
                </c:pt>
                <c:pt idx="2331">
                  <c:v>0.85681856545336665</c:v>
                </c:pt>
                <c:pt idx="2332">
                  <c:v>0.86309890484132457</c:v>
                </c:pt>
                <c:pt idx="2333">
                  <c:v>0.87792872581880466</c:v>
                </c:pt>
                <c:pt idx="2334">
                  <c:v>0.89305315414128528</c:v>
                </c:pt>
                <c:pt idx="2335">
                  <c:v>0.89524476796338714</c:v>
                </c:pt>
                <c:pt idx="2336">
                  <c:v>0.91233536896404388</c:v>
                </c:pt>
                <c:pt idx="2337">
                  <c:v>0.93603136003482645</c:v>
                </c:pt>
                <c:pt idx="2338">
                  <c:v>0.97552286099711438</c:v>
                </c:pt>
                <c:pt idx="2339">
                  <c:v>1.0087814501367058</c:v>
                </c:pt>
                <c:pt idx="2340">
                  <c:v>1.0522707041304933</c:v>
                </c:pt>
                <c:pt idx="2341">
                  <c:v>1.1010930231662004</c:v>
                </c:pt>
                <c:pt idx="2342">
                  <c:v>1.1474188937772249</c:v>
                </c:pt>
                <c:pt idx="2343">
                  <c:v>1.1901418672860038</c:v>
                </c:pt>
                <c:pt idx="2344">
                  <c:v>1.2036978352161061</c:v>
                </c:pt>
                <c:pt idx="2345">
                  <c:v>1.2524747960445075</c:v>
                </c:pt>
                <c:pt idx="2346">
                  <c:v>1.314203999794759</c:v>
                </c:pt>
                <c:pt idx="2347">
                  <c:v>1.3514165656125314</c:v>
                </c:pt>
                <c:pt idx="2348">
                  <c:v>1.3505289449108473</c:v>
                </c:pt>
                <c:pt idx="2349">
                  <c:v>1.3539469526707508</c:v>
                </c:pt>
                <c:pt idx="2350">
                  <c:v>1.3657173314362014</c:v>
                </c:pt>
                <c:pt idx="2351">
                  <c:v>1.3864867757538262</c:v>
                </c:pt>
                <c:pt idx="2352">
                  <c:v>1.3833463612547592</c:v>
                </c:pt>
                <c:pt idx="2353">
                  <c:v>1.393963372287089</c:v>
                </c:pt>
                <c:pt idx="2354">
                  <c:v>1.4084963728536586</c:v>
                </c:pt>
                <c:pt idx="2355">
                  <c:v>1.4001783444822795</c:v>
                </c:pt>
                <c:pt idx="2356">
                  <c:v>1.4079770141587673</c:v>
                </c:pt>
                <c:pt idx="2357">
                  <c:v>1.4110686444758751</c:v>
                </c:pt>
                <c:pt idx="2358">
                  <c:v>1.4128699474873729</c:v>
                </c:pt>
                <c:pt idx="2359">
                  <c:v>1.3890521981899551</c:v>
                </c:pt>
                <c:pt idx="2360">
                  <c:v>1.3753733213207553</c:v>
                </c:pt>
                <c:pt idx="2361">
                  <c:v>1.3674934077583976</c:v>
                </c:pt>
                <c:pt idx="2362">
                  <c:v>1.3742448037652546</c:v>
                </c:pt>
                <c:pt idx="2363">
                  <c:v>1.3611536885467517</c:v>
                </c:pt>
                <c:pt idx="2364">
                  <c:v>1.347884427810065</c:v>
                </c:pt>
                <c:pt idx="2365">
                  <c:v>1.306387217086094</c:v>
                </c:pt>
                <c:pt idx="2366">
                  <c:v>1.2796107672467203</c:v>
                </c:pt>
                <c:pt idx="2367">
                  <c:v>1.2493842645374309</c:v>
                </c:pt>
                <c:pt idx="2368">
                  <c:v>1.2112487774996934</c:v>
                </c:pt>
                <c:pt idx="2369">
                  <c:v>1.1606014377798743</c:v>
                </c:pt>
                <c:pt idx="2370">
                  <c:v>1.111423073276014</c:v>
                </c:pt>
                <c:pt idx="2371">
                  <c:v>1.0811745748431847</c:v>
                </c:pt>
                <c:pt idx="2372">
                  <c:v>1.0377395553209545</c:v>
                </c:pt>
                <c:pt idx="2373">
                  <c:v>1.0081341217440059</c:v>
                </c:pt>
                <c:pt idx="2374">
                  <c:v>1.0089546323587666</c:v>
                </c:pt>
                <c:pt idx="2375">
                  <c:v>0.95546509241615118</c:v>
                </c:pt>
                <c:pt idx="2376">
                  <c:v>0.92160403951954861</c:v>
                </c:pt>
                <c:pt idx="2377">
                  <c:v>0.90091502883362506</c:v>
                </c:pt>
                <c:pt idx="2378">
                  <c:v>0.86306433514736258</c:v>
                </c:pt>
                <c:pt idx="2379">
                  <c:v>0.82479797150442657</c:v>
                </c:pt>
                <c:pt idx="2380">
                  <c:v>0.80224807595173597</c:v>
                </c:pt>
                <c:pt idx="2381">
                  <c:v>0.75617722025725853</c:v>
                </c:pt>
                <c:pt idx="2382">
                  <c:v>0.73325369928615858</c:v>
                </c:pt>
                <c:pt idx="2383">
                  <c:v>0.70217401041077543</c:v>
                </c:pt>
                <c:pt idx="2384">
                  <c:v>0.67829979256799555</c:v>
                </c:pt>
                <c:pt idx="2385">
                  <c:v>0.65237691811119802</c:v>
                </c:pt>
                <c:pt idx="2386">
                  <c:v>0.67641594947163464</c:v>
                </c:pt>
                <c:pt idx="2387">
                  <c:v>0.65640077498080251</c:v>
                </c:pt>
                <c:pt idx="2388">
                  <c:v>0.61085288177840813</c:v>
                </c:pt>
                <c:pt idx="2389">
                  <c:v>0.59419675793434179</c:v>
                </c:pt>
                <c:pt idx="2390">
                  <c:v>0.60297219173549732</c:v>
                </c:pt>
                <c:pt idx="2391">
                  <c:v>0.60940113707228705</c:v>
                </c:pt>
                <c:pt idx="2392">
                  <c:v>0.58145241910878098</c:v>
                </c:pt>
                <c:pt idx="2393">
                  <c:v>0.57344738097242298</c:v>
                </c:pt>
                <c:pt idx="2394">
                  <c:v>0.54280721935992648</c:v>
                </c:pt>
                <c:pt idx="2395">
                  <c:v>0.49415995506938892</c:v>
                </c:pt>
                <c:pt idx="2396">
                  <c:v>0.49349105487693973</c:v>
                </c:pt>
                <c:pt idx="2397">
                  <c:v>0.47932326529620645</c:v>
                </c:pt>
                <c:pt idx="2398">
                  <c:v>0.43033116676988775</c:v>
                </c:pt>
                <c:pt idx="2399">
                  <c:v>0.37568908257846334</c:v>
                </c:pt>
                <c:pt idx="2400">
                  <c:v>0.32232532390722141</c:v>
                </c:pt>
                <c:pt idx="2401">
                  <c:v>0.25200366425615872</c:v>
                </c:pt>
                <c:pt idx="2402">
                  <c:v>0.20854310017626282</c:v>
                </c:pt>
                <c:pt idx="2403">
                  <c:v>0.13710555666369098</c:v>
                </c:pt>
                <c:pt idx="2404">
                  <c:v>9.682345351037619E-2</c:v>
                </c:pt>
                <c:pt idx="2405">
                  <c:v>4.1908095822743727E-2</c:v>
                </c:pt>
                <c:pt idx="2406">
                  <c:v>1.1432485469339526E-2</c:v>
                </c:pt>
                <c:pt idx="2407">
                  <c:v>-2.6437181722289073E-2</c:v>
                </c:pt>
                <c:pt idx="2408">
                  <c:v>-3.0050837327174139E-2</c:v>
                </c:pt>
                <c:pt idx="2409">
                  <c:v>-1.9469429575651984E-2</c:v>
                </c:pt>
                <c:pt idx="2410">
                  <c:v>-4.9803536149274031E-3</c:v>
                </c:pt>
                <c:pt idx="2411">
                  <c:v>-3.3653531234250494E-3</c:v>
                </c:pt>
                <c:pt idx="2412">
                  <c:v>3.2095345558133897E-3</c:v>
                </c:pt>
                <c:pt idx="2413">
                  <c:v>-1.4871002999954584E-2</c:v>
                </c:pt>
                <c:pt idx="2414">
                  <c:v>-6.5939154492926963E-2</c:v>
                </c:pt>
                <c:pt idx="2415">
                  <c:v>-0.10821567984719829</c:v>
                </c:pt>
                <c:pt idx="2416">
                  <c:v>-0.14030393800296159</c:v>
                </c:pt>
                <c:pt idx="2417">
                  <c:v>-0.17191852432414767</c:v>
                </c:pt>
                <c:pt idx="2418">
                  <c:v>-0.2076115694649906</c:v>
                </c:pt>
                <c:pt idx="2419">
                  <c:v>-0.22168700942902533</c:v>
                </c:pt>
                <c:pt idx="2420">
                  <c:v>-0.22095066767050633</c:v>
                </c:pt>
                <c:pt idx="2421">
                  <c:v>-0.21119108236347547</c:v>
                </c:pt>
                <c:pt idx="2422">
                  <c:v>-0.19782526918477925</c:v>
                </c:pt>
                <c:pt idx="2423">
                  <c:v>-0.19133716470432441</c:v>
                </c:pt>
                <c:pt idx="2424">
                  <c:v>-0.18082343593525602</c:v>
                </c:pt>
                <c:pt idx="2425">
                  <c:v>-0.20767041133810576</c:v>
                </c:pt>
                <c:pt idx="2426">
                  <c:v>-0.23750572776812873</c:v>
                </c:pt>
                <c:pt idx="2427">
                  <c:v>-0.29513376650457301</c:v>
                </c:pt>
                <c:pt idx="2428">
                  <c:v>-0.32641380284728772</c:v>
                </c:pt>
                <c:pt idx="2429">
                  <c:v>-0.36113903853898893</c:v>
                </c:pt>
                <c:pt idx="2430">
                  <c:v>-0.39862986425017194</c:v>
                </c:pt>
                <c:pt idx="2431">
                  <c:v>-0.43631763384658295</c:v>
                </c:pt>
                <c:pt idx="2432">
                  <c:v>-0.47670856394468875</c:v>
                </c:pt>
                <c:pt idx="2433">
                  <c:v>-0.50710582046321973</c:v>
                </c:pt>
                <c:pt idx="2434">
                  <c:v>-0.49250650532051055</c:v>
                </c:pt>
                <c:pt idx="2435">
                  <c:v>-0.45453051451723669</c:v>
                </c:pt>
                <c:pt idx="2436">
                  <c:v>-0.40693289376898178</c:v>
                </c:pt>
                <c:pt idx="2437">
                  <c:v>-0.37889933496488409</c:v>
                </c:pt>
                <c:pt idx="2438">
                  <c:v>-0.34180885302081759</c:v>
                </c:pt>
                <c:pt idx="2439">
                  <c:v>-0.30578385605030683</c:v>
                </c:pt>
                <c:pt idx="2440">
                  <c:v>-0.27133459280989847</c:v>
                </c:pt>
                <c:pt idx="2441">
                  <c:v>-0.21799701965192897</c:v>
                </c:pt>
                <c:pt idx="2442">
                  <c:v>-0.17395545273910606</c:v>
                </c:pt>
                <c:pt idx="2443">
                  <c:v>-0.12862959759757733</c:v>
                </c:pt>
                <c:pt idx="2444">
                  <c:v>-7.2304234628729577E-2</c:v>
                </c:pt>
                <c:pt idx="2445">
                  <c:v>-7.0900826284194486E-3</c:v>
                </c:pt>
                <c:pt idx="2446">
                  <c:v>5.5952632936035245E-2</c:v>
                </c:pt>
                <c:pt idx="2447">
                  <c:v>0.12375184338233164</c:v>
                </c:pt>
                <c:pt idx="2448">
                  <c:v>0.1796476640159439</c:v>
                </c:pt>
                <c:pt idx="2449">
                  <c:v>0.25851452375660355</c:v>
                </c:pt>
                <c:pt idx="2450">
                  <c:v>0.34014285681132761</c:v>
                </c:pt>
                <c:pt idx="2451">
                  <c:v>0.44134964433156537</c:v>
                </c:pt>
                <c:pt idx="2452">
                  <c:v>0.53177271920579405</c:v>
                </c:pt>
                <c:pt idx="2453">
                  <c:v>0.62900767672825675</c:v>
                </c:pt>
                <c:pt idx="2454">
                  <c:v>0.70081078434866517</c:v>
                </c:pt>
                <c:pt idx="2455">
                  <c:v>0.76709459085580078</c:v>
                </c:pt>
                <c:pt idx="2456">
                  <c:v>0.83530921525989821</c:v>
                </c:pt>
                <c:pt idx="2457">
                  <c:v>0.90495535072735633</c:v>
                </c:pt>
                <c:pt idx="2458">
                  <c:v>0.96029428380202697</c:v>
                </c:pt>
                <c:pt idx="2459">
                  <c:v>1.0154280742724762</c:v>
                </c:pt>
                <c:pt idx="2460">
                  <c:v>1.0825355280771496</c:v>
                </c:pt>
                <c:pt idx="2461">
                  <c:v>1.1365470225984589</c:v>
                </c:pt>
                <c:pt idx="2462">
                  <c:v>1.1571730810699545</c:v>
                </c:pt>
                <c:pt idx="2463">
                  <c:v>1.1728217974374304</c:v>
                </c:pt>
                <c:pt idx="2464">
                  <c:v>1.1878615099658147</c:v>
                </c:pt>
                <c:pt idx="2465">
                  <c:v>1.1984029257009976</c:v>
                </c:pt>
                <c:pt idx="2466">
                  <c:v>1.213783095410587</c:v>
                </c:pt>
                <c:pt idx="2467">
                  <c:v>1.2402716363354356</c:v>
                </c:pt>
                <c:pt idx="2468">
                  <c:v>1.280863405933935</c:v>
                </c:pt>
                <c:pt idx="2469">
                  <c:v>1.3399386812321039</c:v>
                </c:pt>
                <c:pt idx="2470">
                  <c:v>1.3615984582162712</c:v>
                </c:pt>
                <c:pt idx="2471">
                  <c:v>1.3746639780365204</c:v>
                </c:pt>
                <c:pt idx="2472">
                  <c:v>1.3617300133370025</c:v>
                </c:pt>
                <c:pt idx="2473">
                  <c:v>1.3412275364467656</c:v>
                </c:pt>
                <c:pt idx="2474">
                  <c:v>1.3197607322336664</c:v>
                </c:pt>
                <c:pt idx="2475">
                  <c:v>1.3095185331251391</c:v>
                </c:pt>
                <c:pt idx="2476">
                  <c:v>1.2872611830868113</c:v>
                </c:pt>
                <c:pt idx="2477">
                  <c:v>1.2615970910521603</c:v>
                </c:pt>
                <c:pt idx="2478">
                  <c:v>1.2088039327797371</c:v>
                </c:pt>
                <c:pt idx="2479">
                  <c:v>1.182352778738087</c:v>
                </c:pt>
                <c:pt idx="2480">
                  <c:v>1.1452817561309059</c:v>
                </c:pt>
                <c:pt idx="2481">
                  <c:v>1.0966591684991451</c:v>
                </c:pt>
                <c:pt idx="2482">
                  <c:v>1.0376138625974571</c:v>
                </c:pt>
                <c:pt idx="2483">
                  <c:v>0.99002719221050894</c:v>
                </c:pt>
                <c:pt idx="2484">
                  <c:v>0.95843692571021544</c:v>
                </c:pt>
                <c:pt idx="2485">
                  <c:v>0.92467531458933261</c:v>
                </c:pt>
                <c:pt idx="2486">
                  <c:v>0.87836524126608251</c:v>
                </c:pt>
                <c:pt idx="2487">
                  <c:v>0.82652701718461297</c:v>
                </c:pt>
                <c:pt idx="2488">
                  <c:v>0.7744072061135292</c:v>
                </c:pt>
                <c:pt idx="2489">
                  <c:v>0.68786560280147158</c:v>
                </c:pt>
                <c:pt idx="2490">
                  <c:v>0.61324937036655014</c:v>
                </c:pt>
                <c:pt idx="2491">
                  <c:v>0.55639552410620752</c:v>
                </c:pt>
                <c:pt idx="2492">
                  <c:v>0.51154583533325781</c:v>
                </c:pt>
                <c:pt idx="2493">
                  <c:v>0.47254259018052736</c:v>
                </c:pt>
                <c:pt idx="2494">
                  <c:v>0.45917769487445342</c:v>
                </c:pt>
                <c:pt idx="2495">
                  <c:v>0.45001217839613278</c:v>
                </c:pt>
                <c:pt idx="2496">
                  <c:v>0.40975870149827748</c:v>
                </c:pt>
                <c:pt idx="2497">
                  <c:v>0.36386971192210582</c:v>
                </c:pt>
                <c:pt idx="2498">
                  <c:v>0.31716942303845164</c:v>
                </c:pt>
                <c:pt idx="2499">
                  <c:v>0.3024666905556701</c:v>
                </c:pt>
                <c:pt idx="2500">
                  <c:v>0.28154305739983743</c:v>
                </c:pt>
                <c:pt idx="2501">
                  <c:v>0.26008681968956165</c:v>
                </c:pt>
                <c:pt idx="2502">
                  <c:v>0.25680136960987582</c:v>
                </c:pt>
                <c:pt idx="2503">
                  <c:v>0.27254041036877502</c:v>
                </c:pt>
                <c:pt idx="2504">
                  <c:v>0.29430190433432479</c:v>
                </c:pt>
                <c:pt idx="2505">
                  <c:v>0.30172917740910182</c:v>
                </c:pt>
                <c:pt idx="2506">
                  <c:v>0.31042150902347798</c:v>
                </c:pt>
                <c:pt idx="2507">
                  <c:v>0.32216837943215426</c:v>
                </c:pt>
                <c:pt idx="2508">
                  <c:v>0.34121267139398259</c:v>
                </c:pt>
                <c:pt idx="2509">
                  <c:v>0.37059460308488268</c:v>
                </c:pt>
                <c:pt idx="2510">
                  <c:v>0.39999047051731051</c:v>
                </c:pt>
                <c:pt idx="2511">
                  <c:v>0.45123650585816255</c:v>
                </c:pt>
                <c:pt idx="2512">
                  <c:v>0.47888988665827248</c:v>
                </c:pt>
                <c:pt idx="2513">
                  <c:v>0.50550182322565396</c:v>
                </c:pt>
                <c:pt idx="2514">
                  <c:v>0.53143594716824505</c:v>
                </c:pt>
                <c:pt idx="2515">
                  <c:v>0.51446151438437371</c:v>
                </c:pt>
                <c:pt idx="2516">
                  <c:v>0.51396972870170998</c:v>
                </c:pt>
                <c:pt idx="2517">
                  <c:v>0.54475262290353832</c:v>
                </c:pt>
                <c:pt idx="2518">
                  <c:v>0.56919337861011421</c:v>
                </c:pt>
                <c:pt idx="2519">
                  <c:v>0.57756621920146189</c:v>
                </c:pt>
                <c:pt idx="2520">
                  <c:v>0.58958532186191737</c:v>
                </c:pt>
                <c:pt idx="2521">
                  <c:v>0.59357183236840405</c:v>
                </c:pt>
                <c:pt idx="2522">
                  <c:v>0.59979560186937297</c:v>
                </c:pt>
                <c:pt idx="2523">
                  <c:v>0.59591662885327545</c:v>
                </c:pt>
                <c:pt idx="2524">
                  <c:v>0.57712465286325443</c:v>
                </c:pt>
                <c:pt idx="2525">
                  <c:v>0.57159195632429971</c:v>
                </c:pt>
                <c:pt idx="2526">
                  <c:v>0.56997547127455983</c:v>
                </c:pt>
                <c:pt idx="2527">
                  <c:v>0.56290850189050667</c:v>
                </c:pt>
                <c:pt idx="2528">
                  <c:v>0.56896687563320947</c:v>
                </c:pt>
                <c:pt idx="2529">
                  <c:v>0.57964477143415027</c:v>
                </c:pt>
                <c:pt idx="2530">
                  <c:v>0.58450045557881447</c:v>
                </c:pt>
                <c:pt idx="2531">
                  <c:v>0.61989863491803177</c:v>
                </c:pt>
                <c:pt idx="2532">
                  <c:v>0.62289331830707195</c:v>
                </c:pt>
                <c:pt idx="2533">
                  <c:v>0.62179467178208447</c:v>
                </c:pt>
                <c:pt idx="2534">
                  <c:v>0.61589754611372738</c:v>
                </c:pt>
                <c:pt idx="2535">
                  <c:v>0.63052266264442169</c:v>
                </c:pt>
                <c:pt idx="2536">
                  <c:v>0.66691458228794354</c:v>
                </c:pt>
                <c:pt idx="2537">
                  <c:v>0.68433717556571327</c:v>
                </c:pt>
                <c:pt idx="2538">
                  <c:v>0.71717860008719936</c:v>
                </c:pt>
                <c:pt idx="2539">
                  <c:v>0.76864415974569977</c:v>
                </c:pt>
                <c:pt idx="2540">
                  <c:v>0.84885395254363205</c:v>
                </c:pt>
                <c:pt idx="2541">
                  <c:v>0.91804996003980854</c:v>
                </c:pt>
                <c:pt idx="2542">
                  <c:v>0.98832512175486531</c:v>
                </c:pt>
                <c:pt idx="2543">
                  <c:v>1.0493597683438665</c:v>
                </c:pt>
                <c:pt idx="2544">
                  <c:v>1.0971240811994201</c:v>
                </c:pt>
                <c:pt idx="2545">
                  <c:v>1.1533358753228575</c:v>
                </c:pt>
                <c:pt idx="2546">
                  <c:v>1.1943724778685294</c:v>
                </c:pt>
                <c:pt idx="2547">
                  <c:v>1.2258215102022458</c:v>
                </c:pt>
                <c:pt idx="2548">
                  <c:v>1.2597249355142754</c:v>
                </c:pt>
                <c:pt idx="2549">
                  <c:v>1.2886015770008117</c:v>
                </c:pt>
                <c:pt idx="2550">
                  <c:v>1.2969515395665416</c:v>
                </c:pt>
                <c:pt idx="2551">
                  <c:v>1.2899607550630183</c:v>
                </c:pt>
                <c:pt idx="2552">
                  <c:v>1.2829423366294026</c:v>
                </c:pt>
                <c:pt idx="2553">
                  <c:v>1.2734230626692895</c:v>
                </c:pt>
                <c:pt idx="2554">
                  <c:v>1.2520494341369341</c:v>
                </c:pt>
                <c:pt idx="2555">
                  <c:v>1.205863078473548</c:v>
                </c:pt>
                <c:pt idx="2556">
                  <c:v>1.1377351245134555</c:v>
                </c:pt>
                <c:pt idx="2557">
                  <c:v>1.0604143711012353</c:v>
                </c:pt>
                <c:pt idx="2558">
                  <c:v>0.98820758939684616</c:v>
                </c:pt>
                <c:pt idx="2559">
                  <c:v>0.88249650759467291</c:v>
                </c:pt>
                <c:pt idx="2560">
                  <c:v>0.76062344829282047</c:v>
                </c:pt>
                <c:pt idx="2561">
                  <c:v>0.62061897052572368</c:v>
                </c:pt>
                <c:pt idx="2562">
                  <c:v>0.48891433636682341</c:v>
                </c:pt>
                <c:pt idx="2563">
                  <c:v>0.35907929888306306</c:v>
                </c:pt>
                <c:pt idx="2564">
                  <c:v>0.23891317645093016</c:v>
                </c:pt>
                <c:pt idx="2565">
                  <c:v>0.12865390375939376</c:v>
                </c:pt>
                <c:pt idx="2566">
                  <c:v>2.2397878942265824E-2</c:v>
                </c:pt>
                <c:pt idx="2567">
                  <c:v>-8.7050821246723115E-2</c:v>
                </c:pt>
                <c:pt idx="2568">
                  <c:v>-0.19112761905821607</c:v>
                </c:pt>
                <c:pt idx="2569">
                  <c:v>-0.28858237618236676</c:v>
                </c:pt>
                <c:pt idx="2570">
                  <c:v>-0.37829565230813367</c:v>
                </c:pt>
                <c:pt idx="2571">
                  <c:v>-0.4549959475268332</c:v>
                </c:pt>
                <c:pt idx="2572">
                  <c:v>-0.51554403972497131</c:v>
                </c:pt>
                <c:pt idx="2573">
                  <c:v>-0.5950516203712013</c:v>
                </c:pt>
                <c:pt idx="2574">
                  <c:v>-0.65494527679669068</c:v>
                </c:pt>
                <c:pt idx="2575">
                  <c:v>-0.67984762462667181</c:v>
                </c:pt>
                <c:pt idx="2576">
                  <c:v>-0.66659089196243637</c:v>
                </c:pt>
                <c:pt idx="2577">
                  <c:v>-0.61840199371665461</c:v>
                </c:pt>
                <c:pt idx="2578">
                  <c:v>-0.58202133991280747</c:v>
                </c:pt>
                <c:pt idx="2579">
                  <c:v>-0.53099570987129741</c:v>
                </c:pt>
                <c:pt idx="2580">
                  <c:v>-0.48192619196652975</c:v>
                </c:pt>
                <c:pt idx="2581">
                  <c:v>-0.39456647467291983</c:v>
                </c:pt>
                <c:pt idx="2582">
                  <c:v>-0.32053745538021805</c:v>
                </c:pt>
                <c:pt idx="2583">
                  <c:v>-0.27497255883347421</c:v>
                </c:pt>
                <c:pt idx="2584">
                  <c:v>-0.1975650126700397</c:v>
                </c:pt>
                <c:pt idx="2585">
                  <c:v>-0.11339648243263928</c:v>
                </c:pt>
                <c:pt idx="2586">
                  <c:v>-3.9125407137028105E-2</c:v>
                </c:pt>
                <c:pt idx="2587">
                  <c:v>4.0894586544990433E-3</c:v>
                </c:pt>
                <c:pt idx="2588">
                  <c:v>7.6218407412919895E-2</c:v>
                </c:pt>
                <c:pt idx="2589">
                  <c:v>0.1661762635621985</c:v>
                </c:pt>
                <c:pt idx="2590">
                  <c:v>0.26069358225402478</c:v>
                </c:pt>
                <c:pt idx="2591">
                  <c:v>0.34880245118143033</c:v>
                </c:pt>
                <c:pt idx="2592">
                  <c:v>0.44756389596434054</c:v>
                </c:pt>
                <c:pt idx="2593">
                  <c:v>0.5509136097636238</c:v>
                </c:pt>
                <c:pt idx="2594">
                  <c:v>0.64925773887072158</c:v>
                </c:pt>
                <c:pt idx="2595">
                  <c:v>0.7231448560598519</c:v>
                </c:pt>
                <c:pt idx="2596">
                  <c:v>0.79703096212437341</c:v>
                </c:pt>
                <c:pt idx="2597">
                  <c:v>0.81339532479912757</c:v>
                </c:pt>
                <c:pt idx="2598">
                  <c:v>0.79250547895440049</c:v>
                </c:pt>
                <c:pt idx="2599">
                  <c:v>0.79174366878253799</c:v>
                </c:pt>
                <c:pt idx="2600">
                  <c:v>0.77981012680001538</c:v>
                </c:pt>
                <c:pt idx="2601">
                  <c:v>0.79758548950726382</c:v>
                </c:pt>
                <c:pt idx="2602">
                  <c:v>0.77126076381648923</c:v>
                </c:pt>
                <c:pt idx="2603">
                  <c:v>0.77299463427826676</c:v>
                </c:pt>
                <c:pt idx="2604">
                  <c:v>0.81206262194462842</c:v>
                </c:pt>
                <c:pt idx="2605">
                  <c:v>0.80923949285624097</c:v>
                </c:pt>
                <c:pt idx="2606">
                  <c:v>0.79225430784482875</c:v>
                </c:pt>
                <c:pt idx="2607">
                  <c:v>0.77969626912451395</c:v>
                </c:pt>
                <c:pt idx="2608">
                  <c:v>0.78703201807976264</c:v>
                </c:pt>
                <c:pt idx="2609">
                  <c:v>0.76245815226286906</c:v>
                </c:pt>
                <c:pt idx="2610">
                  <c:v>0.73888707616707416</c:v>
                </c:pt>
                <c:pt idx="2611">
                  <c:v>0.71068699862361773</c:v>
                </c:pt>
                <c:pt idx="2612">
                  <c:v>0.68167286709555219</c:v>
                </c:pt>
                <c:pt idx="2613">
                  <c:v>0.63817328530140494</c:v>
                </c:pt>
                <c:pt idx="2614">
                  <c:v>0.57876555864608925</c:v>
                </c:pt>
                <c:pt idx="2615">
                  <c:v>0.53306303528781418</c:v>
                </c:pt>
                <c:pt idx="2616">
                  <c:v>0.45622163123048437</c:v>
                </c:pt>
                <c:pt idx="2617">
                  <c:v>0.36728661799534729</c:v>
                </c:pt>
                <c:pt idx="2618">
                  <c:v>0.33616273734816932</c:v>
                </c:pt>
                <c:pt idx="2619">
                  <c:v>0.32872072951197295</c:v>
                </c:pt>
                <c:pt idx="2620">
                  <c:v>0.29899636787728462</c:v>
                </c:pt>
                <c:pt idx="2621">
                  <c:v>0.26834474983672096</c:v>
                </c:pt>
                <c:pt idx="2622">
                  <c:v>0.23225235595592947</c:v>
                </c:pt>
                <c:pt idx="2623">
                  <c:v>0.21435931509413408</c:v>
                </c:pt>
                <c:pt idx="2624">
                  <c:v>0.17118270054417881</c:v>
                </c:pt>
                <c:pt idx="2625">
                  <c:v>0.12909630524566587</c:v>
                </c:pt>
                <c:pt idx="2626">
                  <c:v>9.2656169605049687E-2</c:v>
                </c:pt>
                <c:pt idx="2627">
                  <c:v>6.2421403731631131E-2</c:v>
                </c:pt>
                <c:pt idx="2628">
                  <c:v>3.337001847337287E-2</c:v>
                </c:pt>
                <c:pt idx="2629">
                  <c:v>2.0315323911830479E-2</c:v>
                </c:pt>
                <c:pt idx="2630">
                  <c:v>2.2444129064137938E-2</c:v>
                </c:pt>
                <c:pt idx="2631">
                  <c:v>8.3538908186013231E-3</c:v>
                </c:pt>
                <c:pt idx="2632">
                  <c:v>-5.8507838029617093E-3</c:v>
                </c:pt>
                <c:pt idx="2633">
                  <c:v>-2.1860487786036373E-2</c:v>
                </c:pt>
                <c:pt idx="2634">
                  <c:v>-4.4908690186583833E-2</c:v>
                </c:pt>
                <c:pt idx="2635">
                  <c:v>-7.154693111307317E-2</c:v>
                </c:pt>
                <c:pt idx="2636">
                  <c:v>-8.835366133789159E-2</c:v>
                </c:pt>
                <c:pt idx="2637">
                  <c:v>-7.5633222899150518E-2</c:v>
                </c:pt>
                <c:pt idx="2638">
                  <c:v>-6.3860460724620413E-2</c:v>
                </c:pt>
                <c:pt idx="2639">
                  <c:v>-8.1728421357954925E-2</c:v>
                </c:pt>
                <c:pt idx="2640">
                  <c:v>-0.12269408104642576</c:v>
                </c:pt>
                <c:pt idx="2641">
                  <c:v>-0.14194047707950289</c:v>
                </c:pt>
                <c:pt idx="2642">
                  <c:v>-0.17130252284731756</c:v>
                </c:pt>
                <c:pt idx="2643">
                  <c:v>-0.1978664792482315</c:v>
                </c:pt>
                <c:pt idx="2644">
                  <c:v>-0.21553970852418558</c:v>
                </c:pt>
                <c:pt idx="2645">
                  <c:v>-0.2309177686954238</c:v>
                </c:pt>
                <c:pt idx="2646">
                  <c:v>-0.25378469492333205</c:v>
                </c:pt>
                <c:pt idx="2647">
                  <c:v>-0.26905022181823196</c:v>
                </c:pt>
                <c:pt idx="2648">
                  <c:v>-0.28114232361870051</c:v>
                </c:pt>
                <c:pt idx="2649">
                  <c:v>-0.29178258093486253</c:v>
                </c:pt>
                <c:pt idx="2650">
                  <c:v>-0.32120795618468001</c:v>
                </c:pt>
                <c:pt idx="2651">
                  <c:v>-0.34751697356864869</c:v>
                </c:pt>
                <c:pt idx="2652">
                  <c:v>-0.36552375803289539</c:v>
                </c:pt>
                <c:pt idx="2653">
                  <c:v>-0.3927000597760128</c:v>
                </c:pt>
                <c:pt idx="2654">
                  <c:v>-0.42281376100603441</c:v>
                </c:pt>
                <c:pt idx="2655">
                  <c:v>-0.44887228129480977</c:v>
                </c:pt>
                <c:pt idx="2656">
                  <c:v>-0.45214406283084507</c:v>
                </c:pt>
                <c:pt idx="2657">
                  <c:v>-0.45329816413393659</c:v>
                </c:pt>
                <c:pt idx="2658">
                  <c:v>-0.43435687123697897</c:v>
                </c:pt>
                <c:pt idx="2659">
                  <c:v>-0.41030229467615886</c:v>
                </c:pt>
                <c:pt idx="2660">
                  <c:v>-0.36822147096066749</c:v>
                </c:pt>
                <c:pt idx="2661">
                  <c:v>-0.32565727984347792</c:v>
                </c:pt>
                <c:pt idx="2662">
                  <c:v>-0.28554910170697384</c:v>
                </c:pt>
                <c:pt idx="2663">
                  <c:v>-0.24841546456946645</c:v>
                </c:pt>
                <c:pt idx="2664">
                  <c:v>-0.2298104972200648</c:v>
                </c:pt>
                <c:pt idx="2665">
                  <c:v>-0.1879742222929896</c:v>
                </c:pt>
                <c:pt idx="2666">
                  <c:v>-0.13664623979391216</c:v>
                </c:pt>
                <c:pt idx="2667">
                  <c:v>-0.10777797316302365</c:v>
                </c:pt>
                <c:pt idx="2668">
                  <c:v>-9.1624132549015372E-2</c:v>
                </c:pt>
                <c:pt idx="2669">
                  <c:v>-8.0298704062788009E-2</c:v>
                </c:pt>
                <c:pt idx="2670">
                  <c:v>-6.1643898677946923E-2</c:v>
                </c:pt>
                <c:pt idx="2671">
                  <c:v>-3.6945553393472344E-2</c:v>
                </c:pt>
                <c:pt idx="2672">
                  <c:v>-1.1930313328055596E-2</c:v>
                </c:pt>
                <c:pt idx="2673">
                  <c:v>2.1559540501488089E-2</c:v>
                </c:pt>
                <c:pt idx="2674">
                  <c:v>6.8820519538897937E-2</c:v>
                </c:pt>
                <c:pt idx="2675">
                  <c:v>0.12112708413995027</c:v>
                </c:pt>
                <c:pt idx="2676">
                  <c:v>0.10496002323556741</c:v>
                </c:pt>
                <c:pt idx="2677">
                  <c:v>7.721303696234838E-2</c:v>
                </c:pt>
                <c:pt idx="2678">
                  <c:v>5.3263601289266389E-2</c:v>
                </c:pt>
                <c:pt idx="2679">
                  <c:v>1.811611977615284E-2</c:v>
                </c:pt>
                <c:pt idx="2680">
                  <c:v>-9.6538268646680359E-3</c:v>
                </c:pt>
                <c:pt idx="2681">
                  <c:v>-5.3462383601233912E-2</c:v>
                </c:pt>
                <c:pt idx="2682">
                  <c:v>-9.302527974508662E-2</c:v>
                </c:pt>
                <c:pt idx="2683">
                  <c:v>-0.13025344087842189</c:v>
                </c:pt>
                <c:pt idx="2684">
                  <c:v>-0.13943590269483938</c:v>
                </c:pt>
                <c:pt idx="2685">
                  <c:v>-0.13887936098211556</c:v>
                </c:pt>
                <c:pt idx="2686">
                  <c:v>-0.20094152923833283</c:v>
                </c:pt>
                <c:pt idx="2687">
                  <c:v>-0.25075315540714277</c:v>
                </c:pt>
                <c:pt idx="2688">
                  <c:v>-0.26926515467075884</c:v>
                </c:pt>
                <c:pt idx="2689">
                  <c:v>-0.30854917791589104</c:v>
                </c:pt>
                <c:pt idx="2690">
                  <c:v>-0.31522408959148052</c:v>
                </c:pt>
                <c:pt idx="2691">
                  <c:v>-0.34270428039214401</c:v>
                </c:pt>
                <c:pt idx="2692">
                  <c:v>-0.38453699534553565</c:v>
                </c:pt>
                <c:pt idx="2693">
                  <c:v>-0.407360228588594</c:v>
                </c:pt>
                <c:pt idx="2694">
                  <c:v>-0.46267943614161555</c:v>
                </c:pt>
                <c:pt idx="2695">
                  <c:v>-0.50861154497003591</c:v>
                </c:pt>
                <c:pt idx="2696">
                  <c:v>-0.56820408801838396</c:v>
                </c:pt>
                <c:pt idx="2697">
                  <c:v>-0.52624178999176419</c:v>
                </c:pt>
                <c:pt idx="2698">
                  <c:v>-0.49378785398013314</c:v>
                </c:pt>
                <c:pt idx="2699">
                  <c:v>-0.45483249143529142</c:v>
                </c:pt>
                <c:pt idx="2700">
                  <c:v>-0.39019622437360169</c:v>
                </c:pt>
                <c:pt idx="2701">
                  <c:v>-0.36848009788610719</c:v>
                </c:pt>
                <c:pt idx="2702">
                  <c:v>-0.33361562975707792</c:v>
                </c:pt>
                <c:pt idx="2703">
                  <c:v>-0.28601815354320043</c:v>
                </c:pt>
                <c:pt idx="2704">
                  <c:v>-0.23575872664342776</c:v>
                </c:pt>
                <c:pt idx="2705">
                  <c:v>-0.18608522935379632</c:v>
                </c:pt>
                <c:pt idx="2706">
                  <c:v>-0.1386705695480262</c:v>
                </c:pt>
                <c:pt idx="2707">
                  <c:v>-8.752497562764848E-2</c:v>
                </c:pt>
                <c:pt idx="2708">
                  <c:v>-4.9766244570516129E-2</c:v>
                </c:pt>
                <c:pt idx="2709">
                  <c:v>-3.0370201253010085E-2</c:v>
                </c:pt>
                <c:pt idx="2710">
                  <c:v>2.6005955553484558E-2</c:v>
                </c:pt>
                <c:pt idx="2711">
                  <c:v>5.6017845926658455E-2</c:v>
                </c:pt>
                <c:pt idx="2712">
                  <c:v>0.10379300140086613</c:v>
                </c:pt>
                <c:pt idx="2713">
                  <c:v>0.16764846733913474</c:v>
                </c:pt>
                <c:pt idx="2714">
                  <c:v>0.19792661113299043</c:v>
                </c:pt>
                <c:pt idx="2715">
                  <c:v>0.24420051905125498</c:v>
                </c:pt>
                <c:pt idx="2716">
                  <c:v>0.27847876641879626</c:v>
                </c:pt>
                <c:pt idx="2717">
                  <c:v>0.29574101847136341</c:v>
                </c:pt>
                <c:pt idx="2718">
                  <c:v>0.28975778681002307</c:v>
                </c:pt>
                <c:pt idx="2719">
                  <c:v>0.30812168631684383</c:v>
                </c:pt>
                <c:pt idx="2720">
                  <c:v>0.31792348671951115</c:v>
                </c:pt>
                <c:pt idx="2721">
                  <c:v>0.30489453475314043</c:v>
                </c:pt>
                <c:pt idx="2722">
                  <c:v>0.32839540365533765</c:v>
                </c:pt>
                <c:pt idx="2723">
                  <c:v>0.3624473483068551</c:v>
                </c:pt>
                <c:pt idx="2724">
                  <c:v>0.37454478418971615</c:v>
                </c:pt>
                <c:pt idx="2725">
                  <c:v>0.37017922010639975</c:v>
                </c:pt>
                <c:pt idx="2726">
                  <c:v>0.33828576379605624</c:v>
                </c:pt>
                <c:pt idx="2727">
                  <c:v>0.30803297797559204</c:v>
                </c:pt>
                <c:pt idx="2728">
                  <c:v>0.28472777433718288</c:v>
                </c:pt>
                <c:pt idx="2729">
                  <c:v>0.25927927205103185</c:v>
                </c:pt>
                <c:pt idx="2730">
                  <c:v>0.22554518951397173</c:v>
                </c:pt>
                <c:pt idx="2731">
                  <c:v>0.17815686356509827</c:v>
                </c:pt>
                <c:pt idx="2732">
                  <c:v>0.12992943279909072</c:v>
                </c:pt>
                <c:pt idx="2733">
                  <c:v>8.7520459910002957E-2</c:v>
                </c:pt>
                <c:pt idx="2734">
                  <c:v>4.9143322508162501E-2</c:v>
                </c:pt>
                <c:pt idx="2735">
                  <c:v>3.3935967024021491E-2</c:v>
                </c:pt>
                <c:pt idx="2736">
                  <c:v>1.5079324685817038E-2</c:v>
                </c:pt>
                <c:pt idx="2737">
                  <c:v>5.5099682815349597E-2</c:v>
                </c:pt>
                <c:pt idx="2738">
                  <c:v>0.12558344025230422</c:v>
                </c:pt>
                <c:pt idx="2739">
                  <c:v>0.19132214827807548</c:v>
                </c:pt>
                <c:pt idx="2740">
                  <c:v>0.2191150573845338</c:v>
                </c:pt>
                <c:pt idx="2741">
                  <c:v>0.25061038692819632</c:v>
                </c:pt>
                <c:pt idx="2742">
                  <c:v>0.28625716333499268</c:v>
                </c:pt>
                <c:pt idx="2743">
                  <c:v>0.30029729209776751</c:v>
                </c:pt>
                <c:pt idx="2744">
                  <c:v>0.2817135425979867</c:v>
                </c:pt>
                <c:pt idx="2745">
                  <c:v>0.26045760881682656</c:v>
                </c:pt>
                <c:pt idx="2746">
                  <c:v>0.2787389764480937</c:v>
                </c:pt>
                <c:pt idx="2747">
                  <c:v>0.31577366251556571</c:v>
                </c:pt>
                <c:pt idx="2748">
                  <c:v>0.34127631680709125</c:v>
                </c:pt>
                <c:pt idx="2749">
                  <c:v>0.39335576784029891</c:v>
                </c:pt>
                <c:pt idx="2750">
                  <c:v>0.44346371337173213</c:v>
                </c:pt>
                <c:pt idx="2751">
                  <c:v>0.48853584239913372</c:v>
                </c:pt>
                <c:pt idx="2752">
                  <c:v>0.53103772907276892</c:v>
                </c:pt>
                <c:pt idx="2753">
                  <c:v>0.58711213413324248</c:v>
                </c:pt>
                <c:pt idx="2754">
                  <c:v>0.63393467025720329</c:v>
                </c:pt>
                <c:pt idx="2755">
                  <c:v>0.68282258822660657</c:v>
                </c:pt>
                <c:pt idx="2756">
                  <c:v>0.70627377481413456</c:v>
                </c:pt>
                <c:pt idx="2757">
                  <c:v>0.74853277140212371</c:v>
                </c:pt>
                <c:pt idx="2758">
                  <c:v>0.71014247427629607</c:v>
                </c:pt>
                <c:pt idx="2759">
                  <c:v>0.67307254156525609</c:v>
                </c:pt>
                <c:pt idx="2760">
                  <c:v>0.63425020215774808</c:v>
                </c:pt>
                <c:pt idx="2761">
                  <c:v>0.60418472435193982</c:v>
                </c:pt>
                <c:pt idx="2762">
                  <c:v>0.58905670678387456</c:v>
                </c:pt>
                <c:pt idx="2763">
                  <c:v>0.56556008428316262</c:v>
                </c:pt>
                <c:pt idx="2764">
                  <c:v>0.5645077063279732</c:v>
                </c:pt>
                <c:pt idx="2765">
                  <c:v>0.58027429592681112</c:v>
                </c:pt>
                <c:pt idx="2766">
                  <c:v>0.61519218528121766</c:v>
                </c:pt>
                <c:pt idx="2767">
                  <c:v>0.60916762341342723</c:v>
                </c:pt>
                <c:pt idx="2768">
                  <c:v>0.58805301728312165</c:v>
                </c:pt>
                <c:pt idx="2769">
                  <c:v>0.58203947100885445</c:v>
                </c:pt>
                <c:pt idx="2770">
                  <c:v>0.5339385734277956</c:v>
                </c:pt>
                <c:pt idx="2771">
                  <c:v>0.49927491194643381</c:v>
                </c:pt>
                <c:pt idx="2772">
                  <c:v>0.47818140475665127</c:v>
                </c:pt>
                <c:pt idx="2773">
                  <c:v>0.46801080534070555</c:v>
                </c:pt>
                <c:pt idx="2774">
                  <c:v>0.42609784621379387</c:v>
                </c:pt>
                <c:pt idx="2775">
                  <c:v>0.3825050846129211</c:v>
                </c:pt>
                <c:pt idx="2776">
                  <c:v>0.3498416066331263</c:v>
                </c:pt>
                <c:pt idx="2777">
                  <c:v>0.33456528192825769</c:v>
                </c:pt>
                <c:pt idx="2778">
                  <c:v>0.31575547729676678</c:v>
                </c:pt>
                <c:pt idx="2779">
                  <c:v>0.32458266441603267</c:v>
                </c:pt>
                <c:pt idx="2780">
                  <c:v>0.33667541629565256</c:v>
                </c:pt>
                <c:pt idx="2781">
                  <c:v>0.32579804512681826</c:v>
                </c:pt>
                <c:pt idx="2782">
                  <c:v>0.33841029960991181</c:v>
                </c:pt>
                <c:pt idx="2783">
                  <c:v>0.30653753700769626</c:v>
                </c:pt>
                <c:pt idx="2784">
                  <c:v>0.30522587507077092</c:v>
                </c:pt>
                <c:pt idx="2785">
                  <c:v>0.29453684551765719</c:v>
                </c:pt>
                <c:pt idx="2786">
                  <c:v>0.27445837510950666</c:v>
                </c:pt>
                <c:pt idx="2787">
                  <c:v>0.26578851152207172</c:v>
                </c:pt>
                <c:pt idx="2788">
                  <c:v>0.25511435170151076</c:v>
                </c:pt>
                <c:pt idx="2789">
                  <c:v>0.24005666305933931</c:v>
                </c:pt>
                <c:pt idx="2790">
                  <c:v>0.23289736367012293</c:v>
                </c:pt>
                <c:pt idx="2791">
                  <c:v>0.25007352825341572</c:v>
                </c:pt>
                <c:pt idx="2792">
                  <c:v>0.27418060851945669</c:v>
                </c:pt>
                <c:pt idx="2793">
                  <c:v>0.30403253400218344</c:v>
                </c:pt>
                <c:pt idx="2794">
                  <c:v>0.32525152439855981</c:v>
                </c:pt>
                <c:pt idx="2795">
                  <c:v>0.35558332592618791</c:v>
                </c:pt>
                <c:pt idx="2796">
                  <c:v>0.36416262117122283</c:v>
                </c:pt>
                <c:pt idx="2797">
                  <c:v>0.36396869372429141</c:v>
                </c:pt>
                <c:pt idx="2798">
                  <c:v>0.34926226460694004</c:v>
                </c:pt>
                <c:pt idx="2799">
                  <c:v>0.3364536087160806</c:v>
                </c:pt>
                <c:pt idx="2800">
                  <c:v>0.32434971586746747</c:v>
                </c:pt>
                <c:pt idx="2801">
                  <c:v>0.28626891835092677</c:v>
                </c:pt>
                <c:pt idx="2802">
                  <c:v>0.2910994259499835</c:v>
                </c:pt>
                <c:pt idx="2803">
                  <c:v>0.28353995862677461</c:v>
                </c:pt>
                <c:pt idx="2804">
                  <c:v>0.30414612712900518</c:v>
                </c:pt>
                <c:pt idx="2805">
                  <c:v>0.27825663357387925</c:v>
                </c:pt>
                <c:pt idx="2806">
                  <c:v>0.25801431671661923</c:v>
                </c:pt>
                <c:pt idx="2807">
                  <c:v>0.24856748025441641</c:v>
                </c:pt>
                <c:pt idx="2808">
                  <c:v>0.23615387973171614</c:v>
                </c:pt>
                <c:pt idx="2809">
                  <c:v>0.2290668058998708</c:v>
                </c:pt>
                <c:pt idx="2810">
                  <c:v>0.22352261739662069</c:v>
                </c:pt>
                <c:pt idx="2811">
                  <c:v>0.2013233030722264</c:v>
                </c:pt>
                <c:pt idx="2812">
                  <c:v>0.20092922896463825</c:v>
                </c:pt>
                <c:pt idx="2813">
                  <c:v>0.18097027839807003</c:v>
                </c:pt>
                <c:pt idx="2814">
                  <c:v>0.15454653448742864</c:v>
                </c:pt>
                <c:pt idx="2815">
                  <c:v>0.15210306565913054</c:v>
                </c:pt>
                <c:pt idx="2816">
                  <c:v>0.14057235794635783</c:v>
                </c:pt>
                <c:pt idx="2817">
                  <c:v>0.13542470508823262</c:v>
                </c:pt>
                <c:pt idx="2818">
                  <c:v>0.12503101795329563</c:v>
                </c:pt>
                <c:pt idx="2819">
                  <c:v>0.12046605586012403</c:v>
                </c:pt>
                <c:pt idx="2820">
                  <c:v>9.601040733721912E-2</c:v>
                </c:pt>
                <c:pt idx="2821">
                  <c:v>4.9682686290719168E-2</c:v>
                </c:pt>
                <c:pt idx="2822">
                  <c:v>5.3971596378713758E-2</c:v>
                </c:pt>
                <c:pt idx="2823">
                  <c:v>1.8645484186704843E-2</c:v>
                </c:pt>
                <c:pt idx="2824">
                  <c:v>-3.6457219365528266E-2</c:v>
                </c:pt>
                <c:pt idx="2825">
                  <c:v>-0.10628594653176353</c:v>
                </c:pt>
                <c:pt idx="2826">
                  <c:v>-0.15590400448039585</c:v>
                </c:pt>
                <c:pt idx="2827">
                  <c:v>-0.21748901515327021</c:v>
                </c:pt>
                <c:pt idx="2828">
                  <c:v>-0.28153580472153517</c:v>
                </c:pt>
                <c:pt idx="2829">
                  <c:v>-0.32912678271735119</c:v>
                </c:pt>
                <c:pt idx="2830">
                  <c:v>-0.37684012460682648</c:v>
                </c:pt>
                <c:pt idx="2831">
                  <c:v>-0.37898176695193059</c:v>
                </c:pt>
                <c:pt idx="2832">
                  <c:v>-0.41115816437764385</c:v>
                </c:pt>
                <c:pt idx="2833">
                  <c:v>-0.44320058416464364</c:v>
                </c:pt>
                <c:pt idx="2834">
                  <c:v>-0.46705630888886895</c:v>
                </c:pt>
                <c:pt idx="2835">
                  <c:v>-0.50170961613750209</c:v>
                </c:pt>
                <c:pt idx="2836">
                  <c:v>-0.54123661678045276</c:v>
                </c:pt>
                <c:pt idx="2837">
                  <c:v>-0.57316592169646297</c:v>
                </c:pt>
                <c:pt idx="2838">
                  <c:v>-0.58068049129182719</c:v>
                </c:pt>
                <c:pt idx="2839">
                  <c:v>-0.57839828542941074</c:v>
                </c:pt>
                <c:pt idx="2840">
                  <c:v>-0.57232262679470858</c:v>
                </c:pt>
                <c:pt idx="2841">
                  <c:v>-0.55138790731320653</c:v>
                </c:pt>
                <c:pt idx="2842">
                  <c:v>-0.52010479655724706</c:v>
                </c:pt>
                <c:pt idx="2843">
                  <c:v>-0.52546588592731447</c:v>
                </c:pt>
                <c:pt idx="2844">
                  <c:v>-0.52077925727288232</c:v>
                </c:pt>
                <c:pt idx="2845">
                  <c:v>-0.50615090110124461</c:v>
                </c:pt>
                <c:pt idx="2846">
                  <c:v>-0.47269476862768267</c:v>
                </c:pt>
                <c:pt idx="2847">
                  <c:v>-0.43180680805776012</c:v>
                </c:pt>
                <c:pt idx="2848">
                  <c:v>-0.40664683637248844</c:v>
                </c:pt>
                <c:pt idx="2849">
                  <c:v>-0.39192545577858284</c:v>
                </c:pt>
                <c:pt idx="2850">
                  <c:v>-0.38816954658250269</c:v>
                </c:pt>
                <c:pt idx="2851">
                  <c:v>-0.37738382968057382</c:v>
                </c:pt>
                <c:pt idx="2852">
                  <c:v>-0.40230112680035512</c:v>
                </c:pt>
                <c:pt idx="2853">
                  <c:v>-0.41532966056945725</c:v>
                </c:pt>
                <c:pt idx="2854">
                  <c:v>-0.4503016708459735</c:v>
                </c:pt>
                <c:pt idx="2855">
                  <c:v>-0.49657468059102849</c:v>
                </c:pt>
                <c:pt idx="2856">
                  <c:v>-0.54322200227702977</c:v>
                </c:pt>
                <c:pt idx="2857">
                  <c:v>-0.56258989024403383</c:v>
                </c:pt>
                <c:pt idx="2858">
                  <c:v>-0.56877234891808737</c:v>
                </c:pt>
                <c:pt idx="2859">
                  <c:v>-0.56644909737535232</c:v>
                </c:pt>
                <c:pt idx="2860">
                  <c:v>-0.57853505941961902</c:v>
                </c:pt>
                <c:pt idx="2861">
                  <c:v>-0.57106967038129697</c:v>
                </c:pt>
                <c:pt idx="2862">
                  <c:v>-0.57634693082720523</c:v>
                </c:pt>
                <c:pt idx="2863">
                  <c:v>-0.56995968391466734</c:v>
                </c:pt>
                <c:pt idx="2864">
                  <c:v>-0.54322682358182217</c:v>
                </c:pt>
                <c:pt idx="2865">
                  <c:v>-0.50813606182661808</c:v>
                </c:pt>
                <c:pt idx="2866">
                  <c:v>-0.62291238753592071</c:v>
                </c:pt>
                <c:pt idx="2867">
                  <c:v>-0.77419713235859244</c:v>
                </c:pt>
                <c:pt idx="2868">
                  <c:v>-0.92819397879253951</c:v>
                </c:pt>
                <c:pt idx="2869">
                  <c:v>-1.0484365457301745</c:v>
                </c:pt>
                <c:pt idx="2870">
                  <c:v>-1.1635985645921281</c:v>
                </c:pt>
                <c:pt idx="2871">
                  <c:v>-1.2887663112412744</c:v>
                </c:pt>
                <c:pt idx="2872">
                  <c:v>-1.4129449432674541</c:v>
                </c:pt>
                <c:pt idx="2873">
                  <c:v>-1.5352656948551555</c:v>
                </c:pt>
                <c:pt idx="2874">
                  <c:v>-1.6416001388538617</c:v>
                </c:pt>
                <c:pt idx="2875">
                  <c:v>-1.7469525264850094</c:v>
                </c:pt>
                <c:pt idx="2876">
                  <c:v>-1.841316372878296</c:v>
                </c:pt>
                <c:pt idx="2877">
                  <c:v>-1.9271542431885331</c:v>
                </c:pt>
                <c:pt idx="2878">
                  <c:v>-2.0468763358441557</c:v>
                </c:pt>
                <c:pt idx="2879">
                  <c:v>-2.1661833771247485</c:v>
                </c:pt>
                <c:pt idx="2880">
                  <c:v>-2.2988188949209416</c:v>
                </c:pt>
                <c:pt idx="2881">
                  <c:v>-2.4122423118570144</c:v>
                </c:pt>
                <c:pt idx="2882">
                  <c:v>-2.5410532733018125</c:v>
                </c:pt>
                <c:pt idx="2883">
                  <c:v>-2.6480242914567387</c:v>
                </c:pt>
                <c:pt idx="2884">
                  <c:v>-2.7479294195481176</c:v>
                </c:pt>
                <c:pt idx="2885">
                  <c:v>-2.8812294394202014</c:v>
                </c:pt>
                <c:pt idx="2886">
                  <c:v>-3.0204571717957887</c:v>
                </c:pt>
                <c:pt idx="2887">
                  <c:v>-2.9974063631702501</c:v>
                </c:pt>
                <c:pt idx="2888">
                  <c:v>-2.9427041713899933</c:v>
                </c:pt>
                <c:pt idx="2889">
                  <c:v>-2.8889470658939271</c:v>
                </c:pt>
                <c:pt idx="2890">
                  <c:v>-2.8325603165552025</c:v>
                </c:pt>
                <c:pt idx="2891">
                  <c:v>-2.7756630803790792</c:v>
                </c:pt>
                <c:pt idx="2892">
                  <c:v>-2.7232463489614092</c:v>
                </c:pt>
                <c:pt idx="2893">
                  <c:v>-2.674013073262179</c:v>
                </c:pt>
                <c:pt idx="2894">
                  <c:v>-2.6328475718488722</c:v>
                </c:pt>
                <c:pt idx="2895">
                  <c:v>-2.5828961198172884</c:v>
                </c:pt>
                <c:pt idx="2896">
                  <c:v>-2.5351970082135495</c:v>
                </c:pt>
                <c:pt idx="2897">
                  <c:v>-2.4927695890637311</c:v>
                </c:pt>
                <c:pt idx="2898">
                  <c:v>-2.4602508001420809</c:v>
                </c:pt>
                <c:pt idx="2899">
                  <c:v>-2.4379916492752178</c:v>
                </c:pt>
                <c:pt idx="2900">
                  <c:v>-2.4177338787139178</c:v>
                </c:pt>
                <c:pt idx="2901">
                  <c:v>-2.4210495728409143</c:v>
                </c:pt>
                <c:pt idx="2902">
                  <c:v>-2.4436099970839056</c:v>
                </c:pt>
                <c:pt idx="2903">
                  <c:v>-2.4821876141271146</c:v>
                </c:pt>
                <c:pt idx="2904">
                  <c:v>-2.529402583922661</c:v>
                </c:pt>
                <c:pt idx="2905">
                  <c:v>-2.5857174387597692</c:v>
                </c:pt>
                <c:pt idx="2906">
                  <c:v>-2.6264628668905736</c:v>
                </c:pt>
                <c:pt idx="2907">
                  <c:v>-2.6661536520965026</c:v>
                </c:pt>
                <c:pt idx="2908">
                  <c:v>-2.7206401535667375</c:v>
                </c:pt>
                <c:pt idx="2909">
                  <c:v>-2.7731762471604187</c:v>
                </c:pt>
                <c:pt idx="2910">
                  <c:v>-2.8343064095568704</c:v>
                </c:pt>
                <c:pt idx="2911">
                  <c:v>-2.8974509987682513</c:v>
                </c:pt>
                <c:pt idx="2912">
                  <c:v>-2.9449423561893076</c:v>
                </c:pt>
                <c:pt idx="2913">
                  <c:v>-2.9984972281626603</c:v>
                </c:pt>
                <c:pt idx="2914">
                  <c:v>-3.0382416264607812</c:v>
                </c:pt>
                <c:pt idx="2915">
                  <c:v>-3.0776122482343045</c:v>
                </c:pt>
                <c:pt idx="2916">
                  <c:v>-3.1221046735856519</c:v>
                </c:pt>
                <c:pt idx="2917">
                  <c:v>-3.1718007035823139</c:v>
                </c:pt>
                <c:pt idx="2918">
                  <c:v>-3.2515618358164748</c:v>
                </c:pt>
                <c:pt idx="2919">
                  <c:v>-3.3110544041189209</c:v>
                </c:pt>
                <c:pt idx="2920">
                  <c:v>-3.3659678035559586</c:v>
                </c:pt>
                <c:pt idx="2921">
                  <c:v>-3.4060762768767319</c:v>
                </c:pt>
                <c:pt idx="2922">
                  <c:v>-3.4255433981281058</c:v>
                </c:pt>
                <c:pt idx="2923">
                  <c:v>-3.4262427461538332</c:v>
                </c:pt>
                <c:pt idx="2924">
                  <c:v>-3.4198137837426494</c:v>
                </c:pt>
                <c:pt idx="2925">
                  <c:v>-3.4265505515556858</c:v>
                </c:pt>
                <c:pt idx="2926">
                  <c:v>-3.3548544674158318</c:v>
                </c:pt>
                <c:pt idx="2927">
                  <c:v>-3.2979668014260213</c:v>
                </c:pt>
                <c:pt idx="2928">
                  <c:v>-3.2356414052247922</c:v>
                </c:pt>
                <c:pt idx="2929">
                  <c:v>-3.1568057437638033</c:v>
                </c:pt>
                <c:pt idx="2930">
                  <c:v>-3.0828495875251343</c:v>
                </c:pt>
                <c:pt idx="2931">
                  <c:v>-2.9978199736277729</c:v>
                </c:pt>
                <c:pt idx="2932">
                  <c:v>-2.9193240921870154</c:v>
                </c:pt>
                <c:pt idx="2933">
                  <c:v>-2.860537026908641</c:v>
                </c:pt>
                <c:pt idx="2934">
                  <c:v>-2.8035795128855288</c:v>
                </c:pt>
                <c:pt idx="2935">
                  <c:v>-2.749993172864476</c:v>
                </c:pt>
                <c:pt idx="2936">
                  <c:v>-2.6894517323913876</c:v>
                </c:pt>
                <c:pt idx="2937">
                  <c:v>-2.6209200226851364</c:v>
                </c:pt>
                <c:pt idx="2938">
                  <c:v>-2.5465511378987733</c:v>
                </c:pt>
                <c:pt idx="2939">
                  <c:v>-2.4464931759194597</c:v>
                </c:pt>
                <c:pt idx="2940">
                  <c:v>-2.3440468910099694</c:v>
                </c:pt>
                <c:pt idx="2941">
                  <c:v>-2.2248579037202565</c:v>
                </c:pt>
                <c:pt idx="2942">
                  <c:v>-2.1148435707679414</c:v>
                </c:pt>
                <c:pt idx="2943">
                  <c:v>-2.0009361188585797</c:v>
                </c:pt>
                <c:pt idx="2944">
                  <c:v>-1.9069694897571015</c:v>
                </c:pt>
                <c:pt idx="2945">
                  <c:v>-1.8266319558712838</c:v>
                </c:pt>
                <c:pt idx="2946">
                  <c:v>-1.7359985124967441</c:v>
                </c:pt>
                <c:pt idx="2947">
                  <c:v>-1.7232594489902942</c:v>
                </c:pt>
                <c:pt idx="2948">
                  <c:v>-1.6892176690320395</c:v>
                </c:pt>
                <c:pt idx="2949">
                  <c:v>-1.6529926734005413</c:v>
                </c:pt>
                <c:pt idx="2950">
                  <c:v>-1.6139828641492915</c:v>
                </c:pt>
                <c:pt idx="2951">
                  <c:v>-1.5941189775506037</c:v>
                </c:pt>
                <c:pt idx="2952">
                  <c:v>-1.5739464218274293</c:v>
                </c:pt>
                <c:pt idx="2953">
                  <c:v>-1.5727656353245376</c:v>
                </c:pt>
                <c:pt idx="2954">
                  <c:v>-1.5600692889360284</c:v>
                </c:pt>
                <c:pt idx="2955">
                  <c:v>-1.5402843711499765</c:v>
                </c:pt>
                <c:pt idx="2956">
                  <c:v>-1.5109900464456036</c:v>
                </c:pt>
                <c:pt idx="2957">
                  <c:v>-1.4776971676345469</c:v>
                </c:pt>
                <c:pt idx="2958">
                  <c:v>-1.4455125708252017</c:v>
                </c:pt>
                <c:pt idx="2959">
                  <c:v>-1.4064471348471259</c:v>
                </c:pt>
                <c:pt idx="2960">
                  <c:v>-1.3655438331706591</c:v>
                </c:pt>
                <c:pt idx="2961">
                  <c:v>-1.3400544370552681</c:v>
                </c:pt>
                <c:pt idx="2962">
                  <c:v>-1.3330233443915112</c:v>
                </c:pt>
                <c:pt idx="2963">
                  <c:v>-1.3318671174024668</c:v>
                </c:pt>
                <c:pt idx="2964">
                  <c:v>-1.338928913339227</c:v>
                </c:pt>
                <c:pt idx="2965">
                  <c:v>-1.3367587065133706</c:v>
                </c:pt>
                <c:pt idx="2966">
                  <c:v>-1.3252055687847513</c:v>
                </c:pt>
                <c:pt idx="2967">
                  <c:v>-1.3234021664652136</c:v>
                </c:pt>
                <c:pt idx="2968">
                  <c:v>-1.3254701722147981</c:v>
                </c:pt>
                <c:pt idx="2969">
                  <c:v>-1.3369983015490634</c:v>
                </c:pt>
                <c:pt idx="2970">
                  <c:v>-1.3425548185218568</c:v>
                </c:pt>
                <c:pt idx="2971">
                  <c:v>-1.3585230210924997</c:v>
                </c:pt>
                <c:pt idx="2972">
                  <c:v>-1.3697776544858833</c:v>
                </c:pt>
                <c:pt idx="2973">
                  <c:v>-1.383885930948882</c:v>
                </c:pt>
                <c:pt idx="2974">
                  <c:v>-1.3726007766285382</c:v>
                </c:pt>
                <c:pt idx="2975">
                  <c:v>-1.3757978288947996</c:v>
                </c:pt>
                <c:pt idx="2976">
                  <c:v>-1.376653043448544</c:v>
                </c:pt>
                <c:pt idx="2977">
                  <c:v>-1.3878256713555739</c:v>
                </c:pt>
                <c:pt idx="2978">
                  <c:v>-1.3978252750876161</c:v>
                </c:pt>
                <c:pt idx="2979">
                  <c:v>-1.41306726097077</c:v>
                </c:pt>
                <c:pt idx="2980">
                  <c:v>-1.4249570912045968</c:v>
                </c:pt>
                <c:pt idx="2981">
                  <c:v>-1.4210587443090121</c:v>
                </c:pt>
                <c:pt idx="2982">
                  <c:v>-1.4088822350610337</c:v>
                </c:pt>
                <c:pt idx="2983">
                  <c:v>-1.3907573230716228</c:v>
                </c:pt>
                <c:pt idx="2984">
                  <c:v>-1.3630373154702982</c:v>
                </c:pt>
                <c:pt idx="2985">
                  <c:v>-1.3430106148683434</c:v>
                </c:pt>
                <c:pt idx="2986">
                  <c:v>-1.3255840303902657</c:v>
                </c:pt>
                <c:pt idx="2987">
                  <c:v>-1.2852809204860982</c:v>
                </c:pt>
                <c:pt idx="2988">
                  <c:v>-1.2358430256435093</c:v>
                </c:pt>
                <c:pt idx="2989">
                  <c:v>-1.1833545166151305</c:v>
                </c:pt>
                <c:pt idx="2990">
                  <c:v>-1.1263886609720015</c:v>
                </c:pt>
                <c:pt idx="2991">
                  <c:v>-1.0914905967742246</c:v>
                </c:pt>
                <c:pt idx="2992">
                  <c:v>-1.0498026608596733</c:v>
                </c:pt>
                <c:pt idx="2993">
                  <c:v>-0.95339813494685655</c:v>
                </c:pt>
                <c:pt idx="2994">
                  <c:v>-0.85722630708297831</c:v>
                </c:pt>
                <c:pt idx="2995">
                  <c:v>-0.77460103676726311</c:v>
                </c:pt>
                <c:pt idx="2996">
                  <c:v>-0.69000879990833075</c:v>
                </c:pt>
                <c:pt idx="2997">
                  <c:v>-0.61036350257790617</c:v>
                </c:pt>
                <c:pt idx="2998">
                  <c:v>-0.52608759330827093</c:v>
                </c:pt>
                <c:pt idx="2999">
                  <c:v>-0.44556029521207563</c:v>
                </c:pt>
                <c:pt idx="3000">
                  <c:v>-0.36529393279833577</c:v>
                </c:pt>
                <c:pt idx="3001">
                  <c:v>-0.28847785354875161</c:v>
                </c:pt>
                <c:pt idx="3002">
                  <c:v>-0.21142644668132105</c:v>
                </c:pt>
                <c:pt idx="3003">
                  <c:v>-0.1341049386771174</c:v>
                </c:pt>
                <c:pt idx="3004">
                  <c:v>-6.3285314517509336E-2</c:v>
                </c:pt>
                <c:pt idx="3005">
                  <c:v>1.1010473825960685E-2</c:v>
                </c:pt>
                <c:pt idx="3006">
                  <c:v>0.10082200633259636</c:v>
                </c:pt>
                <c:pt idx="3007">
                  <c:v>0.18996014835219854</c:v>
                </c:pt>
                <c:pt idx="3008">
                  <c:v>0.25845288597902372</c:v>
                </c:pt>
                <c:pt idx="3009">
                  <c:v>0.33957190323377856</c:v>
                </c:pt>
                <c:pt idx="3010">
                  <c:v>0.41104782609114354</c:v>
                </c:pt>
                <c:pt idx="3011">
                  <c:v>0.51544618694845412</c:v>
                </c:pt>
                <c:pt idx="3012">
                  <c:v>0.63296824635208038</c:v>
                </c:pt>
                <c:pt idx="3013">
                  <c:v>0.74146324296022015</c:v>
                </c:pt>
                <c:pt idx="3014">
                  <c:v>0.80871741413062093</c:v>
                </c:pt>
                <c:pt idx="3015">
                  <c:v>0.87373493952733106</c:v>
                </c:pt>
                <c:pt idx="3016">
                  <c:v>0.96082443117317529</c:v>
                </c:pt>
                <c:pt idx="3017">
                  <c:v>1.0537082219567784</c:v>
                </c:pt>
                <c:pt idx="3018">
                  <c:v>1.138040931147966</c:v>
                </c:pt>
              </c:numCache>
            </c:numRef>
          </c:val>
          <c:smooth val="0"/>
          <c:extLst>
            <c:ext xmlns:c16="http://schemas.microsoft.com/office/drawing/2014/chart" uri="{C3380CC4-5D6E-409C-BE32-E72D297353CC}">
              <c16:uniqueId val="{00000000-FC59-49A8-8A4F-893445BDB72B}"/>
            </c:ext>
          </c:extLst>
        </c:ser>
        <c:dLbls>
          <c:showLegendKey val="0"/>
          <c:showVal val="0"/>
          <c:showCatName val="0"/>
          <c:showSerName val="0"/>
          <c:showPercent val="0"/>
          <c:showBubbleSize val="0"/>
        </c:dLbls>
        <c:smooth val="0"/>
        <c:axId val="12345631"/>
        <c:axId val="1711100431"/>
      </c:lineChart>
      <c:dateAx>
        <c:axId val="12345631"/>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711100431"/>
        <c:crosses val="autoZero"/>
        <c:auto val="1"/>
        <c:lblOffset val="100"/>
        <c:baseTimeUnit val="days"/>
        <c:majorUnit val="1"/>
        <c:majorTimeUnit val="years"/>
      </c:dateAx>
      <c:valAx>
        <c:axId val="1711100431"/>
        <c:scaling>
          <c:orientation val="minMax"/>
        </c:scaling>
        <c:delete val="0"/>
        <c:axPos val="l"/>
        <c:majorGridlines>
          <c:spPr>
            <a:ln w="9525"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345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835407093915118E-2"/>
          <c:y val="5.7084589215700123E-2"/>
          <c:w val="0.92516459290608488"/>
          <c:h val="0.68065249804474048"/>
        </c:manualLayout>
      </c:layout>
      <c:lineChart>
        <c:grouping val="standard"/>
        <c:varyColors val="0"/>
        <c:ser>
          <c:idx val="0"/>
          <c:order val="0"/>
          <c:spPr>
            <a:ln w="19050" cap="rnd">
              <a:solidFill>
                <a:srgbClr val="1F2F44"/>
              </a:solidFill>
              <a:round/>
            </a:ln>
            <a:effectLst/>
          </c:spPr>
          <c:marker>
            <c:symbol val="none"/>
          </c:marker>
          <c:cat>
            <c:numRef>
              <c:f>'Low Momentum'!$A$26:$A$3044</c:f>
              <c:numCache>
                <c:formatCode>yyyy\-mm\-dd</c:formatCode>
                <c:ptCount val="3019"/>
                <c:pt idx="0">
                  <c:v>41803</c:v>
                </c:pt>
                <c:pt idx="1">
                  <c:v>41806</c:v>
                </c:pt>
                <c:pt idx="2">
                  <c:v>41807</c:v>
                </c:pt>
                <c:pt idx="3">
                  <c:v>41808</c:v>
                </c:pt>
                <c:pt idx="4">
                  <c:v>41810</c:v>
                </c:pt>
                <c:pt idx="5">
                  <c:v>41813</c:v>
                </c:pt>
                <c:pt idx="6">
                  <c:v>41814</c:v>
                </c:pt>
                <c:pt idx="7">
                  <c:v>41815</c:v>
                </c:pt>
                <c:pt idx="8">
                  <c:v>41816</c:v>
                </c:pt>
                <c:pt idx="9">
                  <c:v>41817</c:v>
                </c:pt>
                <c:pt idx="10">
                  <c:v>41820</c:v>
                </c:pt>
                <c:pt idx="11">
                  <c:v>41821</c:v>
                </c:pt>
                <c:pt idx="12">
                  <c:v>41822</c:v>
                </c:pt>
                <c:pt idx="13">
                  <c:v>41823</c:v>
                </c:pt>
                <c:pt idx="14">
                  <c:v>41824</c:v>
                </c:pt>
                <c:pt idx="15">
                  <c:v>41827</c:v>
                </c:pt>
                <c:pt idx="16">
                  <c:v>41828</c:v>
                </c:pt>
                <c:pt idx="17">
                  <c:v>41830</c:v>
                </c:pt>
                <c:pt idx="18">
                  <c:v>41831</c:v>
                </c:pt>
                <c:pt idx="19">
                  <c:v>41834</c:v>
                </c:pt>
                <c:pt idx="20">
                  <c:v>41835</c:v>
                </c:pt>
                <c:pt idx="21">
                  <c:v>41836</c:v>
                </c:pt>
                <c:pt idx="22">
                  <c:v>41837</c:v>
                </c:pt>
                <c:pt idx="23">
                  <c:v>41838</c:v>
                </c:pt>
                <c:pt idx="24">
                  <c:v>41841</c:v>
                </c:pt>
                <c:pt idx="25">
                  <c:v>41842</c:v>
                </c:pt>
                <c:pt idx="26">
                  <c:v>41843</c:v>
                </c:pt>
                <c:pt idx="27">
                  <c:v>41844</c:v>
                </c:pt>
                <c:pt idx="28">
                  <c:v>41845</c:v>
                </c:pt>
                <c:pt idx="29">
                  <c:v>41848</c:v>
                </c:pt>
                <c:pt idx="30">
                  <c:v>41849</c:v>
                </c:pt>
                <c:pt idx="31">
                  <c:v>41850</c:v>
                </c:pt>
                <c:pt idx="32">
                  <c:v>41851</c:v>
                </c:pt>
                <c:pt idx="33">
                  <c:v>41852</c:v>
                </c:pt>
                <c:pt idx="34">
                  <c:v>41855</c:v>
                </c:pt>
                <c:pt idx="35">
                  <c:v>41856</c:v>
                </c:pt>
                <c:pt idx="36">
                  <c:v>41857</c:v>
                </c:pt>
                <c:pt idx="37">
                  <c:v>41858</c:v>
                </c:pt>
                <c:pt idx="38">
                  <c:v>41859</c:v>
                </c:pt>
                <c:pt idx="39">
                  <c:v>41862</c:v>
                </c:pt>
                <c:pt idx="40">
                  <c:v>41863</c:v>
                </c:pt>
                <c:pt idx="41">
                  <c:v>41864</c:v>
                </c:pt>
                <c:pt idx="42">
                  <c:v>41865</c:v>
                </c:pt>
                <c:pt idx="43">
                  <c:v>41866</c:v>
                </c:pt>
                <c:pt idx="44">
                  <c:v>41869</c:v>
                </c:pt>
                <c:pt idx="45">
                  <c:v>41870</c:v>
                </c:pt>
                <c:pt idx="46">
                  <c:v>41871</c:v>
                </c:pt>
                <c:pt idx="47">
                  <c:v>41872</c:v>
                </c:pt>
                <c:pt idx="48">
                  <c:v>41873</c:v>
                </c:pt>
                <c:pt idx="49">
                  <c:v>41876</c:v>
                </c:pt>
                <c:pt idx="50">
                  <c:v>41877</c:v>
                </c:pt>
                <c:pt idx="51">
                  <c:v>41878</c:v>
                </c:pt>
                <c:pt idx="52">
                  <c:v>41879</c:v>
                </c:pt>
                <c:pt idx="53">
                  <c:v>41880</c:v>
                </c:pt>
                <c:pt idx="54">
                  <c:v>41883</c:v>
                </c:pt>
                <c:pt idx="55">
                  <c:v>41884</c:v>
                </c:pt>
                <c:pt idx="56">
                  <c:v>41885</c:v>
                </c:pt>
                <c:pt idx="57">
                  <c:v>41886</c:v>
                </c:pt>
                <c:pt idx="58">
                  <c:v>41887</c:v>
                </c:pt>
                <c:pt idx="59">
                  <c:v>41890</c:v>
                </c:pt>
                <c:pt idx="60">
                  <c:v>41891</c:v>
                </c:pt>
                <c:pt idx="61">
                  <c:v>41892</c:v>
                </c:pt>
                <c:pt idx="62">
                  <c:v>41893</c:v>
                </c:pt>
                <c:pt idx="63">
                  <c:v>41894</c:v>
                </c:pt>
                <c:pt idx="64">
                  <c:v>41897</c:v>
                </c:pt>
                <c:pt idx="65">
                  <c:v>41898</c:v>
                </c:pt>
                <c:pt idx="66">
                  <c:v>41899</c:v>
                </c:pt>
                <c:pt idx="67">
                  <c:v>41900</c:v>
                </c:pt>
                <c:pt idx="68">
                  <c:v>41901</c:v>
                </c:pt>
                <c:pt idx="69">
                  <c:v>41904</c:v>
                </c:pt>
                <c:pt idx="70">
                  <c:v>41905</c:v>
                </c:pt>
                <c:pt idx="71">
                  <c:v>41906</c:v>
                </c:pt>
                <c:pt idx="72">
                  <c:v>41907</c:v>
                </c:pt>
                <c:pt idx="73">
                  <c:v>41908</c:v>
                </c:pt>
                <c:pt idx="74">
                  <c:v>41911</c:v>
                </c:pt>
                <c:pt idx="75">
                  <c:v>41912</c:v>
                </c:pt>
                <c:pt idx="76">
                  <c:v>41913</c:v>
                </c:pt>
                <c:pt idx="77">
                  <c:v>41914</c:v>
                </c:pt>
                <c:pt idx="78">
                  <c:v>41915</c:v>
                </c:pt>
                <c:pt idx="79">
                  <c:v>41918</c:v>
                </c:pt>
                <c:pt idx="80">
                  <c:v>41919</c:v>
                </c:pt>
                <c:pt idx="81">
                  <c:v>41920</c:v>
                </c:pt>
                <c:pt idx="82">
                  <c:v>41921</c:v>
                </c:pt>
                <c:pt idx="83">
                  <c:v>41922</c:v>
                </c:pt>
                <c:pt idx="84">
                  <c:v>41925</c:v>
                </c:pt>
                <c:pt idx="85">
                  <c:v>41926</c:v>
                </c:pt>
                <c:pt idx="86">
                  <c:v>41927</c:v>
                </c:pt>
                <c:pt idx="87">
                  <c:v>41928</c:v>
                </c:pt>
                <c:pt idx="88">
                  <c:v>41929</c:v>
                </c:pt>
                <c:pt idx="89">
                  <c:v>41932</c:v>
                </c:pt>
                <c:pt idx="90">
                  <c:v>41933</c:v>
                </c:pt>
                <c:pt idx="91">
                  <c:v>41934</c:v>
                </c:pt>
                <c:pt idx="92">
                  <c:v>41935</c:v>
                </c:pt>
                <c:pt idx="93">
                  <c:v>41936</c:v>
                </c:pt>
                <c:pt idx="94">
                  <c:v>41939</c:v>
                </c:pt>
                <c:pt idx="95">
                  <c:v>41940</c:v>
                </c:pt>
                <c:pt idx="96">
                  <c:v>41941</c:v>
                </c:pt>
                <c:pt idx="97">
                  <c:v>41942</c:v>
                </c:pt>
                <c:pt idx="98">
                  <c:v>41943</c:v>
                </c:pt>
                <c:pt idx="99">
                  <c:v>41946</c:v>
                </c:pt>
                <c:pt idx="100">
                  <c:v>41947</c:v>
                </c:pt>
                <c:pt idx="101">
                  <c:v>41948</c:v>
                </c:pt>
                <c:pt idx="102">
                  <c:v>41949</c:v>
                </c:pt>
                <c:pt idx="103">
                  <c:v>41950</c:v>
                </c:pt>
                <c:pt idx="104">
                  <c:v>41953</c:v>
                </c:pt>
                <c:pt idx="105">
                  <c:v>41954</c:v>
                </c:pt>
                <c:pt idx="106">
                  <c:v>41955</c:v>
                </c:pt>
                <c:pt idx="107">
                  <c:v>41956</c:v>
                </c:pt>
                <c:pt idx="108">
                  <c:v>41957</c:v>
                </c:pt>
                <c:pt idx="109">
                  <c:v>41960</c:v>
                </c:pt>
                <c:pt idx="110">
                  <c:v>41961</c:v>
                </c:pt>
                <c:pt idx="111">
                  <c:v>41962</c:v>
                </c:pt>
                <c:pt idx="112">
                  <c:v>41964</c:v>
                </c:pt>
                <c:pt idx="113">
                  <c:v>41967</c:v>
                </c:pt>
                <c:pt idx="114">
                  <c:v>41968</c:v>
                </c:pt>
                <c:pt idx="115">
                  <c:v>41969</c:v>
                </c:pt>
                <c:pt idx="116">
                  <c:v>41970</c:v>
                </c:pt>
                <c:pt idx="117">
                  <c:v>41971</c:v>
                </c:pt>
                <c:pt idx="118">
                  <c:v>41974</c:v>
                </c:pt>
                <c:pt idx="119">
                  <c:v>41975</c:v>
                </c:pt>
                <c:pt idx="120">
                  <c:v>41976</c:v>
                </c:pt>
                <c:pt idx="121">
                  <c:v>41977</c:v>
                </c:pt>
                <c:pt idx="122">
                  <c:v>41978</c:v>
                </c:pt>
                <c:pt idx="123">
                  <c:v>41981</c:v>
                </c:pt>
                <c:pt idx="124">
                  <c:v>41982</c:v>
                </c:pt>
                <c:pt idx="125">
                  <c:v>41983</c:v>
                </c:pt>
                <c:pt idx="126">
                  <c:v>41984</c:v>
                </c:pt>
                <c:pt idx="127">
                  <c:v>41985</c:v>
                </c:pt>
                <c:pt idx="128">
                  <c:v>41988</c:v>
                </c:pt>
                <c:pt idx="129">
                  <c:v>41989</c:v>
                </c:pt>
                <c:pt idx="130">
                  <c:v>41990</c:v>
                </c:pt>
                <c:pt idx="131">
                  <c:v>41991</c:v>
                </c:pt>
                <c:pt idx="132">
                  <c:v>41992</c:v>
                </c:pt>
                <c:pt idx="133">
                  <c:v>41995</c:v>
                </c:pt>
                <c:pt idx="134">
                  <c:v>41996</c:v>
                </c:pt>
                <c:pt idx="135">
                  <c:v>41999</c:v>
                </c:pt>
                <c:pt idx="136">
                  <c:v>42002</c:v>
                </c:pt>
                <c:pt idx="137">
                  <c:v>42003</c:v>
                </c:pt>
                <c:pt idx="138">
                  <c:v>42006</c:v>
                </c:pt>
                <c:pt idx="139">
                  <c:v>42009</c:v>
                </c:pt>
                <c:pt idx="140">
                  <c:v>42010</c:v>
                </c:pt>
                <c:pt idx="141">
                  <c:v>42011</c:v>
                </c:pt>
                <c:pt idx="142">
                  <c:v>42012</c:v>
                </c:pt>
                <c:pt idx="143">
                  <c:v>42013</c:v>
                </c:pt>
                <c:pt idx="144">
                  <c:v>42016</c:v>
                </c:pt>
                <c:pt idx="145">
                  <c:v>42017</c:v>
                </c:pt>
                <c:pt idx="146">
                  <c:v>42018</c:v>
                </c:pt>
                <c:pt idx="147">
                  <c:v>42019</c:v>
                </c:pt>
                <c:pt idx="148">
                  <c:v>42020</c:v>
                </c:pt>
                <c:pt idx="149">
                  <c:v>42023</c:v>
                </c:pt>
                <c:pt idx="150">
                  <c:v>42024</c:v>
                </c:pt>
                <c:pt idx="151">
                  <c:v>42025</c:v>
                </c:pt>
                <c:pt idx="152">
                  <c:v>42026</c:v>
                </c:pt>
                <c:pt idx="153">
                  <c:v>42027</c:v>
                </c:pt>
                <c:pt idx="154">
                  <c:v>42030</c:v>
                </c:pt>
                <c:pt idx="155">
                  <c:v>42031</c:v>
                </c:pt>
                <c:pt idx="156">
                  <c:v>42032</c:v>
                </c:pt>
                <c:pt idx="157">
                  <c:v>42033</c:v>
                </c:pt>
                <c:pt idx="158">
                  <c:v>42034</c:v>
                </c:pt>
                <c:pt idx="159">
                  <c:v>42037</c:v>
                </c:pt>
                <c:pt idx="160">
                  <c:v>42038</c:v>
                </c:pt>
                <c:pt idx="161">
                  <c:v>42039</c:v>
                </c:pt>
                <c:pt idx="162">
                  <c:v>42040</c:v>
                </c:pt>
                <c:pt idx="163">
                  <c:v>42041</c:v>
                </c:pt>
                <c:pt idx="164">
                  <c:v>42044</c:v>
                </c:pt>
                <c:pt idx="165">
                  <c:v>42045</c:v>
                </c:pt>
                <c:pt idx="166">
                  <c:v>42046</c:v>
                </c:pt>
                <c:pt idx="167">
                  <c:v>42047</c:v>
                </c:pt>
                <c:pt idx="168">
                  <c:v>42048</c:v>
                </c:pt>
                <c:pt idx="169">
                  <c:v>42053</c:v>
                </c:pt>
                <c:pt idx="170">
                  <c:v>42054</c:v>
                </c:pt>
                <c:pt idx="171">
                  <c:v>42055</c:v>
                </c:pt>
                <c:pt idx="172">
                  <c:v>42058</c:v>
                </c:pt>
                <c:pt idx="173">
                  <c:v>42059</c:v>
                </c:pt>
                <c:pt idx="174">
                  <c:v>42060</c:v>
                </c:pt>
                <c:pt idx="175">
                  <c:v>42061</c:v>
                </c:pt>
                <c:pt idx="176">
                  <c:v>42062</c:v>
                </c:pt>
                <c:pt idx="177">
                  <c:v>42065</c:v>
                </c:pt>
                <c:pt idx="178">
                  <c:v>42066</c:v>
                </c:pt>
                <c:pt idx="179">
                  <c:v>42067</c:v>
                </c:pt>
                <c:pt idx="180">
                  <c:v>42068</c:v>
                </c:pt>
                <c:pt idx="181">
                  <c:v>42069</c:v>
                </c:pt>
                <c:pt idx="182">
                  <c:v>42072</c:v>
                </c:pt>
                <c:pt idx="183">
                  <c:v>42073</c:v>
                </c:pt>
                <c:pt idx="184">
                  <c:v>42074</c:v>
                </c:pt>
                <c:pt idx="185">
                  <c:v>42075</c:v>
                </c:pt>
                <c:pt idx="186">
                  <c:v>42076</c:v>
                </c:pt>
                <c:pt idx="187">
                  <c:v>42079</c:v>
                </c:pt>
                <c:pt idx="188">
                  <c:v>42080</c:v>
                </c:pt>
                <c:pt idx="189">
                  <c:v>42081</c:v>
                </c:pt>
                <c:pt idx="190">
                  <c:v>42082</c:v>
                </c:pt>
                <c:pt idx="191">
                  <c:v>42083</c:v>
                </c:pt>
                <c:pt idx="192">
                  <c:v>42086</c:v>
                </c:pt>
                <c:pt idx="193">
                  <c:v>42087</c:v>
                </c:pt>
                <c:pt idx="194">
                  <c:v>42088</c:v>
                </c:pt>
                <c:pt idx="195">
                  <c:v>42089</c:v>
                </c:pt>
                <c:pt idx="196">
                  <c:v>42090</c:v>
                </c:pt>
                <c:pt idx="197">
                  <c:v>42093</c:v>
                </c:pt>
                <c:pt idx="198">
                  <c:v>42094</c:v>
                </c:pt>
                <c:pt idx="199">
                  <c:v>42095</c:v>
                </c:pt>
                <c:pt idx="200">
                  <c:v>42096</c:v>
                </c:pt>
                <c:pt idx="201">
                  <c:v>42100</c:v>
                </c:pt>
                <c:pt idx="202">
                  <c:v>42101</c:v>
                </c:pt>
                <c:pt idx="203">
                  <c:v>42102</c:v>
                </c:pt>
                <c:pt idx="204">
                  <c:v>42103</c:v>
                </c:pt>
                <c:pt idx="205">
                  <c:v>42104</c:v>
                </c:pt>
                <c:pt idx="206">
                  <c:v>42107</c:v>
                </c:pt>
                <c:pt idx="207">
                  <c:v>42108</c:v>
                </c:pt>
                <c:pt idx="208">
                  <c:v>42109</c:v>
                </c:pt>
                <c:pt idx="209">
                  <c:v>42110</c:v>
                </c:pt>
                <c:pt idx="210">
                  <c:v>42111</c:v>
                </c:pt>
                <c:pt idx="211">
                  <c:v>42114</c:v>
                </c:pt>
                <c:pt idx="212">
                  <c:v>42116</c:v>
                </c:pt>
                <c:pt idx="213">
                  <c:v>42117</c:v>
                </c:pt>
                <c:pt idx="214">
                  <c:v>42118</c:v>
                </c:pt>
                <c:pt idx="215">
                  <c:v>42121</c:v>
                </c:pt>
                <c:pt idx="216">
                  <c:v>42122</c:v>
                </c:pt>
                <c:pt idx="217">
                  <c:v>42123</c:v>
                </c:pt>
                <c:pt idx="218">
                  <c:v>42124</c:v>
                </c:pt>
                <c:pt idx="219">
                  <c:v>42128</c:v>
                </c:pt>
                <c:pt idx="220">
                  <c:v>42129</c:v>
                </c:pt>
                <c:pt idx="221">
                  <c:v>42130</c:v>
                </c:pt>
                <c:pt idx="222">
                  <c:v>42131</c:v>
                </c:pt>
                <c:pt idx="223">
                  <c:v>42132</c:v>
                </c:pt>
                <c:pt idx="224">
                  <c:v>42135</c:v>
                </c:pt>
                <c:pt idx="225">
                  <c:v>42136</c:v>
                </c:pt>
                <c:pt idx="226">
                  <c:v>42137</c:v>
                </c:pt>
                <c:pt idx="227">
                  <c:v>42138</c:v>
                </c:pt>
                <c:pt idx="228">
                  <c:v>42139</c:v>
                </c:pt>
                <c:pt idx="229">
                  <c:v>42142</c:v>
                </c:pt>
                <c:pt idx="230">
                  <c:v>42143</c:v>
                </c:pt>
                <c:pt idx="231">
                  <c:v>42144</c:v>
                </c:pt>
                <c:pt idx="232">
                  <c:v>42145</c:v>
                </c:pt>
                <c:pt idx="233">
                  <c:v>42146</c:v>
                </c:pt>
                <c:pt idx="234">
                  <c:v>42149</c:v>
                </c:pt>
                <c:pt idx="235">
                  <c:v>42150</c:v>
                </c:pt>
                <c:pt idx="236">
                  <c:v>42151</c:v>
                </c:pt>
                <c:pt idx="237">
                  <c:v>42152</c:v>
                </c:pt>
                <c:pt idx="238">
                  <c:v>42153</c:v>
                </c:pt>
                <c:pt idx="239">
                  <c:v>42156</c:v>
                </c:pt>
                <c:pt idx="240">
                  <c:v>42157</c:v>
                </c:pt>
                <c:pt idx="241">
                  <c:v>42158</c:v>
                </c:pt>
                <c:pt idx="242">
                  <c:v>42160</c:v>
                </c:pt>
                <c:pt idx="243">
                  <c:v>42163</c:v>
                </c:pt>
                <c:pt idx="244">
                  <c:v>42164</c:v>
                </c:pt>
                <c:pt idx="245">
                  <c:v>42165</c:v>
                </c:pt>
                <c:pt idx="246">
                  <c:v>42166</c:v>
                </c:pt>
                <c:pt idx="247">
                  <c:v>42167</c:v>
                </c:pt>
                <c:pt idx="248">
                  <c:v>42170</c:v>
                </c:pt>
                <c:pt idx="249">
                  <c:v>42171</c:v>
                </c:pt>
                <c:pt idx="250">
                  <c:v>42172</c:v>
                </c:pt>
                <c:pt idx="251">
                  <c:v>42173</c:v>
                </c:pt>
                <c:pt idx="252">
                  <c:v>42174</c:v>
                </c:pt>
                <c:pt idx="253">
                  <c:v>42177</c:v>
                </c:pt>
                <c:pt idx="254">
                  <c:v>42178</c:v>
                </c:pt>
                <c:pt idx="255">
                  <c:v>42179</c:v>
                </c:pt>
                <c:pt idx="256">
                  <c:v>42180</c:v>
                </c:pt>
                <c:pt idx="257">
                  <c:v>42181</c:v>
                </c:pt>
                <c:pt idx="258">
                  <c:v>42184</c:v>
                </c:pt>
                <c:pt idx="259">
                  <c:v>42185</c:v>
                </c:pt>
                <c:pt idx="260">
                  <c:v>42186</c:v>
                </c:pt>
                <c:pt idx="261">
                  <c:v>42187</c:v>
                </c:pt>
                <c:pt idx="262">
                  <c:v>42188</c:v>
                </c:pt>
                <c:pt idx="263">
                  <c:v>42191</c:v>
                </c:pt>
                <c:pt idx="264">
                  <c:v>42192</c:v>
                </c:pt>
                <c:pt idx="265">
                  <c:v>42193</c:v>
                </c:pt>
                <c:pt idx="266">
                  <c:v>42195</c:v>
                </c:pt>
                <c:pt idx="267">
                  <c:v>42198</c:v>
                </c:pt>
                <c:pt idx="268">
                  <c:v>42199</c:v>
                </c:pt>
                <c:pt idx="269">
                  <c:v>42200</c:v>
                </c:pt>
                <c:pt idx="270">
                  <c:v>42201</c:v>
                </c:pt>
                <c:pt idx="271">
                  <c:v>42202</c:v>
                </c:pt>
                <c:pt idx="272">
                  <c:v>42205</c:v>
                </c:pt>
                <c:pt idx="273">
                  <c:v>42206</c:v>
                </c:pt>
                <c:pt idx="274">
                  <c:v>42207</c:v>
                </c:pt>
                <c:pt idx="275">
                  <c:v>42208</c:v>
                </c:pt>
                <c:pt idx="276">
                  <c:v>42209</c:v>
                </c:pt>
                <c:pt idx="277">
                  <c:v>42212</c:v>
                </c:pt>
                <c:pt idx="278">
                  <c:v>42213</c:v>
                </c:pt>
                <c:pt idx="279">
                  <c:v>42214</c:v>
                </c:pt>
                <c:pt idx="280">
                  <c:v>42215</c:v>
                </c:pt>
                <c:pt idx="281">
                  <c:v>42216</c:v>
                </c:pt>
                <c:pt idx="282">
                  <c:v>42219</c:v>
                </c:pt>
                <c:pt idx="283">
                  <c:v>42220</c:v>
                </c:pt>
                <c:pt idx="284">
                  <c:v>42221</c:v>
                </c:pt>
                <c:pt idx="285">
                  <c:v>42222</c:v>
                </c:pt>
                <c:pt idx="286">
                  <c:v>42223</c:v>
                </c:pt>
                <c:pt idx="287">
                  <c:v>42226</c:v>
                </c:pt>
                <c:pt idx="288">
                  <c:v>42227</c:v>
                </c:pt>
                <c:pt idx="289">
                  <c:v>42228</c:v>
                </c:pt>
                <c:pt idx="290">
                  <c:v>42229</c:v>
                </c:pt>
                <c:pt idx="291">
                  <c:v>42230</c:v>
                </c:pt>
                <c:pt idx="292">
                  <c:v>42233</c:v>
                </c:pt>
                <c:pt idx="293">
                  <c:v>42234</c:v>
                </c:pt>
                <c:pt idx="294">
                  <c:v>42235</c:v>
                </c:pt>
                <c:pt idx="295">
                  <c:v>42236</c:v>
                </c:pt>
                <c:pt idx="296">
                  <c:v>42237</c:v>
                </c:pt>
                <c:pt idx="297">
                  <c:v>42240</c:v>
                </c:pt>
                <c:pt idx="298">
                  <c:v>42241</c:v>
                </c:pt>
                <c:pt idx="299">
                  <c:v>42242</c:v>
                </c:pt>
                <c:pt idx="300">
                  <c:v>42243</c:v>
                </c:pt>
                <c:pt idx="301">
                  <c:v>42244</c:v>
                </c:pt>
                <c:pt idx="302">
                  <c:v>42247</c:v>
                </c:pt>
                <c:pt idx="303">
                  <c:v>42248</c:v>
                </c:pt>
                <c:pt idx="304">
                  <c:v>42249</c:v>
                </c:pt>
                <c:pt idx="305">
                  <c:v>42250</c:v>
                </c:pt>
                <c:pt idx="306">
                  <c:v>42251</c:v>
                </c:pt>
                <c:pt idx="307">
                  <c:v>42255</c:v>
                </c:pt>
                <c:pt idx="308">
                  <c:v>42256</c:v>
                </c:pt>
                <c:pt idx="309">
                  <c:v>42257</c:v>
                </c:pt>
                <c:pt idx="310">
                  <c:v>42258</c:v>
                </c:pt>
                <c:pt idx="311">
                  <c:v>42261</c:v>
                </c:pt>
                <c:pt idx="312">
                  <c:v>42262</c:v>
                </c:pt>
                <c:pt idx="313">
                  <c:v>42263</c:v>
                </c:pt>
                <c:pt idx="314">
                  <c:v>42264</c:v>
                </c:pt>
                <c:pt idx="315">
                  <c:v>42265</c:v>
                </c:pt>
                <c:pt idx="316">
                  <c:v>42268</c:v>
                </c:pt>
                <c:pt idx="317">
                  <c:v>42269</c:v>
                </c:pt>
                <c:pt idx="318">
                  <c:v>42270</c:v>
                </c:pt>
                <c:pt idx="319">
                  <c:v>42271</c:v>
                </c:pt>
                <c:pt idx="320">
                  <c:v>42272</c:v>
                </c:pt>
                <c:pt idx="321">
                  <c:v>42275</c:v>
                </c:pt>
                <c:pt idx="322">
                  <c:v>42276</c:v>
                </c:pt>
                <c:pt idx="323">
                  <c:v>42277</c:v>
                </c:pt>
                <c:pt idx="324">
                  <c:v>42278</c:v>
                </c:pt>
                <c:pt idx="325">
                  <c:v>42279</c:v>
                </c:pt>
                <c:pt idx="326">
                  <c:v>42282</c:v>
                </c:pt>
                <c:pt idx="327">
                  <c:v>42283</c:v>
                </c:pt>
                <c:pt idx="328">
                  <c:v>42284</c:v>
                </c:pt>
                <c:pt idx="329">
                  <c:v>42285</c:v>
                </c:pt>
                <c:pt idx="330">
                  <c:v>42286</c:v>
                </c:pt>
                <c:pt idx="331">
                  <c:v>42290</c:v>
                </c:pt>
                <c:pt idx="332">
                  <c:v>42291</c:v>
                </c:pt>
                <c:pt idx="333">
                  <c:v>42292</c:v>
                </c:pt>
                <c:pt idx="334">
                  <c:v>42293</c:v>
                </c:pt>
                <c:pt idx="335">
                  <c:v>42296</c:v>
                </c:pt>
                <c:pt idx="336">
                  <c:v>42297</c:v>
                </c:pt>
                <c:pt idx="337">
                  <c:v>42298</c:v>
                </c:pt>
                <c:pt idx="338">
                  <c:v>42299</c:v>
                </c:pt>
                <c:pt idx="339">
                  <c:v>42300</c:v>
                </c:pt>
                <c:pt idx="340">
                  <c:v>42303</c:v>
                </c:pt>
                <c:pt idx="341">
                  <c:v>42304</c:v>
                </c:pt>
                <c:pt idx="342">
                  <c:v>42305</c:v>
                </c:pt>
                <c:pt idx="343">
                  <c:v>42306</c:v>
                </c:pt>
                <c:pt idx="344">
                  <c:v>42307</c:v>
                </c:pt>
                <c:pt idx="345">
                  <c:v>42311</c:v>
                </c:pt>
                <c:pt idx="346">
                  <c:v>42312</c:v>
                </c:pt>
                <c:pt idx="347">
                  <c:v>42313</c:v>
                </c:pt>
                <c:pt idx="348">
                  <c:v>42314</c:v>
                </c:pt>
                <c:pt idx="349">
                  <c:v>42317</c:v>
                </c:pt>
                <c:pt idx="350">
                  <c:v>42318</c:v>
                </c:pt>
                <c:pt idx="351">
                  <c:v>42319</c:v>
                </c:pt>
                <c:pt idx="352">
                  <c:v>42320</c:v>
                </c:pt>
                <c:pt idx="353">
                  <c:v>42321</c:v>
                </c:pt>
                <c:pt idx="354">
                  <c:v>42324</c:v>
                </c:pt>
                <c:pt idx="355">
                  <c:v>42325</c:v>
                </c:pt>
                <c:pt idx="356">
                  <c:v>42326</c:v>
                </c:pt>
                <c:pt idx="357">
                  <c:v>42327</c:v>
                </c:pt>
                <c:pt idx="358">
                  <c:v>42331</c:v>
                </c:pt>
                <c:pt idx="359">
                  <c:v>42332</c:v>
                </c:pt>
                <c:pt idx="360">
                  <c:v>42333</c:v>
                </c:pt>
                <c:pt idx="361">
                  <c:v>42334</c:v>
                </c:pt>
                <c:pt idx="362">
                  <c:v>42335</c:v>
                </c:pt>
                <c:pt idx="363">
                  <c:v>42338</c:v>
                </c:pt>
                <c:pt idx="364">
                  <c:v>42339</c:v>
                </c:pt>
                <c:pt idx="365">
                  <c:v>42340</c:v>
                </c:pt>
                <c:pt idx="366">
                  <c:v>42341</c:v>
                </c:pt>
                <c:pt idx="367">
                  <c:v>42342</c:v>
                </c:pt>
                <c:pt idx="368">
                  <c:v>42345</c:v>
                </c:pt>
                <c:pt idx="369">
                  <c:v>42346</c:v>
                </c:pt>
                <c:pt idx="370">
                  <c:v>42347</c:v>
                </c:pt>
                <c:pt idx="371">
                  <c:v>42348</c:v>
                </c:pt>
                <c:pt idx="372">
                  <c:v>42349</c:v>
                </c:pt>
                <c:pt idx="373">
                  <c:v>42352</c:v>
                </c:pt>
                <c:pt idx="374">
                  <c:v>42353</c:v>
                </c:pt>
                <c:pt idx="375">
                  <c:v>42354</c:v>
                </c:pt>
                <c:pt idx="376">
                  <c:v>42355</c:v>
                </c:pt>
                <c:pt idx="377">
                  <c:v>42356</c:v>
                </c:pt>
                <c:pt idx="378">
                  <c:v>42359</c:v>
                </c:pt>
                <c:pt idx="379">
                  <c:v>42360</c:v>
                </c:pt>
                <c:pt idx="380">
                  <c:v>42361</c:v>
                </c:pt>
                <c:pt idx="381">
                  <c:v>42366</c:v>
                </c:pt>
                <c:pt idx="382">
                  <c:v>42367</c:v>
                </c:pt>
                <c:pt idx="383">
                  <c:v>42368</c:v>
                </c:pt>
                <c:pt idx="384">
                  <c:v>42373</c:v>
                </c:pt>
                <c:pt idx="385">
                  <c:v>42374</c:v>
                </c:pt>
                <c:pt idx="386">
                  <c:v>42375</c:v>
                </c:pt>
                <c:pt idx="387">
                  <c:v>42376</c:v>
                </c:pt>
                <c:pt idx="388">
                  <c:v>42377</c:v>
                </c:pt>
                <c:pt idx="389">
                  <c:v>42380</c:v>
                </c:pt>
                <c:pt idx="390">
                  <c:v>42381</c:v>
                </c:pt>
                <c:pt idx="391">
                  <c:v>42382</c:v>
                </c:pt>
                <c:pt idx="392">
                  <c:v>42383</c:v>
                </c:pt>
                <c:pt idx="393">
                  <c:v>42384</c:v>
                </c:pt>
                <c:pt idx="394">
                  <c:v>42387</c:v>
                </c:pt>
                <c:pt idx="395">
                  <c:v>42388</c:v>
                </c:pt>
                <c:pt idx="396">
                  <c:v>42389</c:v>
                </c:pt>
                <c:pt idx="397">
                  <c:v>42390</c:v>
                </c:pt>
                <c:pt idx="398">
                  <c:v>42391</c:v>
                </c:pt>
                <c:pt idx="399">
                  <c:v>42395</c:v>
                </c:pt>
                <c:pt idx="400">
                  <c:v>42396</c:v>
                </c:pt>
                <c:pt idx="401">
                  <c:v>42397</c:v>
                </c:pt>
                <c:pt idx="402">
                  <c:v>42398</c:v>
                </c:pt>
                <c:pt idx="403">
                  <c:v>42401</c:v>
                </c:pt>
                <c:pt idx="404">
                  <c:v>42402</c:v>
                </c:pt>
                <c:pt idx="405">
                  <c:v>42403</c:v>
                </c:pt>
                <c:pt idx="406">
                  <c:v>42404</c:v>
                </c:pt>
                <c:pt idx="407">
                  <c:v>42405</c:v>
                </c:pt>
                <c:pt idx="408">
                  <c:v>42410</c:v>
                </c:pt>
                <c:pt idx="409">
                  <c:v>42411</c:v>
                </c:pt>
                <c:pt idx="410">
                  <c:v>42412</c:v>
                </c:pt>
                <c:pt idx="411">
                  <c:v>42415</c:v>
                </c:pt>
                <c:pt idx="412">
                  <c:v>42416</c:v>
                </c:pt>
                <c:pt idx="413">
                  <c:v>42417</c:v>
                </c:pt>
                <c:pt idx="414">
                  <c:v>42418</c:v>
                </c:pt>
                <c:pt idx="415">
                  <c:v>42419</c:v>
                </c:pt>
                <c:pt idx="416">
                  <c:v>42422</c:v>
                </c:pt>
                <c:pt idx="417">
                  <c:v>42423</c:v>
                </c:pt>
                <c:pt idx="418">
                  <c:v>42424</c:v>
                </c:pt>
                <c:pt idx="419">
                  <c:v>42425</c:v>
                </c:pt>
                <c:pt idx="420">
                  <c:v>42426</c:v>
                </c:pt>
                <c:pt idx="421">
                  <c:v>42429</c:v>
                </c:pt>
                <c:pt idx="422">
                  <c:v>42430</c:v>
                </c:pt>
                <c:pt idx="423">
                  <c:v>42431</c:v>
                </c:pt>
                <c:pt idx="424">
                  <c:v>42432</c:v>
                </c:pt>
                <c:pt idx="425">
                  <c:v>42433</c:v>
                </c:pt>
                <c:pt idx="426">
                  <c:v>42436</c:v>
                </c:pt>
                <c:pt idx="427">
                  <c:v>42437</c:v>
                </c:pt>
                <c:pt idx="428">
                  <c:v>42438</c:v>
                </c:pt>
                <c:pt idx="429">
                  <c:v>42439</c:v>
                </c:pt>
                <c:pt idx="430">
                  <c:v>42440</c:v>
                </c:pt>
                <c:pt idx="431">
                  <c:v>42443</c:v>
                </c:pt>
                <c:pt idx="432">
                  <c:v>42444</c:v>
                </c:pt>
                <c:pt idx="433">
                  <c:v>42445</c:v>
                </c:pt>
                <c:pt idx="434">
                  <c:v>42446</c:v>
                </c:pt>
                <c:pt idx="435">
                  <c:v>42447</c:v>
                </c:pt>
                <c:pt idx="436">
                  <c:v>42450</c:v>
                </c:pt>
                <c:pt idx="437">
                  <c:v>42451</c:v>
                </c:pt>
                <c:pt idx="438">
                  <c:v>42452</c:v>
                </c:pt>
                <c:pt idx="439">
                  <c:v>42453</c:v>
                </c:pt>
                <c:pt idx="440">
                  <c:v>42457</c:v>
                </c:pt>
                <c:pt idx="441">
                  <c:v>42458</c:v>
                </c:pt>
                <c:pt idx="442">
                  <c:v>42459</c:v>
                </c:pt>
                <c:pt idx="443">
                  <c:v>42460</c:v>
                </c:pt>
                <c:pt idx="444">
                  <c:v>42461</c:v>
                </c:pt>
                <c:pt idx="445">
                  <c:v>42464</c:v>
                </c:pt>
                <c:pt idx="446">
                  <c:v>42465</c:v>
                </c:pt>
                <c:pt idx="447">
                  <c:v>42466</c:v>
                </c:pt>
                <c:pt idx="448">
                  <c:v>42467</c:v>
                </c:pt>
                <c:pt idx="449">
                  <c:v>42468</c:v>
                </c:pt>
                <c:pt idx="450">
                  <c:v>42471</c:v>
                </c:pt>
                <c:pt idx="451">
                  <c:v>42472</c:v>
                </c:pt>
                <c:pt idx="452">
                  <c:v>42473</c:v>
                </c:pt>
                <c:pt idx="453">
                  <c:v>42474</c:v>
                </c:pt>
                <c:pt idx="454">
                  <c:v>42475</c:v>
                </c:pt>
                <c:pt idx="455">
                  <c:v>42478</c:v>
                </c:pt>
                <c:pt idx="456">
                  <c:v>42479</c:v>
                </c:pt>
                <c:pt idx="457">
                  <c:v>42480</c:v>
                </c:pt>
                <c:pt idx="458">
                  <c:v>42482</c:v>
                </c:pt>
                <c:pt idx="459">
                  <c:v>42485</c:v>
                </c:pt>
                <c:pt idx="460">
                  <c:v>42486</c:v>
                </c:pt>
                <c:pt idx="461">
                  <c:v>42487</c:v>
                </c:pt>
                <c:pt idx="462">
                  <c:v>42488</c:v>
                </c:pt>
                <c:pt idx="463">
                  <c:v>42489</c:v>
                </c:pt>
                <c:pt idx="464">
                  <c:v>42492</c:v>
                </c:pt>
                <c:pt idx="465">
                  <c:v>42493</c:v>
                </c:pt>
                <c:pt idx="466">
                  <c:v>42494</c:v>
                </c:pt>
                <c:pt idx="467">
                  <c:v>42495</c:v>
                </c:pt>
                <c:pt idx="468">
                  <c:v>42496</c:v>
                </c:pt>
                <c:pt idx="469">
                  <c:v>42499</c:v>
                </c:pt>
                <c:pt idx="470">
                  <c:v>42500</c:v>
                </c:pt>
                <c:pt idx="471">
                  <c:v>42501</c:v>
                </c:pt>
                <c:pt idx="472">
                  <c:v>42502</c:v>
                </c:pt>
                <c:pt idx="473">
                  <c:v>42503</c:v>
                </c:pt>
                <c:pt idx="474">
                  <c:v>42506</c:v>
                </c:pt>
                <c:pt idx="475">
                  <c:v>42507</c:v>
                </c:pt>
                <c:pt idx="476">
                  <c:v>42508</c:v>
                </c:pt>
                <c:pt idx="477">
                  <c:v>42509</c:v>
                </c:pt>
                <c:pt idx="478">
                  <c:v>42510</c:v>
                </c:pt>
                <c:pt idx="479">
                  <c:v>42513</c:v>
                </c:pt>
                <c:pt idx="480">
                  <c:v>42514</c:v>
                </c:pt>
                <c:pt idx="481">
                  <c:v>42515</c:v>
                </c:pt>
                <c:pt idx="482">
                  <c:v>42517</c:v>
                </c:pt>
                <c:pt idx="483">
                  <c:v>42520</c:v>
                </c:pt>
                <c:pt idx="484">
                  <c:v>42521</c:v>
                </c:pt>
                <c:pt idx="485">
                  <c:v>42522</c:v>
                </c:pt>
                <c:pt idx="486">
                  <c:v>42523</c:v>
                </c:pt>
                <c:pt idx="487">
                  <c:v>42524</c:v>
                </c:pt>
                <c:pt idx="488">
                  <c:v>42527</c:v>
                </c:pt>
                <c:pt idx="489">
                  <c:v>42528</c:v>
                </c:pt>
                <c:pt idx="490">
                  <c:v>42529</c:v>
                </c:pt>
                <c:pt idx="491">
                  <c:v>42530</c:v>
                </c:pt>
                <c:pt idx="492">
                  <c:v>42531</c:v>
                </c:pt>
                <c:pt idx="493">
                  <c:v>42534</c:v>
                </c:pt>
                <c:pt idx="494">
                  <c:v>42535</c:v>
                </c:pt>
                <c:pt idx="495">
                  <c:v>42536</c:v>
                </c:pt>
                <c:pt idx="496">
                  <c:v>42537</c:v>
                </c:pt>
                <c:pt idx="497">
                  <c:v>42538</c:v>
                </c:pt>
                <c:pt idx="498">
                  <c:v>42541</c:v>
                </c:pt>
                <c:pt idx="499">
                  <c:v>42542</c:v>
                </c:pt>
                <c:pt idx="500">
                  <c:v>42543</c:v>
                </c:pt>
                <c:pt idx="501">
                  <c:v>42544</c:v>
                </c:pt>
                <c:pt idx="502">
                  <c:v>42545</c:v>
                </c:pt>
                <c:pt idx="503">
                  <c:v>42548</c:v>
                </c:pt>
                <c:pt idx="504">
                  <c:v>42549</c:v>
                </c:pt>
                <c:pt idx="505">
                  <c:v>42550</c:v>
                </c:pt>
                <c:pt idx="506">
                  <c:v>42551</c:v>
                </c:pt>
                <c:pt idx="507">
                  <c:v>42552</c:v>
                </c:pt>
                <c:pt idx="508">
                  <c:v>42555</c:v>
                </c:pt>
                <c:pt idx="509">
                  <c:v>42556</c:v>
                </c:pt>
                <c:pt idx="510">
                  <c:v>42557</c:v>
                </c:pt>
                <c:pt idx="511">
                  <c:v>42558</c:v>
                </c:pt>
                <c:pt idx="512">
                  <c:v>42559</c:v>
                </c:pt>
                <c:pt idx="513">
                  <c:v>42562</c:v>
                </c:pt>
                <c:pt idx="514">
                  <c:v>42563</c:v>
                </c:pt>
                <c:pt idx="515">
                  <c:v>42564</c:v>
                </c:pt>
                <c:pt idx="516">
                  <c:v>42565</c:v>
                </c:pt>
                <c:pt idx="517">
                  <c:v>42566</c:v>
                </c:pt>
                <c:pt idx="518">
                  <c:v>42569</c:v>
                </c:pt>
                <c:pt idx="519">
                  <c:v>42570</c:v>
                </c:pt>
                <c:pt idx="520">
                  <c:v>42571</c:v>
                </c:pt>
                <c:pt idx="521">
                  <c:v>42572</c:v>
                </c:pt>
                <c:pt idx="522">
                  <c:v>42573</c:v>
                </c:pt>
                <c:pt idx="523">
                  <c:v>42576</c:v>
                </c:pt>
                <c:pt idx="524">
                  <c:v>42577</c:v>
                </c:pt>
                <c:pt idx="525">
                  <c:v>42578</c:v>
                </c:pt>
                <c:pt idx="526">
                  <c:v>42579</c:v>
                </c:pt>
                <c:pt idx="527">
                  <c:v>42580</c:v>
                </c:pt>
                <c:pt idx="528">
                  <c:v>42583</c:v>
                </c:pt>
                <c:pt idx="529">
                  <c:v>42584</c:v>
                </c:pt>
                <c:pt idx="530">
                  <c:v>42585</c:v>
                </c:pt>
                <c:pt idx="531">
                  <c:v>42586</c:v>
                </c:pt>
                <c:pt idx="532">
                  <c:v>42587</c:v>
                </c:pt>
                <c:pt idx="533">
                  <c:v>42590</c:v>
                </c:pt>
                <c:pt idx="534">
                  <c:v>42591</c:v>
                </c:pt>
                <c:pt idx="535">
                  <c:v>42592</c:v>
                </c:pt>
                <c:pt idx="536">
                  <c:v>42593</c:v>
                </c:pt>
                <c:pt idx="537">
                  <c:v>42594</c:v>
                </c:pt>
                <c:pt idx="538">
                  <c:v>42597</c:v>
                </c:pt>
                <c:pt idx="539">
                  <c:v>42598</c:v>
                </c:pt>
                <c:pt idx="540">
                  <c:v>42599</c:v>
                </c:pt>
                <c:pt idx="541">
                  <c:v>42600</c:v>
                </c:pt>
                <c:pt idx="542">
                  <c:v>42601</c:v>
                </c:pt>
                <c:pt idx="543">
                  <c:v>42604</c:v>
                </c:pt>
                <c:pt idx="544">
                  <c:v>42605</c:v>
                </c:pt>
                <c:pt idx="545">
                  <c:v>42606</c:v>
                </c:pt>
                <c:pt idx="546">
                  <c:v>42607</c:v>
                </c:pt>
                <c:pt idx="547">
                  <c:v>42608</c:v>
                </c:pt>
                <c:pt idx="548">
                  <c:v>42611</c:v>
                </c:pt>
                <c:pt idx="549">
                  <c:v>42612</c:v>
                </c:pt>
                <c:pt idx="550">
                  <c:v>42613</c:v>
                </c:pt>
                <c:pt idx="551">
                  <c:v>42614</c:v>
                </c:pt>
                <c:pt idx="552">
                  <c:v>42615</c:v>
                </c:pt>
                <c:pt idx="553">
                  <c:v>42618</c:v>
                </c:pt>
                <c:pt idx="554">
                  <c:v>42619</c:v>
                </c:pt>
                <c:pt idx="555">
                  <c:v>42621</c:v>
                </c:pt>
                <c:pt idx="556">
                  <c:v>42622</c:v>
                </c:pt>
                <c:pt idx="557">
                  <c:v>42625</c:v>
                </c:pt>
                <c:pt idx="558">
                  <c:v>42626</c:v>
                </c:pt>
                <c:pt idx="559">
                  <c:v>42627</c:v>
                </c:pt>
                <c:pt idx="560">
                  <c:v>42628</c:v>
                </c:pt>
                <c:pt idx="561">
                  <c:v>42629</c:v>
                </c:pt>
                <c:pt idx="562">
                  <c:v>42632</c:v>
                </c:pt>
                <c:pt idx="563">
                  <c:v>42633</c:v>
                </c:pt>
                <c:pt idx="564">
                  <c:v>42634</c:v>
                </c:pt>
                <c:pt idx="565">
                  <c:v>42635</c:v>
                </c:pt>
                <c:pt idx="566">
                  <c:v>42636</c:v>
                </c:pt>
                <c:pt idx="567">
                  <c:v>42639</c:v>
                </c:pt>
                <c:pt idx="568">
                  <c:v>42640</c:v>
                </c:pt>
                <c:pt idx="569">
                  <c:v>42641</c:v>
                </c:pt>
                <c:pt idx="570">
                  <c:v>42642</c:v>
                </c:pt>
                <c:pt idx="571">
                  <c:v>42643</c:v>
                </c:pt>
                <c:pt idx="572">
                  <c:v>42646</c:v>
                </c:pt>
                <c:pt idx="573">
                  <c:v>42647</c:v>
                </c:pt>
                <c:pt idx="574">
                  <c:v>42648</c:v>
                </c:pt>
                <c:pt idx="575">
                  <c:v>42649</c:v>
                </c:pt>
                <c:pt idx="576">
                  <c:v>42650</c:v>
                </c:pt>
                <c:pt idx="577">
                  <c:v>42653</c:v>
                </c:pt>
                <c:pt idx="578">
                  <c:v>42654</c:v>
                </c:pt>
                <c:pt idx="579">
                  <c:v>42656</c:v>
                </c:pt>
                <c:pt idx="580">
                  <c:v>42657</c:v>
                </c:pt>
                <c:pt idx="581">
                  <c:v>42660</c:v>
                </c:pt>
                <c:pt idx="582">
                  <c:v>42661</c:v>
                </c:pt>
                <c:pt idx="583">
                  <c:v>42662</c:v>
                </c:pt>
                <c:pt idx="584">
                  <c:v>42663</c:v>
                </c:pt>
                <c:pt idx="585">
                  <c:v>42664</c:v>
                </c:pt>
                <c:pt idx="586">
                  <c:v>42667</c:v>
                </c:pt>
                <c:pt idx="587">
                  <c:v>42668</c:v>
                </c:pt>
                <c:pt idx="588">
                  <c:v>42669</c:v>
                </c:pt>
                <c:pt idx="589">
                  <c:v>42670</c:v>
                </c:pt>
                <c:pt idx="590">
                  <c:v>42671</c:v>
                </c:pt>
                <c:pt idx="591">
                  <c:v>42674</c:v>
                </c:pt>
                <c:pt idx="592">
                  <c:v>42675</c:v>
                </c:pt>
                <c:pt idx="593">
                  <c:v>42677</c:v>
                </c:pt>
                <c:pt idx="594">
                  <c:v>42678</c:v>
                </c:pt>
                <c:pt idx="595">
                  <c:v>42681</c:v>
                </c:pt>
                <c:pt idx="596">
                  <c:v>42682</c:v>
                </c:pt>
                <c:pt idx="597">
                  <c:v>42683</c:v>
                </c:pt>
                <c:pt idx="598">
                  <c:v>42684</c:v>
                </c:pt>
                <c:pt idx="599">
                  <c:v>42685</c:v>
                </c:pt>
                <c:pt idx="600">
                  <c:v>42688</c:v>
                </c:pt>
                <c:pt idx="601">
                  <c:v>42690</c:v>
                </c:pt>
                <c:pt idx="602">
                  <c:v>42691</c:v>
                </c:pt>
                <c:pt idx="603">
                  <c:v>42692</c:v>
                </c:pt>
                <c:pt idx="604">
                  <c:v>42695</c:v>
                </c:pt>
                <c:pt idx="605">
                  <c:v>42696</c:v>
                </c:pt>
                <c:pt idx="606">
                  <c:v>42697</c:v>
                </c:pt>
                <c:pt idx="607">
                  <c:v>42698</c:v>
                </c:pt>
                <c:pt idx="608">
                  <c:v>42699</c:v>
                </c:pt>
                <c:pt idx="609">
                  <c:v>42702</c:v>
                </c:pt>
                <c:pt idx="610">
                  <c:v>42703</c:v>
                </c:pt>
                <c:pt idx="611">
                  <c:v>42704</c:v>
                </c:pt>
                <c:pt idx="612">
                  <c:v>42705</c:v>
                </c:pt>
                <c:pt idx="613">
                  <c:v>42706</c:v>
                </c:pt>
                <c:pt idx="614">
                  <c:v>42709</c:v>
                </c:pt>
                <c:pt idx="615">
                  <c:v>42710</c:v>
                </c:pt>
                <c:pt idx="616">
                  <c:v>42711</c:v>
                </c:pt>
                <c:pt idx="617">
                  <c:v>42712</c:v>
                </c:pt>
                <c:pt idx="618">
                  <c:v>42713</c:v>
                </c:pt>
                <c:pt idx="619">
                  <c:v>42716</c:v>
                </c:pt>
                <c:pt idx="620">
                  <c:v>42717</c:v>
                </c:pt>
                <c:pt idx="621">
                  <c:v>42718</c:v>
                </c:pt>
                <c:pt idx="622">
                  <c:v>42719</c:v>
                </c:pt>
                <c:pt idx="623">
                  <c:v>42720</c:v>
                </c:pt>
                <c:pt idx="624">
                  <c:v>42723</c:v>
                </c:pt>
                <c:pt idx="625">
                  <c:v>42724</c:v>
                </c:pt>
                <c:pt idx="626">
                  <c:v>42725</c:v>
                </c:pt>
                <c:pt idx="627">
                  <c:v>42726</c:v>
                </c:pt>
                <c:pt idx="628">
                  <c:v>42727</c:v>
                </c:pt>
                <c:pt idx="629">
                  <c:v>42730</c:v>
                </c:pt>
                <c:pt idx="630">
                  <c:v>42731</c:v>
                </c:pt>
                <c:pt idx="631">
                  <c:v>42732</c:v>
                </c:pt>
                <c:pt idx="632">
                  <c:v>42733</c:v>
                </c:pt>
                <c:pt idx="633">
                  <c:v>42737</c:v>
                </c:pt>
                <c:pt idx="634">
                  <c:v>42738</c:v>
                </c:pt>
                <c:pt idx="635">
                  <c:v>42739</c:v>
                </c:pt>
                <c:pt idx="636">
                  <c:v>42740</c:v>
                </c:pt>
                <c:pt idx="637">
                  <c:v>42741</c:v>
                </c:pt>
                <c:pt idx="638">
                  <c:v>42744</c:v>
                </c:pt>
                <c:pt idx="639">
                  <c:v>42745</c:v>
                </c:pt>
                <c:pt idx="640">
                  <c:v>42746</c:v>
                </c:pt>
                <c:pt idx="641">
                  <c:v>42747</c:v>
                </c:pt>
                <c:pt idx="642">
                  <c:v>42748</c:v>
                </c:pt>
                <c:pt idx="643">
                  <c:v>42751</c:v>
                </c:pt>
                <c:pt idx="644">
                  <c:v>42752</c:v>
                </c:pt>
                <c:pt idx="645">
                  <c:v>42753</c:v>
                </c:pt>
                <c:pt idx="646">
                  <c:v>42754</c:v>
                </c:pt>
                <c:pt idx="647">
                  <c:v>42755</c:v>
                </c:pt>
                <c:pt idx="648">
                  <c:v>42758</c:v>
                </c:pt>
                <c:pt idx="649">
                  <c:v>42759</c:v>
                </c:pt>
                <c:pt idx="650">
                  <c:v>42761</c:v>
                </c:pt>
                <c:pt idx="651">
                  <c:v>42762</c:v>
                </c:pt>
                <c:pt idx="652">
                  <c:v>42765</c:v>
                </c:pt>
                <c:pt idx="653">
                  <c:v>42766</c:v>
                </c:pt>
                <c:pt idx="654">
                  <c:v>42767</c:v>
                </c:pt>
                <c:pt idx="655">
                  <c:v>42768</c:v>
                </c:pt>
                <c:pt idx="656">
                  <c:v>42769</c:v>
                </c:pt>
                <c:pt idx="657">
                  <c:v>42772</c:v>
                </c:pt>
                <c:pt idx="658">
                  <c:v>42773</c:v>
                </c:pt>
                <c:pt idx="659">
                  <c:v>42774</c:v>
                </c:pt>
                <c:pt idx="660">
                  <c:v>42775</c:v>
                </c:pt>
                <c:pt idx="661">
                  <c:v>42776</c:v>
                </c:pt>
                <c:pt idx="662">
                  <c:v>42779</c:v>
                </c:pt>
                <c:pt idx="663">
                  <c:v>42780</c:v>
                </c:pt>
                <c:pt idx="664">
                  <c:v>42781</c:v>
                </c:pt>
                <c:pt idx="665">
                  <c:v>42782</c:v>
                </c:pt>
                <c:pt idx="666">
                  <c:v>42783</c:v>
                </c:pt>
                <c:pt idx="667">
                  <c:v>42786</c:v>
                </c:pt>
                <c:pt idx="668">
                  <c:v>42787</c:v>
                </c:pt>
                <c:pt idx="669">
                  <c:v>42788</c:v>
                </c:pt>
                <c:pt idx="670">
                  <c:v>42789</c:v>
                </c:pt>
                <c:pt idx="671">
                  <c:v>42790</c:v>
                </c:pt>
                <c:pt idx="672">
                  <c:v>42795</c:v>
                </c:pt>
                <c:pt idx="673">
                  <c:v>42796</c:v>
                </c:pt>
                <c:pt idx="674">
                  <c:v>42797</c:v>
                </c:pt>
                <c:pt idx="675">
                  <c:v>42800</c:v>
                </c:pt>
                <c:pt idx="676">
                  <c:v>42801</c:v>
                </c:pt>
                <c:pt idx="677">
                  <c:v>42802</c:v>
                </c:pt>
                <c:pt idx="678">
                  <c:v>42803</c:v>
                </c:pt>
                <c:pt idx="679">
                  <c:v>42804</c:v>
                </c:pt>
                <c:pt idx="680">
                  <c:v>42807</c:v>
                </c:pt>
                <c:pt idx="681">
                  <c:v>42808</c:v>
                </c:pt>
                <c:pt idx="682">
                  <c:v>42809</c:v>
                </c:pt>
                <c:pt idx="683">
                  <c:v>42810</c:v>
                </c:pt>
                <c:pt idx="684">
                  <c:v>42811</c:v>
                </c:pt>
                <c:pt idx="685">
                  <c:v>42814</c:v>
                </c:pt>
                <c:pt idx="686">
                  <c:v>42815</c:v>
                </c:pt>
                <c:pt idx="687">
                  <c:v>42816</c:v>
                </c:pt>
                <c:pt idx="688">
                  <c:v>42817</c:v>
                </c:pt>
                <c:pt idx="689">
                  <c:v>42818</c:v>
                </c:pt>
                <c:pt idx="690">
                  <c:v>42821</c:v>
                </c:pt>
                <c:pt idx="691">
                  <c:v>42822</c:v>
                </c:pt>
                <c:pt idx="692">
                  <c:v>42823</c:v>
                </c:pt>
                <c:pt idx="693">
                  <c:v>42824</c:v>
                </c:pt>
                <c:pt idx="694">
                  <c:v>42825</c:v>
                </c:pt>
                <c:pt idx="695">
                  <c:v>42828</c:v>
                </c:pt>
                <c:pt idx="696">
                  <c:v>42829</c:v>
                </c:pt>
                <c:pt idx="697">
                  <c:v>42830</c:v>
                </c:pt>
                <c:pt idx="698">
                  <c:v>42831</c:v>
                </c:pt>
                <c:pt idx="699">
                  <c:v>42832</c:v>
                </c:pt>
                <c:pt idx="700">
                  <c:v>42835</c:v>
                </c:pt>
                <c:pt idx="701">
                  <c:v>42836</c:v>
                </c:pt>
                <c:pt idx="702">
                  <c:v>42837</c:v>
                </c:pt>
                <c:pt idx="703">
                  <c:v>42838</c:v>
                </c:pt>
                <c:pt idx="704">
                  <c:v>42842</c:v>
                </c:pt>
                <c:pt idx="705">
                  <c:v>42843</c:v>
                </c:pt>
                <c:pt idx="706">
                  <c:v>42844</c:v>
                </c:pt>
                <c:pt idx="707">
                  <c:v>42845</c:v>
                </c:pt>
                <c:pt idx="708">
                  <c:v>42849</c:v>
                </c:pt>
                <c:pt idx="709">
                  <c:v>42850</c:v>
                </c:pt>
                <c:pt idx="710">
                  <c:v>42851</c:v>
                </c:pt>
                <c:pt idx="711">
                  <c:v>42852</c:v>
                </c:pt>
                <c:pt idx="712">
                  <c:v>42853</c:v>
                </c:pt>
                <c:pt idx="713">
                  <c:v>42857</c:v>
                </c:pt>
                <c:pt idx="714">
                  <c:v>42858</c:v>
                </c:pt>
                <c:pt idx="715">
                  <c:v>42859</c:v>
                </c:pt>
                <c:pt idx="716">
                  <c:v>42860</c:v>
                </c:pt>
                <c:pt idx="717">
                  <c:v>42863</c:v>
                </c:pt>
                <c:pt idx="718">
                  <c:v>42864</c:v>
                </c:pt>
                <c:pt idx="719">
                  <c:v>42865</c:v>
                </c:pt>
                <c:pt idx="720">
                  <c:v>42866</c:v>
                </c:pt>
                <c:pt idx="721">
                  <c:v>42867</c:v>
                </c:pt>
                <c:pt idx="722">
                  <c:v>42870</c:v>
                </c:pt>
                <c:pt idx="723">
                  <c:v>42871</c:v>
                </c:pt>
                <c:pt idx="724">
                  <c:v>42872</c:v>
                </c:pt>
                <c:pt idx="725">
                  <c:v>42873</c:v>
                </c:pt>
                <c:pt idx="726">
                  <c:v>42874</c:v>
                </c:pt>
                <c:pt idx="727">
                  <c:v>42877</c:v>
                </c:pt>
                <c:pt idx="728">
                  <c:v>42878</c:v>
                </c:pt>
                <c:pt idx="729">
                  <c:v>42879</c:v>
                </c:pt>
                <c:pt idx="730">
                  <c:v>42880</c:v>
                </c:pt>
                <c:pt idx="731">
                  <c:v>42881</c:v>
                </c:pt>
                <c:pt idx="732">
                  <c:v>42884</c:v>
                </c:pt>
                <c:pt idx="733">
                  <c:v>42885</c:v>
                </c:pt>
                <c:pt idx="734">
                  <c:v>42886</c:v>
                </c:pt>
                <c:pt idx="735">
                  <c:v>42887</c:v>
                </c:pt>
                <c:pt idx="736">
                  <c:v>42888</c:v>
                </c:pt>
                <c:pt idx="737">
                  <c:v>42891</c:v>
                </c:pt>
                <c:pt idx="738">
                  <c:v>42892</c:v>
                </c:pt>
                <c:pt idx="739">
                  <c:v>42893</c:v>
                </c:pt>
                <c:pt idx="740">
                  <c:v>42894</c:v>
                </c:pt>
                <c:pt idx="741">
                  <c:v>42895</c:v>
                </c:pt>
                <c:pt idx="742">
                  <c:v>42898</c:v>
                </c:pt>
                <c:pt idx="743">
                  <c:v>42899</c:v>
                </c:pt>
                <c:pt idx="744">
                  <c:v>42900</c:v>
                </c:pt>
                <c:pt idx="745">
                  <c:v>42902</c:v>
                </c:pt>
                <c:pt idx="746">
                  <c:v>42905</c:v>
                </c:pt>
                <c:pt idx="747">
                  <c:v>42906</c:v>
                </c:pt>
                <c:pt idx="748">
                  <c:v>42907</c:v>
                </c:pt>
                <c:pt idx="749">
                  <c:v>42908</c:v>
                </c:pt>
                <c:pt idx="750">
                  <c:v>42909</c:v>
                </c:pt>
                <c:pt idx="751">
                  <c:v>42912</c:v>
                </c:pt>
                <c:pt idx="752">
                  <c:v>42913</c:v>
                </c:pt>
                <c:pt idx="753">
                  <c:v>42914</c:v>
                </c:pt>
                <c:pt idx="754">
                  <c:v>42915</c:v>
                </c:pt>
                <c:pt idx="755">
                  <c:v>42916</c:v>
                </c:pt>
                <c:pt idx="756">
                  <c:v>42919</c:v>
                </c:pt>
                <c:pt idx="757">
                  <c:v>42920</c:v>
                </c:pt>
                <c:pt idx="758">
                  <c:v>42921</c:v>
                </c:pt>
                <c:pt idx="759">
                  <c:v>42922</c:v>
                </c:pt>
                <c:pt idx="760">
                  <c:v>42923</c:v>
                </c:pt>
                <c:pt idx="761">
                  <c:v>42926</c:v>
                </c:pt>
                <c:pt idx="762">
                  <c:v>42927</c:v>
                </c:pt>
                <c:pt idx="763">
                  <c:v>42928</c:v>
                </c:pt>
                <c:pt idx="764">
                  <c:v>42929</c:v>
                </c:pt>
                <c:pt idx="765">
                  <c:v>42930</c:v>
                </c:pt>
                <c:pt idx="766">
                  <c:v>42933</c:v>
                </c:pt>
                <c:pt idx="767">
                  <c:v>42934</c:v>
                </c:pt>
                <c:pt idx="768">
                  <c:v>42935</c:v>
                </c:pt>
                <c:pt idx="769">
                  <c:v>42936</c:v>
                </c:pt>
                <c:pt idx="770">
                  <c:v>42937</c:v>
                </c:pt>
                <c:pt idx="771">
                  <c:v>42940</c:v>
                </c:pt>
                <c:pt idx="772">
                  <c:v>42941</c:v>
                </c:pt>
                <c:pt idx="773">
                  <c:v>42942</c:v>
                </c:pt>
                <c:pt idx="774">
                  <c:v>42943</c:v>
                </c:pt>
                <c:pt idx="775">
                  <c:v>42944</c:v>
                </c:pt>
                <c:pt idx="776">
                  <c:v>42947</c:v>
                </c:pt>
                <c:pt idx="777">
                  <c:v>42948</c:v>
                </c:pt>
                <c:pt idx="778">
                  <c:v>42949</c:v>
                </c:pt>
                <c:pt idx="779">
                  <c:v>42950</c:v>
                </c:pt>
                <c:pt idx="780">
                  <c:v>42951</c:v>
                </c:pt>
                <c:pt idx="781">
                  <c:v>42954</c:v>
                </c:pt>
                <c:pt idx="782">
                  <c:v>42955</c:v>
                </c:pt>
                <c:pt idx="783">
                  <c:v>42956</c:v>
                </c:pt>
                <c:pt idx="784">
                  <c:v>42957</c:v>
                </c:pt>
                <c:pt idx="785">
                  <c:v>42958</c:v>
                </c:pt>
                <c:pt idx="786">
                  <c:v>42961</c:v>
                </c:pt>
                <c:pt idx="787">
                  <c:v>42962</c:v>
                </c:pt>
                <c:pt idx="788">
                  <c:v>42963</c:v>
                </c:pt>
                <c:pt idx="789">
                  <c:v>42964</c:v>
                </c:pt>
                <c:pt idx="790">
                  <c:v>42965</c:v>
                </c:pt>
                <c:pt idx="791">
                  <c:v>42968</c:v>
                </c:pt>
                <c:pt idx="792">
                  <c:v>42969</c:v>
                </c:pt>
                <c:pt idx="793">
                  <c:v>42970</c:v>
                </c:pt>
                <c:pt idx="794">
                  <c:v>42971</c:v>
                </c:pt>
                <c:pt idx="795">
                  <c:v>42972</c:v>
                </c:pt>
                <c:pt idx="796">
                  <c:v>42975</c:v>
                </c:pt>
                <c:pt idx="797">
                  <c:v>42976</c:v>
                </c:pt>
                <c:pt idx="798">
                  <c:v>42977</c:v>
                </c:pt>
                <c:pt idx="799">
                  <c:v>42978</c:v>
                </c:pt>
                <c:pt idx="800">
                  <c:v>42979</c:v>
                </c:pt>
                <c:pt idx="801">
                  <c:v>42982</c:v>
                </c:pt>
                <c:pt idx="802">
                  <c:v>42983</c:v>
                </c:pt>
                <c:pt idx="803">
                  <c:v>42984</c:v>
                </c:pt>
                <c:pt idx="804">
                  <c:v>42986</c:v>
                </c:pt>
                <c:pt idx="805">
                  <c:v>42989</c:v>
                </c:pt>
                <c:pt idx="806">
                  <c:v>42990</c:v>
                </c:pt>
                <c:pt idx="807">
                  <c:v>42991</c:v>
                </c:pt>
                <c:pt idx="808">
                  <c:v>42992</c:v>
                </c:pt>
                <c:pt idx="809">
                  <c:v>42993</c:v>
                </c:pt>
                <c:pt idx="810">
                  <c:v>42996</c:v>
                </c:pt>
                <c:pt idx="811">
                  <c:v>42997</c:v>
                </c:pt>
                <c:pt idx="812">
                  <c:v>42998</c:v>
                </c:pt>
                <c:pt idx="813">
                  <c:v>42999</c:v>
                </c:pt>
                <c:pt idx="814">
                  <c:v>43000</c:v>
                </c:pt>
                <c:pt idx="815">
                  <c:v>43003</c:v>
                </c:pt>
                <c:pt idx="816">
                  <c:v>43004</c:v>
                </c:pt>
                <c:pt idx="817">
                  <c:v>43005</c:v>
                </c:pt>
                <c:pt idx="818">
                  <c:v>43006</c:v>
                </c:pt>
                <c:pt idx="819">
                  <c:v>43007</c:v>
                </c:pt>
                <c:pt idx="820">
                  <c:v>43010</c:v>
                </c:pt>
                <c:pt idx="821">
                  <c:v>43011</c:v>
                </c:pt>
                <c:pt idx="822">
                  <c:v>43012</c:v>
                </c:pt>
                <c:pt idx="823">
                  <c:v>43013</c:v>
                </c:pt>
                <c:pt idx="824">
                  <c:v>43014</c:v>
                </c:pt>
                <c:pt idx="825">
                  <c:v>43017</c:v>
                </c:pt>
                <c:pt idx="826">
                  <c:v>43018</c:v>
                </c:pt>
                <c:pt idx="827">
                  <c:v>43019</c:v>
                </c:pt>
                <c:pt idx="828">
                  <c:v>43021</c:v>
                </c:pt>
                <c:pt idx="829">
                  <c:v>43024</c:v>
                </c:pt>
                <c:pt idx="830">
                  <c:v>43025</c:v>
                </c:pt>
                <c:pt idx="831">
                  <c:v>43026</c:v>
                </c:pt>
                <c:pt idx="832">
                  <c:v>43027</c:v>
                </c:pt>
                <c:pt idx="833">
                  <c:v>43028</c:v>
                </c:pt>
                <c:pt idx="834">
                  <c:v>43031</c:v>
                </c:pt>
                <c:pt idx="835">
                  <c:v>43032</c:v>
                </c:pt>
                <c:pt idx="836">
                  <c:v>43033</c:v>
                </c:pt>
                <c:pt idx="837">
                  <c:v>43034</c:v>
                </c:pt>
                <c:pt idx="838">
                  <c:v>43035</c:v>
                </c:pt>
                <c:pt idx="839">
                  <c:v>43038</c:v>
                </c:pt>
                <c:pt idx="840">
                  <c:v>43039</c:v>
                </c:pt>
                <c:pt idx="841">
                  <c:v>43040</c:v>
                </c:pt>
                <c:pt idx="842">
                  <c:v>43042</c:v>
                </c:pt>
                <c:pt idx="843">
                  <c:v>43045</c:v>
                </c:pt>
                <c:pt idx="844">
                  <c:v>43046</c:v>
                </c:pt>
                <c:pt idx="845">
                  <c:v>43047</c:v>
                </c:pt>
                <c:pt idx="846">
                  <c:v>43048</c:v>
                </c:pt>
                <c:pt idx="847">
                  <c:v>43049</c:v>
                </c:pt>
                <c:pt idx="848">
                  <c:v>43052</c:v>
                </c:pt>
                <c:pt idx="849">
                  <c:v>43053</c:v>
                </c:pt>
                <c:pt idx="850">
                  <c:v>43055</c:v>
                </c:pt>
                <c:pt idx="851">
                  <c:v>43056</c:v>
                </c:pt>
                <c:pt idx="852">
                  <c:v>43060</c:v>
                </c:pt>
                <c:pt idx="853">
                  <c:v>43061</c:v>
                </c:pt>
                <c:pt idx="854">
                  <c:v>43062</c:v>
                </c:pt>
                <c:pt idx="855">
                  <c:v>43063</c:v>
                </c:pt>
                <c:pt idx="856">
                  <c:v>43066</c:v>
                </c:pt>
                <c:pt idx="857">
                  <c:v>43067</c:v>
                </c:pt>
                <c:pt idx="858">
                  <c:v>43068</c:v>
                </c:pt>
                <c:pt idx="859">
                  <c:v>43069</c:v>
                </c:pt>
                <c:pt idx="860">
                  <c:v>43070</c:v>
                </c:pt>
                <c:pt idx="861">
                  <c:v>43073</c:v>
                </c:pt>
                <c:pt idx="862">
                  <c:v>43074</c:v>
                </c:pt>
                <c:pt idx="863">
                  <c:v>43075</c:v>
                </c:pt>
                <c:pt idx="864">
                  <c:v>43076</c:v>
                </c:pt>
                <c:pt idx="865">
                  <c:v>43077</c:v>
                </c:pt>
                <c:pt idx="866">
                  <c:v>43080</c:v>
                </c:pt>
                <c:pt idx="867">
                  <c:v>43081</c:v>
                </c:pt>
                <c:pt idx="868">
                  <c:v>43082</c:v>
                </c:pt>
                <c:pt idx="869">
                  <c:v>43083</c:v>
                </c:pt>
                <c:pt idx="870">
                  <c:v>43084</c:v>
                </c:pt>
                <c:pt idx="871">
                  <c:v>43087</c:v>
                </c:pt>
                <c:pt idx="872">
                  <c:v>43088</c:v>
                </c:pt>
                <c:pt idx="873">
                  <c:v>43089</c:v>
                </c:pt>
                <c:pt idx="874">
                  <c:v>43090</c:v>
                </c:pt>
                <c:pt idx="875">
                  <c:v>43091</c:v>
                </c:pt>
                <c:pt idx="876">
                  <c:v>43095</c:v>
                </c:pt>
                <c:pt idx="877">
                  <c:v>43096</c:v>
                </c:pt>
                <c:pt idx="878">
                  <c:v>43097</c:v>
                </c:pt>
                <c:pt idx="879">
                  <c:v>43102</c:v>
                </c:pt>
                <c:pt idx="880">
                  <c:v>43103</c:v>
                </c:pt>
                <c:pt idx="881">
                  <c:v>43104</c:v>
                </c:pt>
                <c:pt idx="882">
                  <c:v>43105</c:v>
                </c:pt>
                <c:pt idx="883">
                  <c:v>43108</c:v>
                </c:pt>
                <c:pt idx="884">
                  <c:v>43109</c:v>
                </c:pt>
                <c:pt idx="885">
                  <c:v>43110</c:v>
                </c:pt>
                <c:pt idx="886">
                  <c:v>43111</c:v>
                </c:pt>
                <c:pt idx="887">
                  <c:v>43112</c:v>
                </c:pt>
                <c:pt idx="888">
                  <c:v>43115</c:v>
                </c:pt>
                <c:pt idx="889">
                  <c:v>43116</c:v>
                </c:pt>
                <c:pt idx="890">
                  <c:v>43117</c:v>
                </c:pt>
                <c:pt idx="891">
                  <c:v>43118</c:v>
                </c:pt>
                <c:pt idx="892">
                  <c:v>43119</c:v>
                </c:pt>
                <c:pt idx="893">
                  <c:v>43122</c:v>
                </c:pt>
                <c:pt idx="894">
                  <c:v>43123</c:v>
                </c:pt>
                <c:pt idx="895">
                  <c:v>43124</c:v>
                </c:pt>
                <c:pt idx="896">
                  <c:v>43126</c:v>
                </c:pt>
                <c:pt idx="897">
                  <c:v>43129</c:v>
                </c:pt>
                <c:pt idx="898">
                  <c:v>43130</c:v>
                </c:pt>
                <c:pt idx="899">
                  <c:v>43131</c:v>
                </c:pt>
                <c:pt idx="900">
                  <c:v>43132</c:v>
                </c:pt>
                <c:pt idx="901">
                  <c:v>43133</c:v>
                </c:pt>
                <c:pt idx="902">
                  <c:v>43136</c:v>
                </c:pt>
                <c:pt idx="903">
                  <c:v>43137</c:v>
                </c:pt>
                <c:pt idx="904">
                  <c:v>43138</c:v>
                </c:pt>
                <c:pt idx="905">
                  <c:v>43139</c:v>
                </c:pt>
                <c:pt idx="906">
                  <c:v>43140</c:v>
                </c:pt>
                <c:pt idx="907">
                  <c:v>43145</c:v>
                </c:pt>
                <c:pt idx="908">
                  <c:v>43146</c:v>
                </c:pt>
                <c:pt idx="909">
                  <c:v>43147</c:v>
                </c:pt>
                <c:pt idx="910">
                  <c:v>43150</c:v>
                </c:pt>
                <c:pt idx="911">
                  <c:v>43151</c:v>
                </c:pt>
                <c:pt idx="912">
                  <c:v>43152</c:v>
                </c:pt>
                <c:pt idx="913">
                  <c:v>43153</c:v>
                </c:pt>
                <c:pt idx="914">
                  <c:v>43154</c:v>
                </c:pt>
                <c:pt idx="915">
                  <c:v>43157</c:v>
                </c:pt>
                <c:pt idx="916">
                  <c:v>43158</c:v>
                </c:pt>
                <c:pt idx="917">
                  <c:v>43159</c:v>
                </c:pt>
                <c:pt idx="918">
                  <c:v>43160</c:v>
                </c:pt>
                <c:pt idx="919">
                  <c:v>43161</c:v>
                </c:pt>
                <c:pt idx="920">
                  <c:v>43164</c:v>
                </c:pt>
                <c:pt idx="921">
                  <c:v>43165</c:v>
                </c:pt>
                <c:pt idx="922">
                  <c:v>43166</c:v>
                </c:pt>
                <c:pt idx="923">
                  <c:v>43167</c:v>
                </c:pt>
                <c:pt idx="924">
                  <c:v>43168</c:v>
                </c:pt>
                <c:pt idx="925">
                  <c:v>43171</c:v>
                </c:pt>
                <c:pt idx="926">
                  <c:v>43172</c:v>
                </c:pt>
                <c:pt idx="927">
                  <c:v>43173</c:v>
                </c:pt>
                <c:pt idx="928">
                  <c:v>43174</c:v>
                </c:pt>
                <c:pt idx="929">
                  <c:v>43175</c:v>
                </c:pt>
                <c:pt idx="930">
                  <c:v>43178</c:v>
                </c:pt>
                <c:pt idx="931">
                  <c:v>43179</c:v>
                </c:pt>
                <c:pt idx="932">
                  <c:v>43180</c:v>
                </c:pt>
                <c:pt idx="933">
                  <c:v>43181</c:v>
                </c:pt>
                <c:pt idx="934">
                  <c:v>43182</c:v>
                </c:pt>
                <c:pt idx="935">
                  <c:v>43185</c:v>
                </c:pt>
                <c:pt idx="936">
                  <c:v>43186</c:v>
                </c:pt>
                <c:pt idx="937">
                  <c:v>43187</c:v>
                </c:pt>
                <c:pt idx="938">
                  <c:v>43188</c:v>
                </c:pt>
                <c:pt idx="939">
                  <c:v>43192</c:v>
                </c:pt>
                <c:pt idx="940">
                  <c:v>43193</c:v>
                </c:pt>
                <c:pt idx="941">
                  <c:v>43194</c:v>
                </c:pt>
                <c:pt idx="942">
                  <c:v>43195</c:v>
                </c:pt>
                <c:pt idx="943">
                  <c:v>43196</c:v>
                </c:pt>
                <c:pt idx="944">
                  <c:v>43199</c:v>
                </c:pt>
                <c:pt idx="945">
                  <c:v>43200</c:v>
                </c:pt>
                <c:pt idx="946">
                  <c:v>43201</c:v>
                </c:pt>
                <c:pt idx="947">
                  <c:v>43202</c:v>
                </c:pt>
                <c:pt idx="948">
                  <c:v>43203</c:v>
                </c:pt>
                <c:pt idx="949">
                  <c:v>43206</c:v>
                </c:pt>
                <c:pt idx="950">
                  <c:v>43207</c:v>
                </c:pt>
                <c:pt idx="951">
                  <c:v>43208</c:v>
                </c:pt>
                <c:pt idx="952">
                  <c:v>43209</c:v>
                </c:pt>
                <c:pt idx="953">
                  <c:v>43210</c:v>
                </c:pt>
                <c:pt idx="954">
                  <c:v>43213</c:v>
                </c:pt>
                <c:pt idx="955">
                  <c:v>43214</c:v>
                </c:pt>
                <c:pt idx="956">
                  <c:v>43215</c:v>
                </c:pt>
                <c:pt idx="957">
                  <c:v>43216</c:v>
                </c:pt>
                <c:pt idx="958">
                  <c:v>43217</c:v>
                </c:pt>
                <c:pt idx="959">
                  <c:v>43220</c:v>
                </c:pt>
                <c:pt idx="960">
                  <c:v>43222</c:v>
                </c:pt>
                <c:pt idx="961">
                  <c:v>43223</c:v>
                </c:pt>
                <c:pt idx="962">
                  <c:v>43224</c:v>
                </c:pt>
                <c:pt idx="963">
                  <c:v>43227</c:v>
                </c:pt>
                <c:pt idx="964">
                  <c:v>43228</c:v>
                </c:pt>
                <c:pt idx="965">
                  <c:v>43229</c:v>
                </c:pt>
                <c:pt idx="966">
                  <c:v>43230</c:v>
                </c:pt>
                <c:pt idx="967">
                  <c:v>43231</c:v>
                </c:pt>
                <c:pt idx="968">
                  <c:v>43234</c:v>
                </c:pt>
                <c:pt idx="969">
                  <c:v>43235</c:v>
                </c:pt>
                <c:pt idx="970">
                  <c:v>43236</c:v>
                </c:pt>
                <c:pt idx="971">
                  <c:v>43237</c:v>
                </c:pt>
                <c:pt idx="972">
                  <c:v>43238</c:v>
                </c:pt>
                <c:pt idx="973">
                  <c:v>43241</c:v>
                </c:pt>
                <c:pt idx="974">
                  <c:v>43242</c:v>
                </c:pt>
                <c:pt idx="975">
                  <c:v>43243</c:v>
                </c:pt>
                <c:pt idx="976">
                  <c:v>43244</c:v>
                </c:pt>
                <c:pt idx="977">
                  <c:v>43245</c:v>
                </c:pt>
                <c:pt idx="978">
                  <c:v>43248</c:v>
                </c:pt>
                <c:pt idx="979">
                  <c:v>43249</c:v>
                </c:pt>
                <c:pt idx="980">
                  <c:v>43250</c:v>
                </c:pt>
                <c:pt idx="981">
                  <c:v>43252</c:v>
                </c:pt>
                <c:pt idx="982">
                  <c:v>43255</c:v>
                </c:pt>
                <c:pt idx="983">
                  <c:v>43256</c:v>
                </c:pt>
                <c:pt idx="984">
                  <c:v>43257</c:v>
                </c:pt>
                <c:pt idx="985">
                  <c:v>43258</c:v>
                </c:pt>
                <c:pt idx="986">
                  <c:v>43259</c:v>
                </c:pt>
                <c:pt idx="987">
                  <c:v>43262</c:v>
                </c:pt>
                <c:pt idx="988">
                  <c:v>43263</c:v>
                </c:pt>
                <c:pt idx="989">
                  <c:v>43264</c:v>
                </c:pt>
                <c:pt idx="990">
                  <c:v>43265</c:v>
                </c:pt>
                <c:pt idx="991">
                  <c:v>43266</c:v>
                </c:pt>
                <c:pt idx="992">
                  <c:v>43269</c:v>
                </c:pt>
                <c:pt idx="993">
                  <c:v>43270</c:v>
                </c:pt>
                <c:pt idx="994">
                  <c:v>43271</c:v>
                </c:pt>
                <c:pt idx="995">
                  <c:v>43272</c:v>
                </c:pt>
                <c:pt idx="996">
                  <c:v>43273</c:v>
                </c:pt>
                <c:pt idx="997">
                  <c:v>43276</c:v>
                </c:pt>
                <c:pt idx="998">
                  <c:v>43277</c:v>
                </c:pt>
                <c:pt idx="999">
                  <c:v>43278</c:v>
                </c:pt>
                <c:pt idx="1000">
                  <c:v>43279</c:v>
                </c:pt>
                <c:pt idx="1001">
                  <c:v>43280</c:v>
                </c:pt>
                <c:pt idx="1002">
                  <c:v>43283</c:v>
                </c:pt>
                <c:pt idx="1003">
                  <c:v>43284</c:v>
                </c:pt>
                <c:pt idx="1004">
                  <c:v>43285</c:v>
                </c:pt>
                <c:pt idx="1005">
                  <c:v>43286</c:v>
                </c:pt>
                <c:pt idx="1006">
                  <c:v>43287</c:v>
                </c:pt>
                <c:pt idx="1007">
                  <c:v>43291</c:v>
                </c:pt>
                <c:pt idx="1008">
                  <c:v>43292</c:v>
                </c:pt>
                <c:pt idx="1009">
                  <c:v>43293</c:v>
                </c:pt>
                <c:pt idx="1010">
                  <c:v>43294</c:v>
                </c:pt>
                <c:pt idx="1011">
                  <c:v>43297</c:v>
                </c:pt>
                <c:pt idx="1012">
                  <c:v>43298</c:v>
                </c:pt>
                <c:pt idx="1013">
                  <c:v>43299</c:v>
                </c:pt>
                <c:pt idx="1014">
                  <c:v>43300</c:v>
                </c:pt>
                <c:pt idx="1015">
                  <c:v>43301</c:v>
                </c:pt>
                <c:pt idx="1016">
                  <c:v>43304</c:v>
                </c:pt>
                <c:pt idx="1017">
                  <c:v>43305</c:v>
                </c:pt>
                <c:pt idx="1018">
                  <c:v>43306</c:v>
                </c:pt>
                <c:pt idx="1019">
                  <c:v>43307</c:v>
                </c:pt>
                <c:pt idx="1020">
                  <c:v>43308</c:v>
                </c:pt>
                <c:pt idx="1021">
                  <c:v>43311</c:v>
                </c:pt>
                <c:pt idx="1022">
                  <c:v>43312</c:v>
                </c:pt>
                <c:pt idx="1023">
                  <c:v>43313</c:v>
                </c:pt>
                <c:pt idx="1024">
                  <c:v>43314</c:v>
                </c:pt>
                <c:pt idx="1025">
                  <c:v>43315</c:v>
                </c:pt>
                <c:pt idx="1026">
                  <c:v>43318</c:v>
                </c:pt>
                <c:pt idx="1027">
                  <c:v>43319</c:v>
                </c:pt>
                <c:pt idx="1028">
                  <c:v>43320</c:v>
                </c:pt>
                <c:pt idx="1029">
                  <c:v>43321</c:v>
                </c:pt>
                <c:pt idx="1030">
                  <c:v>43322</c:v>
                </c:pt>
                <c:pt idx="1031">
                  <c:v>43325</c:v>
                </c:pt>
                <c:pt idx="1032">
                  <c:v>43326</c:v>
                </c:pt>
                <c:pt idx="1033">
                  <c:v>43327</c:v>
                </c:pt>
                <c:pt idx="1034">
                  <c:v>43328</c:v>
                </c:pt>
                <c:pt idx="1035">
                  <c:v>43329</c:v>
                </c:pt>
                <c:pt idx="1036">
                  <c:v>43332</c:v>
                </c:pt>
                <c:pt idx="1037">
                  <c:v>43333</c:v>
                </c:pt>
                <c:pt idx="1038">
                  <c:v>43334</c:v>
                </c:pt>
                <c:pt idx="1039">
                  <c:v>43335</c:v>
                </c:pt>
                <c:pt idx="1040">
                  <c:v>43336</c:v>
                </c:pt>
                <c:pt idx="1041">
                  <c:v>43339</c:v>
                </c:pt>
                <c:pt idx="1042">
                  <c:v>43340</c:v>
                </c:pt>
                <c:pt idx="1043">
                  <c:v>43341</c:v>
                </c:pt>
                <c:pt idx="1044">
                  <c:v>43342</c:v>
                </c:pt>
                <c:pt idx="1045">
                  <c:v>43343</c:v>
                </c:pt>
                <c:pt idx="1046">
                  <c:v>43346</c:v>
                </c:pt>
                <c:pt idx="1047">
                  <c:v>43347</c:v>
                </c:pt>
                <c:pt idx="1048">
                  <c:v>43348</c:v>
                </c:pt>
                <c:pt idx="1049">
                  <c:v>43349</c:v>
                </c:pt>
                <c:pt idx="1050">
                  <c:v>43353</c:v>
                </c:pt>
                <c:pt idx="1051">
                  <c:v>43354</c:v>
                </c:pt>
                <c:pt idx="1052">
                  <c:v>43355</c:v>
                </c:pt>
                <c:pt idx="1053">
                  <c:v>43356</c:v>
                </c:pt>
                <c:pt idx="1054">
                  <c:v>43357</c:v>
                </c:pt>
                <c:pt idx="1055">
                  <c:v>43360</c:v>
                </c:pt>
                <c:pt idx="1056">
                  <c:v>43361</c:v>
                </c:pt>
                <c:pt idx="1057">
                  <c:v>43362</c:v>
                </c:pt>
                <c:pt idx="1058">
                  <c:v>43363</c:v>
                </c:pt>
                <c:pt idx="1059">
                  <c:v>43364</c:v>
                </c:pt>
                <c:pt idx="1060">
                  <c:v>43367</c:v>
                </c:pt>
                <c:pt idx="1061">
                  <c:v>43368</c:v>
                </c:pt>
                <c:pt idx="1062">
                  <c:v>43369</c:v>
                </c:pt>
                <c:pt idx="1063">
                  <c:v>43370</c:v>
                </c:pt>
                <c:pt idx="1064">
                  <c:v>43371</c:v>
                </c:pt>
                <c:pt idx="1065">
                  <c:v>43374</c:v>
                </c:pt>
                <c:pt idx="1066">
                  <c:v>43375</c:v>
                </c:pt>
                <c:pt idx="1067">
                  <c:v>43376</c:v>
                </c:pt>
                <c:pt idx="1068">
                  <c:v>43377</c:v>
                </c:pt>
                <c:pt idx="1069">
                  <c:v>43378</c:v>
                </c:pt>
                <c:pt idx="1070">
                  <c:v>43381</c:v>
                </c:pt>
                <c:pt idx="1071">
                  <c:v>43382</c:v>
                </c:pt>
                <c:pt idx="1072">
                  <c:v>43383</c:v>
                </c:pt>
                <c:pt idx="1073">
                  <c:v>43384</c:v>
                </c:pt>
                <c:pt idx="1074">
                  <c:v>43388</c:v>
                </c:pt>
                <c:pt idx="1075">
                  <c:v>43389</c:v>
                </c:pt>
                <c:pt idx="1076">
                  <c:v>43390</c:v>
                </c:pt>
                <c:pt idx="1077">
                  <c:v>43391</c:v>
                </c:pt>
                <c:pt idx="1078">
                  <c:v>43392</c:v>
                </c:pt>
                <c:pt idx="1079">
                  <c:v>43395</c:v>
                </c:pt>
                <c:pt idx="1080">
                  <c:v>43396</c:v>
                </c:pt>
                <c:pt idx="1081">
                  <c:v>43397</c:v>
                </c:pt>
                <c:pt idx="1082">
                  <c:v>43398</c:v>
                </c:pt>
                <c:pt idx="1083">
                  <c:v>43399</c:v>
                </c:pt>
                <c:pt idx="1084">
                  <c:v>43402</c:v>
                </c:pt>
                <c:pt idx="1085">
                  <c:v>43403</c:v>
                </c:pt>
                <c:pt idx="1086">
                  <c:v>43404</c:v>
                </c:pt>
                <c:pt idx="1087">
                  <c:v>43405</c:v>
                </c:pt>
                <c:pt idx="1088">
                  <c:v>43409</c:v>
                </c:pt>
                <c:pt idx="1089">
                  <c:v>43410</c:v>
                </c:pt>
                <c:pt idx="1090">
                  <c:v>43411</c:v>
                </c:pt>
                <c:pt idx="1091">
                  <c:v>43412</c:v>
                </c:pt>
                <c:pt idx="1092">
                  <c:v>43413</c:v>
                </c:pt>
                <c:pt idx="1093">
                  <c:v>43416</c:v>
                </c:pt>
                <c:pt idx="1094">
                  <c:v>43417</c:v>
                </c:pt>
                <c:pt idx="1095">
                  <c:v>43418</c:v>
                </c:pt>
                <c:pt idx="1096">
                  <c:v>43420</c:v>
                </c:pt>
                <c:pt idx="1097">
                  <c:v>43423</c:v>
                </c:pt>
                <c:pt idx="1098">
                  <c:v>43425</c:v>
                </c:pt>
                <c:pt idx="1099">
                  <c:v>43426</c:v>
                </c:pt>
                <c:pt idx="1100">
                  <c:v>43427</c:v>
                </c:pt>
                <c:pt idx="1101">
                  <c:v>43430</c:v>
                </c:pt>
                <c:pt idx="1102">
                  <c:v>43431</c:v>
                </c:pt>
                <c:pt idx="1103">
                  <c:v>43432</c:v>
                </c:pt>
                <c:pt idx="1104">
                  <c:v>43433</c:v>
                </c:pt>
                <c:pt idx="1105">
                  <c:v>43434</c:v>
                </c:pt>
                <c:pt idx="1106">
                  <c:v>43437</c:v>
                </c:pt>
                <c:pt idx="1107">
                  <c:v>43438</c:v>
                </c:pt>
                <c:pt idx="1108">
                  <c:v>43439</c:v>
                </c:pt>
                <c:pt idx="1109">
                  <c:v>43440</c:v>
                </c:pt>
                <c:pt idx="1110">
                  <c:v>43441</c:v>
                </c:pt>
                <c:pt idx="1111">
                  <c:v>43444</c:v>
                </c:pt>
                <c:pt idx="1112">
                  <c:v>43445</c:v>
                </c:pt>
                <c:pt idx="1113">
                  <c:v>43446</c:v>
                </c:pt>
                <c:pt idx="1114">
                  <c:v>43447</c:v>
                </c:pt>
                <c:pt idx="1115">
                  <c:v>43448</c:v>
                </c:pt>
                <c:pt idx="1116">
                  <c:v>43451</c:v>
                </c:pt>
                <c:pt idx="1117">
                  <c:v>43452</c:v>
                </c:pt>
                <c:pt idx="1118">
                  <c:v>43453</c:v>
                </c:pt>
                <c:pt idx="1119">
                  <c:v>43454</c:v>
                </c:pt>
                <c:pt idx="1120">
                  <c:v>43455</c:v>
                </c:pt>
                <c:pt idx="1121">
                  <c:v>43460</c:v>
                </c:pt>
                <c:pt idx="1122">
                  <c:v>43461</c:v>
                </c:pt>
                <c:pt idx="1123">
                  <c:v>43462</c:v>
                </c:pt>
                <c:pt idx="1124">
                  <c:v>43467</c:v>
                </c:pt>
                <c:pt idx="1125">
                  <c:v>43468</c:v>
                </c:pt>
                <c:pt idx="1126">
                  <c:v>43469</c:v>
                </c:pt>
                <c:pt idx="1127">
                  <c:v>43472</c:v>
                </c:pt>
                <c:pt idx="1128">
                  <c:v>43473</c:v>
                </c:pt>
                <c:pt idx="1129">
                  <c:v>43474</c:v>
                </c:pt>
                <c:pt idx="1130">
                  <c:v>43475</c:v>
                </c:pt>
                <c:pt idx="1131">
                  <c:v>43476</c:v>
                </c:pt>
                <c:pt idx="1132">
                  <c:v>43479</c:v>
                </c:pt>
                <c:pt idx="1133">
                  <c:v>43480</c:v>
                </c:pt>
                <c:pt idx="1134">
                  <c:v>43481</c:v>
                </c:pt>
                <c:pt idx="1135">
                  <c:v>43482</c:v>
                </c:pt>
                <c:pt idx="1136">
                  <c:v>43483</c:v>
                </c:pt>
                <c:pt idx="1137">
                  <c:v>43486</c:v>
                </c:pt>
                <c:pt idx="1138">
                  <c:v>43487</c:v>
                </c:pt>
                <c:pt idx="1139">
                  <c:v>43488</c:v>
                </c:pt>
                <c:pt idx="1140">
                  <c:v>43489</c:v>
                </c:pt>
                <c:pt idx="1141">
                  <c:v>43493</c:v>
                </c:pt>
                <c:pt idx="1142">
                  <c:v>43494</c:v>
                </c:pt>
                <c:pt idx="1143">
                  <c:v>43495</c:v>
                </c:pt>
                <c:pt idx="1144">
                  <c:v>43496</c:v>
                </c:pt>
                <c:pt idx="1145">
                  <c:v>43497</c:v>
                </c:pt>
                <c:pt idx="1146">
                  <c:v>43500</c:v>
                </c:pt>
                <c:pt idx="1147">
                  <c:v>43501</c:v>
                </c:pt>
                <c:pt idx="1148">
                  <c:v>43502</c:v>
                </c:pt>
                <c:pt idx="1149">
                  <c:v>43503</c:v>
                </c:pt>
                <c:pt idx="1150">
                  <c:v>43504</c:v>
                </c:pt>
                <c:pt idx="1151">
                  <c:v>43507</c:v>
                </c:pt>
                <c:pt idx="1152">
                  <c:v>43508</c:v>
                </c:pt>
                <c:pt idx="1153">
                  <c:v>43509</c:v>
                </c:pt>
                <c:pt idx="1154">
                  <c:v>43510</c:v>
                </c:pt>
                <c:pt idx="1155">
                  <c:v>43511</c:v>
                </c:pt>
                <c:pt idx="1156">
                  <c:v>43514</c:v>
                </c:pt>
                <c:pt idx="1157">
                  <c:v>43515</c:v>
                </c:pt>
                <c:pt idx="1158">
                  <c:v>43516</c:v>
                </c:pt>
                <c:pt idx="1159">
                  <c:v>43517</c:v>
                </c:pt>
                <c:pt idx="1160">
                  <c:v>43518</c:v>
                </c:pt>
                <c:pt idx="1161">
                  <c:v>43521</c:v>
                </c:pt>
                <c:pt idx="1162">
                  <c:v>43522</c:v>
                </c:pt>
                <c:pt idx="1163">
                  <c:v>43523</c:v>
                </c:pt>
                <c:pt idx="1164">
                  <c:v>43524</c:v>
                </c:pt>
                <c:pt idx="1165">
                  <c:v>43525</c:v>
                </c:pt>
                <c:pt idx="1166">
                  <c:v>43530</c:v>
                </c:pt>
                <c:pt idx="1167">
                  <c:v>43531</c:v>
                </c:pt>
                <c:pt idx="1168">
                  <c:v>43532</c:v>
                </c:pt>
                <c:pt idx="1169">
                  <c:v>43535</c:v>
                </c:pt>
                <c:pt idx="1170">
                  <c:v>43536</c:v>
                </c:pt>
                <c:pt idx="1171">
                  <c:v>43537</c:v>
                </c:pt>
                <c:pt idx="1172">
                  <c:v>43538</c:v>
                </c:pt>
                <c:pt idx="1173">
                  <c:v>43539</c:v>
                </c:pt>
                <c:pt idx="1174">
                  <c:v>43542</c:v>
                </c:pt>
                <c:pt idx="1175">
                  <c:v>43543</c:v>
                </c:pt>
                <c:pt idx="1176">
                  <c:v>43544</c:v>
                </c:pt>
                <c:pt idx="1177">
                  <c:v>43545</c:v>
                </c:pt>
                <c:pt idx="1178">
                  <c:v>43546</c:v>
                </c:pt>
                <c:pt idx="1179">
                  <c:v>43549</c:v>
                </c:pt>
                <c:pt idx="1180">
                  <c:v>43550</c:v>
                </c:pt>
                <c:pt idx="1181">
                  <c:v>43551</c:v>
                </c:pt>
                <c:pt idx="1182">
                  <c:v>43552</c:v>
                </c:pt>
                <c:pt idx="1183">
                  <c:v>43553</c:v>
                </c:pt>
                <c:pt idx="1184">
                  <c:v>43556</c:v>
                </c:pt>
                <c:pt idx="1185">
                  <c:v>43557</c:v>
                </c:pt>
                <c:pt idx="1186">
                  <c:v>43558</c:v>
                </c:pt>
                <c:pt idx="1187">
                  <c:v>43559</c:v>
                </c:pt>
                <c:pt idx="1188">
                  <c:v>43560</c:v>
                </c:pt>
                <c:pt idx="1189">
                  <c:v>43563</c:v>
                </c:pt>
                <c:pt idx="1190">
                  <c:v>43564</c:v>
                </c:pt>
                <c:pt idx="1191">
                  <c:v>43565</c:v>
                </c:pt>
                <c:pt idx="1192">
                  <c:v>43566</c:v>
                </c:pt>
                <c:pt idx="1193">
                  <c:v>43567</c:v>
                </c:pt>
                <c:pt idx="1194">
                  <c:v>43570</c:v>
                </c:pt>
                <c:pt idx="1195">
                  <c:v>43571</c:v>
                </c:pt>
                <c:pt idx="1196">
                  <c:v>43572</c:v>
                </c:pt>
                <c:pt idx="1197">
                  <c:v>43573</c:v>
                </c:pt>
                <c:pt idx="1198">
                  <c:v>43577</c:v>
                </c:pt>
                <c:pt idx="1199">
                  <c:v>43578</c:v>
                </c:pt>
                <c:pt idx="1200">
                  <c:v>43579</c:v>
                </c:pt>
                <c:pt idx="1201">
                  <c:v>43580</c:v>
                </c:pt>
                <c:pt idx="1202">
                  <c:v>43581</c:v>
                </c:pt>
                <c:pt idx="1203">
                  <c:v>43584</c:v>
                </c:pt>
                <c:pt idx="1204">
                  <c:v>43585</c:v>
                </c:pt>
                <c:pt idx="1205">
                  <c:v>43587</c:v>
                </c:pt>
                <c:pt idx="1206">
                  <c:v>43588</c:v>
                </c:pt>
                <c:pt idx="1207">
                  <c:v>43591</c:v>
                </c:pt>
                <c:pt idx="1208">
                  <c:v>43592</c:v>
                </c:pt>
                <c:pt idx="1209">
                  <c:v>43593</c:v>
                </c:pt>
                <c:pt idx="1210">
                  <c:v>43594</c:v>
                </c:pt>
                <c:pt idx="1211">
                  <c:v>43595</c:v>
                </c:pt>
                <c:pt idx="1212">
                  <c:v>43598</c:v>
                </c:pt>
                <c:pt idx="1213">
                  <c:v>43599</c:v>
                </c:pt>
                <c:pt idx="1214">
                  <c:v>43600</c:v>
                </c:pt>
                <c:pt idx="1215">
                  <c:v>43601</c:v>
                </c:pt>
                <c:pt idx="1216">
                  <c:v>43602</c:v>
                </c:pt>
                <c:pt idx="1217">
                  <c:v>43605</c:v>
                </c:pt>
                <c:pt idx="1218">
                  <c:v>43606</c:v>
                </c:pt>
                <c:pt idx="1219">
                  <c:v>43607</c:v>
                </c:pt>
                <c:pt idx="1220">
                  <c:v>43608</c:v>
                </c:pt>
                <c:pt idx="1221">
                  <c:v>43609</c:v>
                </c:pt>
                <c:pt idx="1222">
                  <c:v>43612</c:v>
                </c:pt>
                <c:pt idx="1223">
                  <c:v>43613</c:v>
                </c:pt>
                <c:pt idx="1224">
                  <c:v>43614</c:v>
                </c:pt>
                <c:pt idx="1225">
                  <c:v>43615</c:v>
                </c:pt>
                <c:pt idx="1226">
                  <c:v>43616</c:v>
                </c:pt>
                <c:pt idx="1227">
                  <c:v>43619</c:v>
                </c:pt>
                <c:pt idx="1228">
                  <c:v>43620</c:v>
                </c:pt>
                <c:pt idx="1229">
                  <c:v>43621</c:v>
                </c:pt>
                <c:pt idx="1230">
                  <c:v>43622</c:v>
                </c:pt>
                <c:pt idx="1231">
                  <c:v>43623</c:v>
                </c:pt>
                <c:pt idx="1232">
                  <c:v>43626</c:v>
                </c:pt>
                <c:pt idx="1233">
                  <c:v>43627</c:v>
                </c:pt>
                <c:pt idx="1234">
                  <c:v>43628</c:v>
                </c:pt>
                <c:pt idx="1235">
                  <c:v>43629</c:v>
                </c:pt>
                <c:pt idx="1236">
                  <c:v>43630</c:v>
                </c:pt>
                <c:pt idx="1237">
                  <c:v>43633</c:v>
                </c:pt>
                <c:pt idx="1238">
                  <c:v>43634</c:v>
                </c:pt>
                <c:pt idx="1239">
                  <c:v>43635</c:v>
                </c:pt>
                <c:pt idx="1240">
                  <c:v>43637</c:v>
                </c:pt>
                <c:pt idx="1241">
                  <c:v>43640</c:v>
                </c:pt>
                <c:pt idx="1242">
                  <c:v>43641</c:v>
                </c:pt>
                <c:pt idx="1243">
                  <c:v>43642</c:v>
                </c:pt>
                <c:pt idx="1244">
                  <c:v>43643</c:v>
                </c:pt>
                <c:pt idx="1245">
                  <c:v>43644</c:v>
                </c:pt>
                <c:pt idx="1246">
                  <c:v>43647</c:v>
                </c:pt>
                <c:pt idx="1247">
                  <c:v>43648</c:v>
                </c:pt>
                <c:pt idx="1248">
                  <c:v>43649</c:v>
                </c:pt>
                <c:pt idx="1249">
                  <c:v>43650</c:v>
                </c:pt>
                <c:pt idx="1250">
                  <c:v>43651</c:v>
                </c:pt>
                <c:pt idx="1251">
                  <c:v>43654</c:v>
                </c:pt>
                <c:pt idx="1252">
                  <c:v>43656</c:v>
                </c:pt>
                <c:pt idx="1253">
                  <c:v>43657</c:v>
                </c:pt>
                <c:pt idx="1254">
                  <c:v>43658</c:v>
                </c:pt>
                <c:pt idx="1255">
                  <c:v>43661</c:v>
                </c:pt>
                <c:pt idx="1256">
                  <c:v>43662</c:v>
                </c:pt>
                <c:pt idx="1257">
                  <c:v>43663</c:v>
                </c:pt>
                <c:pt idx="1258">
                  <c:v>43664</c:v>
                </c:pt>
                <c:pt idx="1259">
                  <c:v>43665</c:v>
                </c:pt>
                <c:pt idx="1260">
                  <c:v>43668</c:v>
                </c:pt>
                <c:pt idx="1261">
                  <c:v>43669</c:v>
                </c:pt>
                <c:pt idx="1262">
                  <c:v>43670</c:v>
                </c:pt>
                <c:pt idx="1263">
                  <c:v>43671</c:v>
                </c:pt>
                <c:pt idx="1264">
                  <c:v>43672</c:v>
                </c:pt>
                <c:pt idx="1265">
                  <c:v>43675</c:v>
                </c:pt>
                <c:pt idx="1266">
                  <c:v>43676</c:v>
                </c:pt>
                <c:pt idx="1267">
                  <c:v>43677</c:v>
                </c:pt>
                <c:pt idx="1268">
                  <c:v>43678</c:v>
                </c:pt>
                <c:pt idx="1269">
                  <c:v>43679</c:v>
                </c:pt>
                <c:pt idx="1270">
                  <c:v>43682</c:v>
                </c:pt>
                <c:pt idx="1271">
                  <c:v>43683</c:v>
                </c:pt>
                <c:pt idx="1272">
                  <c:v>43684</c:v>
                </c:pt>
                <c:pt idx="1273">
                  <c:v>43685</c:v>
                </c:pt>
                <c:pt idx="1274">
                  <c:v>43686</c:v>
                </c:pt>
                <c:pt idx="1275">
                  <c:v>43689</c:v>
                </c:pt>
                <c:pt idx="1276">
                  <c:v>43690</c:v>
                </c:pt>
                <c:pt idx="1277">
                  <c:v>43691</c:v>
                </c:pt>
                <c:pt idx="1278">
                  <c:v>43692</c:v>
                </c:pt>
                <c:pt idx="1279">
                  <c:v>43693</c:v>
                </c:pt>
                <c:pt idx="1280">
                  <c:v>43696</c:v>
                </c:pt>
                <c:pt idx="1281">
                  <c:v>43697</c:v>
                </c:pt>
                <c:pt idx="1282">
                  <c:v>43698</c:v>
                </c:pt>
                <c:pt idx="1283">
                  <c:v>43699</c:v>
                </c:pt>
                <c:pt idx="1284">
                  <c:v>43700</c:v>
                </c:pt>
                <c:pt idx="1285">
                  <c:v>43703</c:v>
                </c:pt>
                <c:pt idx="1286">
                  <c:v>43704</c:v>
                </c:pt>
                <c:pt idx="1287">
                  <c:v>43705</c:v>
                </c:pt>
                <c:pt idx="1288">
                  <c:v>43706</c:v>
                </c:pt>
                <c:pt idx="1289">
                  <c:v>43707</c:v>
                </c:pt>
                <c:pt idx="1290">
                  <c:v>43710</c:v>
                </c:pt>
                <c:pt idx="1291">
                  <c:v>43711</c:v>
                </c:pt>
                <c:pt idx="1292">
                  <c:v>43712</c:v>
                </c:pt>
                <c:pt idx="1293">
                  <c:v>43713</c:v>
                </c:pt>
                <c:pt idx="1294">
                  <c:v>43714</c:v>
                </c:pt>
                <c:pt idx="1295">
                  <c:v>43717</c:v>
                </c:pt>
                <c:pt idx="1296">
                  <c:v>43718</c:v>
                </c:pt>
                <c:pt idx="1297">
                  <c:v>43719</c:v>
                </c:pt>
                <c:pt idx="1298">
                  <c:v>43720</c:v>
                </c:pt>
                <c:pt idx="1299">
                  <c:v>43721</c:v>
                </c:pt>
                <c:pt idx="1300">
                  <c:v>43724</c:v>
                </c:pt>
                <c:pt idx="1301">
                  <c:v>43725</c:v>
                </c:pt>
                <c:pt idx="1302">
                  <c:v>43726</c:v>
                </c:pt>
                <c:pt idx="1303">
                  <c:v>43727</c:v>
                </c:pt>
                <c:pt idx="1304">
                  <c:v>43728</c:v>
                </c:pt>
                <c:pt idx="1305">
                  <c:v>43731</c:v>
                </c:pt>
                <c:pt idx="1306">
                  <c:v>43732</c:v>
                </c:pt>
                <c:pt idx="1307">
                  <c:v>43733</c:v>
                </c:pt>
                <c:pt idx="1308">
                  <c:v>43734</c:v>
                </c:pt>
                <c:pt idx="1309">
                  <c:v>43735</c:v>
                </c:pt>
                <c:pt idx="1310">
                  <c:v>43738</c:v>
                </c:pt>
                <c:pt idx="1311">
                  <c:v>43739</c:v>
                </c:pt>
                <c:pt idx="1312">
                  <c:v>43740</c:v>
                </c:pt>
                <c:pt idx="1313">
                  <c:v>43741</c:v>
                </c:pt>
                <c:pt idx="1314">
                  <c:v>43742</c:v>
                </c:pt>
                <c:pt idx="1315">
                  <c:v>43745</c:v>
                </c:pt>
                <c:pt idx="1316">
                  <c:v>43746</c:v>
                </c:pt>
                <c:pt idx="1317">
                  <c:v>43747</c:v>
                </c:pt>
                <c:pt idx="1318">
                  <c:v>43748</c:v>
                </c:pt>
                <c:pt idx="1319">
                  <c:v>43749</c:v>
                </c:pt>
                <c:pt idx="1320">
                  <c:v>43752</c:v>
                </c:pt>
                <c:pt idx="1321">
                  <c:v>43753</c:v>
                </c:pt>
                <c:pt idx="1322">
                  <c:v>43754</c:v>
                </c:pt>
                <c:pt idx="1323">
                  <c:v>43755</c:v>
                </c:pt>
                <c:pt idx="1324">
                  <c:v>43756</c:v>
                </c:pt>
                <c:pt idx="1325">
                  <c:v>43759</c:v>
                </c:pt>
                <c:pt idx="1326">
                  <c:v>43760</c:v>
                </c:pt>
                <c:pt idx="1327">
                  <c:v>43761</c:v>
                </c:pt>
                <c:pt idx="1328">
                  <c:v>43762</c:v>
                </c:pt>
                <c:pt idx="1329">
                  <c:v>43763</c:v>
                </c:pt>
                <c:pt idx="1330">
                  <c:v>43766</c:v>
                </c:pt>
                <c:pt idx="1331">
                  <c:v>43767</c:v>
                </c:pt>
                <c:pt idx="1332">
                  <c:v>43768</c:v>
                </c:pt>
                <c:pt idx="1333">
                  <c:v>43769</c:v>
                </c:pt>
                <c:pt idx="1334">
                  <c:v>43770</c:v>
                </c:pt>
                <c:pt idx="1335">
                  <c:v>43773</c:v>
                </c:pt>
                <c:pt idx="1336">
                  <c:v>43774</c:v>
                </c:pt>
                <c:pt idx="1337">
                  <c:v>43775</c:v>
                </c:pt>
                <c:pt idx="1338">
                  <c:v>43776</c:v>
                </c:pt>
                <c:pt idx="1339">
                  <c:v>43777</c:v>
                </c:pt>
                <c:pt idx="1340">
                  <c:v>43780</c:v>
                </c:pt>
                <c:pt idx="1341">
                  <c:v>43781</c:v>
                </c:pt>
                <c:pt idx="1342">
                  <c:v>43782</c:v>
                </c:pt>
                <c:pt idx="1343">
                  <c:v>43783</c:v>
                </c:pt>
                <c:pt idx="1344">
                  <c:v>43787</c:v>
                </c:pt>
                <c:pt idx="1345">
                  <c:v>43788</c:v>
                </c:pt>
                <c:pt idx="1346">
                  <c:v>43790</c:v>
                </c:pt>
                <c:pt idx="1347">
                  <c:v>43791</c:v>
                </c:pt>
                <c:pt idx="1348">
                  <c:v>43794</c:v>
                </c:pt>
                <c:pt idx="1349">
                  <c:v>43795</c:v>
                </c:pt>
                <c:pt idx="1350">
                  <c:v>43796</c:v>
                </c:pt>
                <c:pt idx="1351">
                  <c:v>43797</c:v>
                </c:pt>
                <c:pt idx="1352">
                  <c:v>43798</c:v>
                </c:pt>
                <c:pt idx="1353">
                  <c:v>43801</c:v>
                </c:pt>
                <c:pt idx="1354">
                  <c:v>43802</c:v>
                </c:pt>
                <c:pt idx="1355">
                  <c:v>43803</c:v>
                </c:pt>
                <c:pt idx="1356">
                  <c:v>43804</c:v>
                </c:pt>
                <c:pt idx="1357">
                  <c:v>43805</c:v>
                </c:pt>
                <c:pt idx="1358">
                  <c:v>43808</c:v>
                </c:pt>
                <c:pt idx="1359">
                  <c:v>43809</c:v>
                </c:pt>
                <c:pt idx="1360">
                  <c:v>43810</c:v>
                </c:pt>
                <c:pt idx="1361">
                  <c:v>43811</c:v>
                </c:pt>
                <c:pt idx="1362">
                  <c:v>43812</c:v>
                </c:pt>
                <c:pt idx="1363">
                  <c:v>43815</c:v>
                </c:pt>
                <c:pt idx="1364">
                  <c:v>43816</c:v>
                </c:pt>
                <c:pt idx="1365">
                  <c:v>43817</c:v>
                </c:pt>
                <c:pt idx="1366">
                  <c:v>43818</c:v>
                </c:pt>
                <c:pt idx="1367">
                  <c:v>43819</c:v>
                </c:pt>
                <c:pt idx="1368">
                  <c:v>43822</c:v>
                </c:pt>
                <c:pt idx="1369">
                  <c:v>43825</c:v>
                </c:pt>
                <c:pt idx="1370">
                  <c:v>43826</c:v>
                </c:pt>
                <c:pt idx="1371">
                  <c:v>43829</c:v>
                </c:pt>
                <c:pt idx="1372">
                  <c:v>43832</c:v>
                </c:pt>
                <c:pt idx="1373">
                  <c:v>43833</c:v>
                </c:pt>
                <c:pt idx="1374">
                  <c:v>43836</c:v>
                </c:pt>
                <c:pt idx="1375">
                  <c:v>43837</c:v>
                </c:pt>
                <c:pt idx="1376">
                  <c:v>43838</c:v>
                </c:pt>
                <c:pt idx="1377">
                  <c:v>43839</c:v>
                </c:pt>
                <c:pt idx="1378">
                  <c:v>43840</c:v>
                </c:pt>
                <c:pt idx="1379">
                  <c:v>43843</c:v>
                </c:pt>
                <c:pt idx="1380">
                  <c:v>43844</c:v>
                </c:pt>
                <c:pt idx="1381">
                  <c:v>43845</c:v>
                </c:pt>
                <c:pt idx="1382">
                  <c:v>43846</c:v>
                </c:pt>
                <c:pt idx="1383">
                  <c:v>43847</c:v>
                </c:pt>
                <c:pt idx="1384">
                  <c:v>43850</c:v>
                </c:pt>
                <c:pt idx="1385">
                  <c:v>43851</c:v>
                </c:pt>
                <c:pt idx="1386">
                  <c:v>43852</c:v>
                </c:pt>
                <c:pt idx="1387">
                  <c:v>43853</c:v>
                </c:pt>
                <c:pt idx="1388">
                  <c:v>43854</c:v>
                </c:pt>
                <c:pt idx="1389">
                  <c:v>43857</c:v>
                </c:pt>
                <c:pt idx="1390">
                  <c:v>43858</c:v>
                </c:pt>
                <c:pt idx="1391">
                  <c:v>43859</c:v>
                </c:pt>
                <c:pt idx="1392">
                  <c:v>43860</c:v>
                </c:pt>
                <c:pt idx="1393">
                  <c:v>43861</c:v>
                </c:pt>
                <c:pt idx="1394">
                  <c:v>43864</c:v>
                </c:pt>
                <c:pt idx="1395">
                  <c:v>43865</c:v>
                </c:pt>
                <c:pt idx="1396">
                  <c:v>43866</c:v>
                </c:pt>
                <c:pt idx="1397">
                  <c:v>43867</c:v>
                </c:pt>
                <c:pt idx="1398">
                  <c:v>43868</c:v>
                </c:pt>
                <c:pt idx="1399">
                  <c:v>43871</c:v>
                </c:pt>
                <c:pt idx="1400">
                  <c:v>43872</c:v>
                </c:pt>
                <c:pt idx="1401">
                  <c:v>43873</c:v>
                </c:pt>
                <c:pt idx="1402">
                  <c:v>43874</c:v>
                </c:pt>
                <c:pt idx="1403">
                  <c:v>43875</c:v>
                </c:pt>
                <c:pt idx="1404">
                  <c:v>43878</c:v>
                </c:pt>
                <c:pt idx="1405">
                  <c:v>43879</c:v>
                </c:pt>
                <c:pt idx="1406">
                  <c:v>43880</c:v>
                </c:pt>
                <c:pt idx="1407">
                  <c:v>43881</c:v>
                </c:pt>
                <c:pt idx="1408">
                  <c:v>43882</c:v>
                </c:pt>
                <c:pt idx="1409">
                  <c:v>43887</c:v>
                </c:pt>
                <c:pt idx="1410">
                  <c:v>43888</c:v>
                </c:pt>
                <c:pt idx="1411">
                  <c:v>43889</c:v>
                </c:pt>
                <c:pt idx="1412">
                  <c:v>43892</c:v>
                </c:pt>
                <c:pt idx="1413">
                  <c:v>43893</c:v>
                </c:pt>
                <c:pt idx="1414">
                  <c:v>43894</c:v>
                </c:pt>
                <c:pt idx="1415">
                  <c:v>43895</c:v>
                </c:pt>
                <c:pt idx="1416">
                  <c:v>43896</c:v>
                </c:pt>
                <c:pt idx="1417">
                  <c:v>43899</c:v>
                </c:pt>
                <c:pt idx="1418">
                  <c:v>43900</c:v>
                </c:pt>
                <c:pt idx="1419">
                  <c:v>43901</c:v>
                </c:pt>
                <c:pt idx="1420">
                  <c:v>43902</c:v>
                </c:pt>
                <c:pt idx="1421">
                  <c:v>43903</c:v>
                </c:pt>
                <c:pt idx="1422">
                  <c:v>43906</c:v>
                </c:pt>
                <c:pt idx="1423">
                  <c:v>43907</c:v>
                </c:pt>
                <c:pt idx="1424">
                  <c:v>43908</c:v>
                </c:pt>
                <c:pt idx="1425">
                  <c:v>43909</c:v>
                </c:pt>
                <c:pt idx="1426">
                  <c:v>43910</c:v>
                </c:pt>
                <c:pt idx="1427">
                  <c:v>43913</c:v>
                </c:pt>
                <c:pt idx="1428">
                  <c:v>43914</c:v>
                </c:pt>
                <c:pt idx="1429">
                  <c:v>43915</c:v>
                </c:pt>
                <c:pt idx="1430">
                  <c:v>43916</c:v>
                </c:pt>
                <c:pt idx="1431">
                  <c:v>43917</c:v>
                </c:pt>
                <c:pt idx="1432">
                  <c:v>43920</c:v>
                </c:pt>
                <c:pt idx="1433">
                  <c:v>43921</c:v>
                </c:pt>
                <c:pt idx="1434">
                  <c:v>43922</c:v>
                </c:pt>
                <c:pt idx="1435">
                  <c:v>43923</c:v>
                </c:pt>
                <c:pt idx="1436">
                  <c:v>43924</c:v>
                </c:pt>
                <c:pt idx="1437">
                  <c:v>43927</c:v>
                </c:pt>
                <c:pt idx="1438">
                  <c:v>43928</c:v>
                </c:pt>
                <c:pt idx="1439">
                  <c:v>43929</c:v>
                </c:pt>
                <c:pt idx="1440">
                  <c:v>43930</c:v>
                </c:pt>
                <c:pt idx="1441">
                  <c:v>43934</c:v>
                </c:pt>
                <c:pt idx="1442">
                  <c:v>43935</c:v>
                </c:pt>
                <c:pt idx="1443">
                  <c:v>43936</c:v>
                </c:pt>
                <c:pt idx="1444">
                  <c:v>43937</c:v>
                </c:pt>
                <c:pt idx="1445">
                  <c:v>43938</c:v>
                </c:pt>
                <c:pt idx="1446">
                  <c:v>43941</c:v>
                </c:pt>
                <c:pt idx="1447">
                  <c:v>43943</c:v>
                </c:pt>
                <c:pt idx="1448">
                  <c:v>43944</c:v>
                </c:pt>
                <c:pt idx="1449">
                  <c:v>43945</c:v>
                </c:pt>
                <c:pt idx="1450">
                  <c:v>43948</c:v>
                </c:pt>
                <c:pt idx="1451">
                  <c:v>43949</c:v>
                </c:pt>
                <c:pt idx="1452">
                  <c:v>43950</c:v>
                </c:pt>
                <c:pt idx="1453">
                  <c:v>43951</c:v>
                </c:pt>
                <c:pt idx="1454">
                  <c:v>43955</c:v>
                </c:pt>
                <c:pt idx="1455">
                  <c:v>43956</c:v>
                </c:pt>
                <c:pt idx="1456">
                  <c:v>43957</c:v>
                </c:pt>
                <c:pt idx="1457">
                  <c:v>43958</c:v>
                </c:pt>
                <c:pt idx="1458">
                  <c:v>43959</c:v>
                </c:pt>
                <c:pt idx="1459">
                  <c:v>43962</c:v>
                </c:pt>
                <c:pt idx="1460">
                  <c:v>43963</c:v>
                </c:pt>
                <c:pt idx="1461">
                  <c:v>43964</c:v>
                </c:pt>
                <c:pt idx="1462">
                  <c:v>43965</c:v>
                </c:pt>
                <c:pt idx="1463">
                  <c:v>43966</c:v>
                </c:pt>
                <c:pt idx="1464">
                  <c:v>43969</c:v>
                </c:pt>
                <c:pt idx="1465">
                  <c:v>43970</c:v>
                </c:pt>
                <c:pt idx="1466">
                  <c:v>43971</c:v>
                </c:pt>
                <c:pt idx="1467">
                  <c:v>43972</c:v>
                </c:pt>
                <c:pt idx="1468">
                  <c:v>43973</c:v>
                </c:pt>
                <c:pt idx="1469">
                  <c:v>43976</c:v>
                </c:pt>
                <c:pt idx="1470">
                  <c:v>43977</c:v>
                </c:pt>
                <c:pt idx="1471">
                  <c:v>43978</c:v>
                </c:pt>
                <c:pt idx="1472">
                  <c:v>43979</c:v>
                </c:pt>
                <c:pt idx="1473">
                  <c:v>43980</c:v>
                </c:pt>
                <c:pt idx="1474">
                  <c:v>43983</c:v>
                </c:pt>
                <c:pt idx="1475">
                  <c:v>43984</c:v>
                </c:pt>
                <c:pt idx="1476">
                  <c:v>43985</c:v>
                </c:pt>
                <c:pt idx="1477">
                  <c:v>43986</c:v>
                </c:pt>
                <c:pt idx="1478">
                  <c:v>43987</c:v>
                </c:pt>
                <c:pt idx="1479">
                  <c:v>43990</c:v>
                </c:pt>
                <c:pt idx="1480">
                  <c:v>43991</c:v>
                </c:pt>
                <c:pt idx="1481">
                  <c:v>43992</c:v>
                </c:pt>
                <c:pt idx="1482">
                  <c:v>43994</c:v>
                </c:pt>
                <c:pt idx="1483">
                  <c:v>43997</c:v>
                </c:pt>
                <c:pt idx="1484">
                  <c:v>43998</c:v>
                </c:pt>
                <c:pt idx="1485">
                  <c:v>43999</c:v>
                </c:pt>
                <c:pt idx="1486">
                  <c:v>44000</c:v>
                </c:pt>
                <c:pt idx="1487">
                  <c:v>44001</c:v>
                </c:pt>
                <c:pt idx="1488">
                  <c:v>44004</c:v>
                </c:pt>
                <c:pt idx="1489">
                  <c:v>44005</c:v>
                </c:pt>
                <c:pt idx="1490">
                  <c:v>44006</c:v>
                </c:pt>
                <c:pt idx="1491">
                  <c:v>44007</c:v>
                </c:pt>
                <c:pt idx="1492">
                  <c:v>44008</c:v>
                </c:pt>
                <c:pt idx="1493">
                  <c:v>44011</c:v>
                </c:pt>
                <c:pt idx="1494">
                  <c:v>44012</c:v>
                </c:pt>
                <c:pt idx="1495">
                  <c:v>44013</c:v>
                </c:pt>
                <c:pt idx="1496">
                  <c:v>44014</c:v>
                </c:pt>
                <c:pt idx="1497">
                  <c:v>44015</c:v>
                </c:pt>
                <c:pt idx="1498">
                  <c:v>44018</c:v>
                </c:pt>
                <c:pt idx="1499">
                  <c:v>44019</c:v>
                </c:pt>
                <c:pt idx="1500">
                  <c:v>44020</c:v>
                </c:pt>
                <c:pt idx="1501">
                  <c:v>44021</c:v>
                </c:pt>
                <c:pt idx="1502">
                  <c:v>44022</c:v>
                </c:pt>
                <c:pt idx="1503">
                  <c:v>44025</c:v>
                </c:pt>
                <c:pt idx="1504">
                  <c:v>44026</c:v>
                </c:pt>
                <c:pt idx="1505">
                  <c:v>44027</c:v>
                </c:pt>
                <c:pt idx="1506">
                  <c:v>44028</c:v>
                </c:pt>
                <c:pt idx="1507">
                  <c:v>44029</c:v>
                </c:pt>
                <c:pt idx="1508">
                  <c:v>44032</c:v>
                </c:pt>
                <c:pt idx="1509">
                  <c:v>44033</c:v>
                </c:pt>
                <c:pt idx="1510">
                  <c:v>44034</c:v>
                </c:pt>
                <c:pt idx="1511">
                  <c:v>44035</c:v>
                </c:pt>
                <c:pt idx="1512">
                  <c:v>44036</c:v>
                </c:pt>
                <c:pt idx="1513">
                  <c:v>44039</c:v>
                </c:pt>
                <c:pt idx="1514">
                  <c:v>44040</c:v>
                </c:pt>
                <c:pt idx="1515">
                  <c:v>44041</c:v>
                </c:pt>
                <c:pt idx="1516">
                  <c:v>44042</c:v>
                </c:pt>
                <c:pt idx="1517">
                  <c:v>44043</c:v>
                </c:pt>
                <c:pt idx="1518">
                  <c:v>44046</c:v>
                </c:pt>
                <c:pt idx="1519">
                  <c:v>44047</c:v>
                </c:pt>
                <c:pt idx="1520">
                  <c:v>44048</c:v>
                </c:pt>
                <c:pt idx="1521">
                  <c:v>44049</c:v>
                </c:pt>
                <c:pt idx="1522">
                  <c:v>44050</c:v>
                </c:pt>
                <c:pt idx="1523">
                  <c:v>44053</c:v>
                </c:pt>
                <c:pt idx="1524">
                  <c:v>44054</c:v>
                </c:pt>
                <c:pt idx="1525">
                  <c:v>44055</c:v>
                </c:pt>
                <c:pt idx="1526">
                  <c:v>44056</c:v>
                </c:pt>
                <c:pt idx="1527">
                  <c:v>44057</c:v>
                </c:pt>
                <c:pt idx="1528">
                  <c:v>44060</c:v>
                </c:pt>
                <c:pt idx="1529">
                  <c:v>44061</c:v>
                </c:pt>
                <c:pt idx="1530">
                  <c:v>44062</c:v>
                </c:pt>
                <c:pt idx="1531">
                  <c:v>44063</c:v>
                </c:pt>
                <c:pt idx="1532">
                  <c:v>44064</c:v>
                </c:pt>
                <c:pt idx="1533">
                  <c:v>44067</c:v>
                </c:pt>
                <c:pt idx="1534">
                  <c:v>44068</c:v>
                </c:pt>
                <c:pt idx="1535">
                  <c:v>44069</c:v>
                </c:pt>
                <c:pt idx="1536">
                  <c:v>44070</c:v>
                </c:pt>
                <c:pt idx="1537">
                  <c:v>44071</c:v>
                </c:pt>
                <c:pt idx="1538">
                  <c:v>44074</c:v>
                </c:pt>
                <c:pt idx="1539">
                  <c:v>44075</c:v>
                </c:pt>
                <c:pt idx="1540">
                  <c:v>44076</c:v>
                </c:pt>
                <c:pt idx="1541">
                  <c:v>44077</c:v>
                </c:pt>
                <c:pt idx="1542">
                  <c:v>44078</c:v>
                </c:pt>
                <c:pt idx="1543">
                  <c:v>44082</c:v>
                </c:pt>
                <c:pt idx="1544">
                  <c:v>44083</c:v>
                </c:pt>
                <c:pt idx="1545">
                  <c:v>44084</c:v>
                </c:pt>
                <c:pt idx="1546">
                  <c:v>44085</c:v>
                </c:pt>
                <c:pt idx="1547">
                  <c:v>44088</c:v>
                </c:pt>
                <c:pt idx="1548">
                  <c:v>44089</c:v>
                </c:pt>
                <c:pt idx="1549">
                  <c:v>44090</c:v>
                </c:pt>
                <c:pt idx="1550">
                  <c:v>44091</c:v>
                </c:pt>
                <c:pt idx="1551">
                  <c:v>44092</c:v>
                </c:pt>
                <c:pt idx="1552">
                  <c:v>44095</c:v>
                </c:pt>
                <c:pt idx="1553">
                  <c:v>44096</c:v>
                </c:pt>
                <c:pt idx="1554">
                  <c:v>44097</c:v>
                </c:pt>
                <c:pt idx="1555">
                  <c:v>44098</c:v>
                </c:pt>
                <c:pt idx="1556">
                  <c:v>44099</c:v>
                </c:pt>
                <c:pt idx="1557">
                  <c:v>44102</c:v>
                </c:pt>
                <c:pt idx="1558">
                  <c:v>44103</c:v>
                </c:pt>
                <c:pt idx="1559">
                  <c:v>44104</c:v>
                </c:pt>
                <c:pt idx="1560">
                  <c:v>44105</c:v>
                </c:pt>
                <c:pt idx="1561">
                  <c:v>44106</c:v>
                </c:pt>
                <c:pt idx="1562">
                  <c:v>44109</c:v>
                </c:pt>
                <c:pt idx="1563">
                  <c:v>44110</c:v>
                </c:pt>
                <c:pt idx="1564">
                  <c:v>44111</c:v>
                </c:pt>
                <c:pt idx="1565">
                  <c:v>44112</c:v>
                </c:pt>
                <c:pt idx="1566">
                  <c:v>44113</c:v>
                </c:pt>
                <c:pt idx="1567">
                  <c:v>44117</c:v>
                </c:pt>
                <c:pt idx="1568">
                  <c:v>44118</c:v>
                </c:pt>
                <c:pt idx="1569">
                  <c:v>44119</c:v>
                </c:pt>
                <c:pt idx="1570">
                  <c:v>44120</c:v>
                </c:pt>
                <c:pt idx="1571">
                  <c:v>44123</c:v>
                </c:pt>
                <c:pt idx="1572">
                  <c:v>44124</c:v>
                </c:pt>
                <c:pt idx="1573">
                  <c:v>44125</c:v>
                </c:pt>
                <c:pt idx="1574">
                  <c:v>44126</c:v>
                </c:pt>
                <c:pt idx="1575">
                  <c:v>44127</c:v>
                </c:pt>
                <c:pt idx="1576">
                  <c:v>44130</c:v>
                </c:pt>
                <c:pt idx="1577">
                  <c:v>44131</c:v>
                </c:pt>
                <c:pt idx="1578">
                  <c:v>44132</c:v>
                </c:pt>
                <c:pt idx="1579">
                  <c:v>44133</c:v>
                </c:pt>
                <c:pt idx="1580">
                  <c:v>44134</c:v>
                </c:pt>
                <c:pt idx="1581">
                  <c:v>44138</c:v>
                </c:pt>
                <c:pt idx="1582">
                  <c:v>44139</c:v>
                </c:pt>
                <c:pt idx="1583">
                  <c:v>44140</c:v>
                </c:pt>
                <c:pt idx="1584">
                  <c:v>44141</c:v>
                </c:pt>
                <c:pt idx="1585">
                  <c:v>44144</c:v>
                </c:pt>
                <c:pt idx="1586">
                  <c:v>44145</c:v>
                </c:pt>
                <c:pt idx="1587">
                  <c:v>44146</c:v>
                </c:pt>
                <c:pt idx="1588">
                  <c:v>44147</c:v>
                </c:pt>
                <c:pt idx="1589">
                  <c:v>44148</c:v>
                </c:pt>
                <c:pt idx="1590">
                  <c:v>44151</c:v>
                </c:pt>
                <c:pt idx="1591">
                  <c:v>44152</c:v>
                </c:pt>
                <c:pt idx="1592">
                  <c:v>44153</c:v>
                </c:pt>
                <c:pt idx="1593">
                  <c:v>44154</c:v>
                </c:pt>
                <c:pt idx="1594">
                  <c:v>44155</c:v>
                </c:pt>
                <c:pt idx="1595">
                  <c:v>44158</c:v>
                </c:pt>
                <c:pt idx="1596">
                  <c:v>44159</c:v>
                </c:pt>
                <c:pt idx="1597">
                  <c:v>44160</c:v>
                </c:pt>
                <c:pt idx="1598">
                  <c:v>44161</c:v>
                </c:pt>
                <c:pt idx="1599">
                  <c:v>44162</c:v>
                </c:pt>
                <c:pt idx="1600">
                  <c:v>44165</c:v>
                </c:pt>
                <c:pt idx="1601">
                  <c:v>44166</c:v>
                </c:pt>
                <c:pt idx="1602">
                  <c:v>44167</c:v>
                </c:pt>
                <c:pt idx="1603">
                  <c:v>44168</c:v>
                </c:pt>
                <c:pt idx="1604">
                  <c:v>44169</c:v>
                </c:pt>
                <c:pt idx="1605">
                  <c:v>44172</c:v>
                </c:pt>
                <c:pt idx="1606">
                  <c:v>44173</c:v>
                </c:pt>
                <c:pt idx="1607">
                  <c:v>44174</c:v>
                </c:pt>
                <c:pt idx="1608">
                  <c:v>44175</c:v>
                </c:pt>
                <c:pt idx="1609">
                  <c:v>44176</c:v>
                </c:pt>
                <c:pt idx="1610">
                  <c:v>44179</c:v>
                </c:pt>
                <c:pt idx="1611">
                  <c:v>44180</c:v>
                </c:pt>
                <c:pt idx="1612">
                  <c:v>44181</c:v>
                </c:pt>
                <c:pt idx="1613">
                  <c:v>44182</c:v>
                </c:pt>
                <c:pt idx="1614">
                  <c:v>44183</c:v>
                </c:pt>
                <c:pt idx="1615">
                  <c:v>44186</c:v>
                </c:pt>
                <c:pt idx="1616">
                  <c:v>44187</c:v>
                </c:pt>
                <c:pt idx="1617">
                  <c:v>44188</c:v>
                </c:pt>
                <c:pt idx="1618">
                  <c:v>44193</c:v>
                </c:pt>
                <c:pt idx="1619">
                  <c:v>44194</c:v>
                </c:pt>
                <c:pt idx="1620">
                  <c:v>44200</c:v>
                </c:pt>
                <c:pt idx="1621">
                  <c:v>44201</c:v>
                </c:pt>
                <c:pt idx="1622">
                  <c:v>44202</c:v>
                </c:pt>
                <c:pt idx="1623">
                  <c:v>44203</c:v>
                </c:pt>
                <c:pt idx="1624">
                  <c:v>44204</c:v>
                </c:pt>
                <c:pt idx="1625">
                  <c:v>44207</c:v>
                </c:pt>
                <c:pt idx="1626">
                  <c:v>44208</c:v>
                </c:pt>
                <c:pt idx="1627">
                  <c:v>44209</c:v>
                </c:pt>
                <c:pt idx="1628">
                  <c:v>44210</c:v>
                </c:pt>
                <c:pt idx="1629">
                  <c:v>44211</c:v>
                </c:pt>
                <c:pt idx="1630">
                  <c:v>44214</c:v>
                </c:pt>
                <c:pt idx="1631">
                  <c:v>44215</c:v>
                </c:pt>
                <c:pt idx="1632">
                  <c:v>44216</c:v>
                </c:pt>
                <c:pt idx="1633">
                  <c:v>44217</c:v>
                </c:pt>
                <c:pt idx="1634">
                  <c:v>44218</c:v>
                </c:pt>
                <c:pt idx="1635">
                  <c:v>44222</c:v>
                </c:pt>
                <c:pt idx="1636">
                  <c:v>44223</c:v>
                </c:pt>
                <c:pt idx="1637">
                  <c:v>44224</c:v>
                </c:pt>
                <c:pt idx="1638">
                  <c:v>44225</c:v>
                </c:pt>
                <c:pt idx="1639">
                  <c:v>44228</c:v>
                </c:pt>
                <c:pt idx="1640">
                  <c:v>44229</c:v>
                </c:pt>
                <c:pt idx="1641">
                  <c:v>44230</c:v>
                </c:pt>
                <c:pt idx="1642">
                  <c:v>44231</c:v>
                </c:pt>
                <c:pt idx="1643">
                  <c:v>44232</c:v>
                </c:pt>
                <c:pt idx="1644">
                  <c:v>44235</c:v>
                </c:pt>
                <c:pt idx="1645">
                  <c:v>44236</c:v>
                </c:pt>
                <c:pt idx="1646">
                  <c:v>44237</c:v>
                </c:pt>
                <c:pt idx="1647">
                  <c:v>44238</c:v>
                </c:pt>
                <c:pt idx="1648">
                  <c:v>44239</c:v>
                </c:pt>
                <c:pt idx="1649">
                  <c:v>44244</c:v>
                </c:pt>
                <c:pt idx="1650">
                  <c:v>44245</c:v>
                </c:pt>
                <c:pt idx="1651">
                  <c:v>44246</c:v>
                </c:pt>
                <c:pt idx="1652">
                  <c:v>44249</c:v>
                </c:pt>
                <c:pt idx="1653">
                  <c:v>44250</c:v>
                </c:pt>
                <c:pt idx="1654">
                  <c:v>44251</c:v>
                </c:pt>
                <c:pt idx="1655">
                  <c:v>44252</c:v>
                </c:pt>
                <c:pt idx="1656">
                  <c:v>44253</c:v>
                </c:pt>
                <c:pt idx="1657">
                  <c:v>44256</c:v>
                </c:pt>
                <c:pt idx="1658">
                  <c:v>44257</c:v>
                </c:pt>
                <c:pt idx="1659">
                  <c:v>44258</c:v>
                </c:pt>
                <c:pt idx="1660">
                  <c:v>44259</c:v>
                </c:pt>
                <c:pt idx="1661">
                  <c:v>44260</c:v>
                </c:pt>
                <c:pt idx="1662">
                  <c:v>44263</c:v>
                </c:pt>
                <c:pt idx="1663">
                  <c:v>44264</c:v>
                </c:pt>
                <c:pt idx="1664">
                  <c:v>44265</c:v>
                </c:pt>
                <c:pt idx="1665">
                  <c:v>44266</c:v>
                </c:pt>
                <c:pt idx="1666">
                  <c:v>44267</c:v>
                </c:pt>
                <c:pt idx="1667">
                  <c:v>44270</c:v>
                </c:pt>
                <c:pt idx="1668">
                  <c:v>44271</c:v>
                </c:pt>
                <c:pt idx="1669">
                  <c:v>44272</c:v>
                </c:pt>
                <c:pt idx="1670">
                  <c:v>44273</c:v>
                </c:pt>
                <c:pt idx="1671">
                  <c:v>44274</c:v>
                </c:pt>
                <c:pt idx="1672">
                  <c:v>44277</c:v>
                </c:pt>
                <c:pt idx="1673">
                  <c:v>44278</c:v>
                </c:pt>
                <c:pt idx="1674">
                  <c:v>44279</c:v>
                </c:pt>
                <c:pt idx="1675">
                  <c:v>44280</c:v>
                </c:pt>
                <c:pt idx="1676">
                  <c:v>44281</c:v>
                </c:pt>
                <c:pt idx="1677">
                  <c:v>44284</c:v>
                </c:pt>
                <c:pt idx="1678">
                  <c:v>44285</c:v>
                </c:pt>
                <c:pt idx="1679">
                  <c:v>44286</c:v>
                </c:pt>
                <c:pt idx="1680">
                  <c:v>44287</c:v>
                </c:pt>
                <c:pt idx="1681">
                  <c:v>44291</c:v>
                </c:pt>
                <c:pt idx="1682">
                  <c:v>44292</c:v>
                </c:pt>
                <c:pt idx="1683">
                  <c:v>44293</c:v>
                </c:pt>
                <c:pt idx="1684">
                  <c:v>44294</c:v>
                </c:pt>
                <c:pt idx="1685">
                  <c:v>44295</c:v>
                </c:pt>
                <c:pt idx="1686">
                  <c:v>44298</c:v>
                </c:pt>
                <c:pt idx="1687">
                  <c:v>44299</c:v>
                </c:pt>
                <c:pt idx="1688">
                  <c:v>44300</c:v>
                </c:pt>
                <c:pt idx="1689">
                  <c:v>44301</c:v>
                </c:pt>
                <c:pt idx="1690">
                  <c:v>44302</c:v>
                </c:pt>
                <c:pt idx="1691">
                  <c:v>44305</c:v>
                </c:pt>
                <c:pt idx="1692">
                  <c:v>44306</c:v>
                </c:pt>
                <c:pt idx="1693">
                  <c:v>44308</c:v>
                </c:pt>
                <c:pt idx="1694">
                  <c:v>44309</c:v>
                </c:pt>
                <c:pt idx="1695">
                  <c:v>44312</c:v>
                </c:pt>
                <c:pt idx="1696">
                  <c:v>44313</c:v>
                </c:pt>
                <c:pt idx="1697">
                  <c:v>44314</c:v>
                </c:pt>
                <c:pt idx="1698">
                  <c:v>44315</c:v>
                </c:pt>
                <c:pt idx="1699">
                  <c:v>44316</c:v>
                </c:pt>
                <c:pt idx="1700">
                  <c:v>44319</c:v>
                </c:pt>
                <c:pt idx="1701">
                  <c:v>44320</c:v>
                </c:pt>
                <c:pt idx="1702">
                  <c:v>44321</c:v>
                </c:pt>
                <c:pt idx="1703">
                  <c:v>44322</c:v>
                </c:pt>
                <c:pt idx="1704">
                  <c:v>44323</c:v>
                </c:pt>
                <c:pt idx="1705">
                  <c:v>44326</c:v>
                </c:pt>
                <c:pt idx="1706">
                  <c:v>44327</c:v>
                </c:pt>
                <c:pt idx="1707">
                  <c:v>44328</c:v>
                </c:pt>
                <c:pt idx="1708">
                  <c:v>44329</c:v>
                </c:pt>
                <c:pt idx="1709">
                  <c:v>44330</c:v>
                </c:pt>
                <c:pt idx="1710">
                  <c:v>44333</c:v>
                </c:pt>
                <c:pt idx="1711">
                  <c:v>44334</c:v>
                </c:pt>
                <c:pt idx="1712">
                  <c:v>44335</c:v>
                </c:pt>
                <c:pt idx="1713">
                  <c:v>44336</c:v>
                </c:pt>
                <c:pt idx="1714">
                  <c:v>44337</c:v>
                </c:pt>
                <c:pt idx="1715">
                  <c:v>44340</c:v>
                </c:pt>
                <c:pt idx="1716">
                  <c:v>44341</c:v>
                </c:pt>
                <c:pt idx="1717">
                  <c:v>44342</c:v>
                </c:pt>
                <c:pt idx="1718">
                  <c:v>44343</c:v>
                </c:pt>
                <c:pt idx="1719">
                  <c:v>44344</c:v>
                </c:pt>
                <c:pt idx="1720">
                  <c:v>44347</c:v>
                </c:pt>
                <c:pt idx="1721">
                  <c:v>44348</c:v>
                </c:pt>
                <c:pt idx="1722">
                  <c:v>44349</c:v>
                </c:pt>
                <c:pt idx="1723">
                  <c:v>44351</c:v>
                </c:pt>
                <c:pt idx="1724">
                  <c:v>44354</c:v>
                </c:pt>
                <c:pt idx="1725">
                  <c:v>44355</c:v>
                </c:pt>
                <c:pt idx="1726">
                  <c:v>44356</c:v>
                </c:pt>
                <c:pt idx="1727">
                  <c:v>44357</c:v>
                </c:pt>
                <c:pt idx="1728">
                  <c:v>44358</c:v>
                </c:pt>
                <c:pt idx="1729">
                  <c:v>44361</c:v>
                </c:pt>
                <c:pt idx="1730">
                  <c:v>44362</c:v>
                </c:pt>
                <c:pt idx="1731">
                  <c:v>44363</c:v>
                </c:pt>
                <c:pt idx="1732">
                  <c:v>44364</c:v>
                </c:pt>
                <c:pt idx="1733">
                  <c:v>44365</c:v>
                </c:pt>
                <c:pt idx="1734">
                  <c:v>44368</c:v>
                </c:pt>
                <c:pt idx="1735">
                  <c:v>44369</c:v>
                </c:pt>
                <c:pt idx="1736">
                  <c:v>44370</c:v>
                </c:pt>
                <c:pt idx="1737">
                  <c:v>44371</c:v>
                </c:pt>
                <c:pt idx="1738">
                  <c:v>44372</c:v>
                </c:pt>
                <c:pt idx="1739">
                  <c:v>44375</c:v>
                </c:pt>
                <c:pt idx="1740">
                  <c:v>44376</c:v>
                </c:pt>
                <c:pt idx="1741">
                  <c:v>44377</c:v>
                </c:pt>
                <c:pt idx="1742">
                  <c:v>44378</c:v>
                </c:pt>
                <c:pt idx="1743">
                  <c:v>44379</c:v>
                </c:pt>
                <c:pt idx="1744">
                  <c:v>44382</c:v>
                </c:pt>
                <c:pt idx="1745">
                  <c:v>44383</c:v>
                </c:pt>
                <c:pt idx="1746">
                  <c:v>44384</c:v>
                </c:pt>
                <c:pt idx="1747">
                  <c:v>44385</c:v>
                </c:pt>
                <c:pt idx="1748">
                  <c:v>44389</c:v>
                </c:pt>
                <c:pt idx="1749">
                  <c:v>44390</c:v>
                </c:pt>
                <c:pt idx="1750">
                  <c:v>44391</c:v>
                </c:pt>
                <c:pt idx="1751">
                  <c:v>44392</c:v>
                </c:pt>
                <c:pt idx="1752">
                  <c:v>44393</c:v>
                </c:pt>
                <c:pt idx="1753">
                  <c:v>44396</c:v>
                </c:pt>
                <c:pt idx="1754">
                  <c:v>44397</c:v>
                </c:pt>
                <c:pt idx="1755">
                  <c:v>44398</c:v>
                </c:pt>
                <c:pt idx="1756">
                  <c:v>44399</c:v>
                </c:pt>
                <c:pt idx="1757">
                  <c:v>44400</c:v>
                </c:pt>
                <c:pt idx="1758">
                  <c:v>44403</c:v>
                </c:pt>
                <c:pt idx="1759">
                  <c:v>44404</c:v>
                </c:pt>
                <c:pt idx="1760">
                  <c:v>44405</c:v>
                </c:pt>
                <c:pt idx="1761">
                  <c:v>44406</c:v>
                </c:pt>
                <c:pt idx="1762">
                  <c:v>44407</c:v>
                </c:pt>
                <c:pt idx="1763">
                  <c:v>44410</c:v>
                </c:pt>
                <c:pt idx="1764">
                  <c:v>44411</c:v>
                </c:pt>
                <c:pt idx="1765">
                  <c:v>44412</c:v>
                </c:pt>
                <c:pt idx="1766">
                  <c:v>44413</c:v>
                </c:pt>
                <c:pt idx="1767">
                  <c:v>44414</c:v>
                </c:pt>
                <c:pt idx="1768">
                  <c:v>44417</c:v>
                </c:pt>
                <c:pt idx="1769">
                  <c:v>44418</c:v>
                </c:pt>
                <c:pt idx="1770">
                  <c:v>44419</c:v>
                </c:pt>
                <c:pt idx="1771">
                  <c:v>44420</c:v>
                </c:pt>
                <c:pt idx="1772">
                  <c:v>44421</c:v>
                </c:pt>
                <c:pt idx="1773">
                  <c:v>44424</c:v>
                </c:pt>
                <c:pt idx="1774">
                  <c:v>44425</c:v>
                </c:pt>
                <c:pt idx="1775">
                  <c:v>44426</c:v>
                </c:pt>
                <c:pt idx="1776">
                  <c:v>44427</c:v>
                </c:pt>
                <c:pt idx="1777">
                  <c:v>44428</c:v>
                </c:pt>
                <c:pt idx="1778">
                  <c:v>44431</c:v>
                </c:pt>
                <c:pt idx="1779">
                  <c:v>44432</c:v>
                </c:pt>
                <c:pt idx="1780">
                  <c:v>44433</c:v>
                </c:pt>
                <c:pt idx="1781">
                  <c:v>44434</c:v>
                </c:pt>
                <c:pt idx="1782">
                  <c:v>44435</c:v>
                </c:pt>
                <c:pt idx="1783">
                  <c:v>44438</c:v>
                </c:pt>
                <c:pt idx="1784">
                  <c:v>44439</c:v>
                </c:pt>
                <c:pt idx="1785">
                  <c:v>44440</c:v>
                </c:pt>
                <c:pt idx="1786">
                  <c:v>44441</c:v>
                </c:pt>
                <c:pt idx="1787">
                  <c:v>44442</c:v>
                </c:pt>
                <c:pt idx="1788">
                  <c:v>44445</c:v>
                </c:pt>
                <c:pt idx="1789">
                  <c:v>44447</c:v>
                </c:pt>
                <c:pt idx="1790">
                  <c:v>44448</c:v>
                </c:pt>
                <c:pt idx="1791">
                  <c:v>44449</c:v>
                </c:pt>
                <c:pt idx="1792">
                  <c:v>44452</c:v>
                </c:pt>
                <c:pt idx="1793">
                  <c:v>44453</c:v>
                </c:pt>
                <c:pt idx="1794">
                  <c:v>44454</c:v>
                </c:pt>
                <c:pt idx="1795">
                  <c:v>44455</c:v>
                </c:pt>
                <c:pt idx="1796">
                  <c:v>44456</c:v>
                </c:pt>
                <c:pt idx="1797">
                  <c:v>44459</c:v>
                </c:pt>
                <c:pt idx="1798">
                  <c:v>44460</c:v>
                </c:pt>
                <c:pt idx="1799">
                  <c:v>44461</c:v>
                </c:pt>
                <c:pt idx="1800">
                  <c:v>44462</c:v>
                </c:pt>
                <c:pt idx="1801">
                  <c:v>44463</c:v>
                </c:pt>
                <c:pt idx="1802">
                  <c:v>44466</c:v>
                </c:pt>
                <c:pt idx="1803">
                  <c:v>44467</c:v>
                </c:pt>
                <c:pt idx="1804">
                  <c:v>44468</c:v>
                </c:pt>
                <c:pt idx="1805">
                  <c:v>44469</c:v>
                </c:pt>
                <c:pt idx="1806">
                  <c:v>44470</c:v>
                </c:pt>
                <c:pt idx="1807">
                  <c:v>44473</c:v>
                </c:pt>
                <c:pt idx="1808">
                  <c:v>44474</c:v>
                </c:pt>
                <c:pt idx="1809">
                  <c:v>44475</c:v>
                </c:pt>
                <c:pt idx="1810">
                  <c:v>44476</c:v>
                </c:pt>
                <c:pt idx="1811">
                  <c:v>44477</c:v>
                </c:pt>
                <c:pt idx="1812">
                  <c:v>44480</c:v>
                </c:pt>
                <c:pt idx="1813">
                  <c:v>44482</c:v>
                </c:pt>
                <c:pt idx="1814">
                  <c:v>44483</c:v>
                </c:pt>
                <c:pt idx="1815">
                  <c:v>44484</c:v>
                </c:pt>
                <c:pt idx="1816">
                  <c:v>44487</c:v>
                </c:pt>
                <c:pt idx="1817">
                  <c:v>44488</c:v>
                </c:pt>
                <c:pt idx="1818">
                  <c:v>44489</c:v>
                </c:pt>
                <c:pt idx="1819">
                  <c:v>44490</c:v>
                </c:pt>
                <c:pt idx="1820">
                  <c:v>44491</c:v>
                </c:pt>
                <c:pt idx="1821">
                  <c:v>44494</c:v>
                </c:pt>
                <c:pt idx="1822">
                  <c:v>44495</c:v>
                </c:pt>
                <c:pt idx="1823">
                  <c:v>44496</c:v>
                </c:pt>
                <c:pt idx="1824">
                  <c:v>44497</c:v>
                </c:pt>
                <c:pt idx="1825">
                  <c:v>44498</c:v>
                </c:pt>
                <c:pt idx="1826">
                  <c:v>44501</c:v>
                </c:pt>
                <c:pt idx="1827">
                  <c:v>44503</c:v>
                </c:pt>
                <c:pt idx="1828">
                  <c:v>44504</c:v>
                </c:pt>
                <c:pt idx="1829">
                  <c:v>44505</c:v>
                </c:pt>
                <c:pt idx="1830">
                  <c:v>44508</c:v>
                </c:pt>
                <c:pt idx="1831">
                  <c:v>44509</c:v>
                </c:pt>
                <c:pt idx="1832">
                  <c:v>44510</c:v>
                </c:pt>
                <c:pt idx="1833">
                  <c:v>44511</c:v>
                </c:pt>
                <c:pt idx="1834">
                  <c:v>44512</c:v>
                </c:pt>
                <c:pt idx="1835">
                  <c:v>44516</c:v>
                </c:pt>
                <c:pt idx="1836">
                  <c:v>44517</c:v>
                </c:pt>
                <c:pt idx="1837">
                  <c:v>44518</c:v>
                </c:pt>
                <c:pt idx="1838">
                  <c:v>44519</c:v>
                </c:pt>
                <c:pt idx="1839">
                  <c:v>44522</c:v>
                </c:pt>
                <c:pt idx="1840">
                  <c:v>44523</c:v>
                </c:pt>
                <c:pt idx="1841">
                  <c:v>44524</c:v>
                </c:pt>
                <c:pt idx="1842">
                  <c:v>44525</c:v>
                </c:pt>
                <c:pt idx="1843">
                  <c:v>44526</c:v>
                </c:pt>
                <c:pt idx="1844">
                  <c:v>44529</c:v>
                </c:pt>
                <c:pt idx="1845">
                  <c:v>44530</c:v>
                </c:pt>
                <c:pt idx="1846">
                  <c:v>44531</c:v>
                </c:pt>
                <c:pt idx="1847">
                  <c:v>44532</c:v>
                </c:pt>
                <c:pt idx="1848">
                  <c:v>44533</c:v>
                </c:pt>
                <c:pt idx="1849">
                  <c:v>44536</c:v>
                </c:pt>
                <c:pt idx="1850">
                  <c:v>44537</c:v>
                </c:pt>
                <c:pt idx="1851">
                  <c:v>44538</c:v>
                </c:pt>
                <c:pt idx="1852">
                  <c:v>44539</c:v>
                </c:pt>
                <c:pt idx="1853">
                  <c:v>44540</c:v>
                </c:pt>
                <c:pt idx="1854">
                  <c:v>44543</c:v>
                </c:pt>
                <c:pt idx="1855">
                  <c:v>44544</c:v>
                </c:pt>
                <c:pt idx="1856">
                  <c:v>44545</c:v>
                </c:pt>
                <c:pt idx="1857">
                  <c:v>44546</c:v>
                </c:pt>
                <c:pt idx="1858">
                  <c:v>44547</c:v>
                </c:pt>
                <c:pt idx="1859">
                  <c:v>44550</c:v>
                </c:pt>
                <c:pt idx="1860">
                  <c:v>44551</c:v>
                </c:pt>
                <c:pt idx="1861">
                  <c:v>44552</c:v>
                </c:pt>
                <c:pt idx="1862">
                  <c:v>44553</c:v>
                </c:pt>
                <c:pt idx="1863">
                  <c:v>44557</c:v>
                </c:pt>
                <c:pt idx="1864">
                  <c:v>44558</c:v>
                </c:pt>
                <c:pt idx="1865">
                  <c:v>44559</c:v>
                </c:pt>
                <c:pt idx="1866">
                  <c:v>44560</c:v>
                </c:pt>
                <c:pt idx="1867">
                  <c:v>44564</c:v>
                </c:pt>
                <c:pt idx="1868">
                  <c:v>44565</c:v>
                </c:pt>
                <c:pt idx="1869">
                  <c:v>44566</c:v>
                </c:pt>
                <c:pt idx="1870">
                  <c:v>44567</c:v>
                </c:pt>
                <c:pt idx="1871">
                  <c:v>44568</c:v>
                </c:pt>
                <c:pt idx="1872">
                  <c:v>44571</c:v>
                </c:pt>
                <c:pt idx="1873">
                  <c:v>44572</c:v>
                </c:pt>
                <c:pt idx="1874">
                  <c:v>44573</c:v>
                </c:pt>
                <c:pt idx="1875">
                  <c:v>44574</c:v>
                </c:pt>
                <c:pt idx="1876">
                  <c:v>44575</c:v>
                </c:pt>
                <c:pt idx="1877">
                  <c:v>44578</c:v>
                </c:pt>
                <c:pt idx="1878">
                  <c:v>44579</c:v>
                </c:pt>
                <c:pt idx="1879">
                  <c:v>44580</c:v>
                </c:pt>
                <c:pt idx="1880">
                  <c:v>44581</c:v>
                </c:pt>
                <c:pt idx="1881">
                  <c:v>44582</c:v>
                </c:pt>
                <c:pt idx="1882">
                  <c:v>44585</c:v>
                </c:pt>
                <c:pt idx="1883">
                  <c:v>44586</c:v>
                </c:pt>
                <c:pt idx="1884">
                  <c:v>44587</c:v>
                </c:pt>
                <c:pt idx="1885">
                  <c:v>44588</c:v>
                </c:pt>
                <c:pt idx="1886">
                  <c:v>44589</c:v>
                </c:pt>
                <c:pt idx="1887">
                  <c:v>44592</c:v>
                </c:pt>
                <c:pt idx="1888">
                  <c:v>44593</c:v>
                </c:pt>
                <c:pt idx="1889">
                  <c:v>44594</c:v>
                </c:pt>
                <c:pt idx="1890">
                  <c:v>44595</c:v>
                </c:pt>
                <c:pt idx="1891">
                  <c:v>44596</c:v>
                </c:pt>
                <c:pt idx="1892">
                  <c:v>44599</c:v>
                </c:pt>
                <c:pt idx="1893">
                  <c:v>44600</c:v>
                </c:pt>
                <c:pt idx="1894">
                  <c:v>44601</c:v>
                </c:pt>
                <c:pt idx="1895">
                  <c:v>44602</c:v>
                </c:pt>
                <c:pt idx="1896">
                  <c:v>44603</c:v>
                </c:pt>
                <c:pt idx="1897">
                  <c:v>44606</c:v>
                </c:pt>
                <c:pt idx="1898">
                  <c:v>44607</c:v>
                </c:pt>
                <c:pt idx="1899">
                  <c:v>44608</c:v>
                </c:pt>
                <c:pt idx="1900">
                  <c:v>44609</c:v>
                </c:pt>
                <c:pt idx="1901">
                  <c:v>44610</c:v>
                </c:pt>
                <c:pt idx="1902">
                  <c:v>44613</c:v>
                </c:pt>
                <c:pt idx="1903">
                  <c:v>44614</c:v>
                </c:pt>
                <c:pt idx="1904">
                  <c:v>44615</c:v>
                </c:pt>
                <c:pt idx="1905">
                  <c:v>44616</c:v>
                </c:pt>
                <c:pt idx="1906">
                  <c:v>44617</c:v>
                </c:pt>
                <c:pt idx="1907">
                  <c:v>44622</c:v>
                </c:pt>
                <c:pt idx="1908">
                  <c:v>44623</c:v>
                </c:pt>
                <c:pt idx="1909">
                  <c:v>44624</c:v>
                </c:pt>
                <c:pt idx="1910">
                  <c:v>44627</c:v>
                </c:pt>
                <c:pt idx="1911">
                  <c:v>44628</c:v>
                </c:pt>
                <c:pt idx="1912">
                  <c:v>44629</c:v>
                </c:pt>
                <c:pt idx="1913">
                  <c:v>44630</c:v>
                </c:pt>
                <c:pt idx="1914">
                  <c:v>44631</c:v>
                </c:pt>
                <c:pt idx="1915">
                  <c:v>44634</c:v>
                </c:pt>
                <c:pt idx="1916">
                  <c:v>44635</c:v>
                </c:pt>
                <c:pt idx="1917">
                  <c:v>44636</c:v>
                </c:pt>
                <c:pt idx="1918">
                  <c:v>44637</c:v>
                </c:pt>
                <c:pt idx="1919">
                  <c:v>44638</c:v>
                </c:pt>
                <c:pt idx="1920">
                  <c:v>44641</c:v>
                </c:pt>
                <c:pt idx="1921">
                  <c:v>44642</c:v>
                </c:pt>
                <c:pt idx="1922">
                  <c:v>44643</c:v>
                </c:pt>
                <c:pt idx="1923">
                  <c:v>44644</c:v>
                </c:pt>
                <c:pt idx="1924">
                  <c:v>44645</c:v>
                </c:pt>
                <c:pt idx="1925">
                  <c:v>44648</c:v>
                </c:pt>
                <c:pt idx="1926">
                  <c:v>44649</c:v>
                </c:pt>
                <c:pt idx="1927">
                  <c:v>44650</c:v>
                </c:pt>
                <c:pt idx="1928">
                  <c:v>44651</c:v>
                </c:pt>
                <c:pt idx="1929">
                  <c:v>44652</c:v>
                </c:pt>
                <c:pt idx="1930">
                  <c:v>44655</c:v>
                </c:pt>
                <c:pt idx="1931">
                  <c:v>44656</c:v>
                </c:pt>
                <c:pt idx="1932">
                  <c:v>44657</c:v>
                </c:pt>
                <c:pt idx="1933">
                  <c:v>44658</c:v>
                </c:pt>
                <c:pt idx="1934">
                  <c:v>44659</c:v>
                </c:pt>
                <c:pt idx="1935">
                  <c:v>44662</c:v>
                </c:pt>
                <c:pt idx="1936">
                  <c:v>44663</c:v>
                </c:pt>
                <c:pt idx="1937">
                  <c:v>44664</c:v>
                </c:pt>
                <c:pt idx="1938">
                  <c:v>44665</c:v>
                </c:pt>
                <c:pt idx="1939">
                  <c:v>44669</c:v>
                </c:pt>
                <c:pt idx="1940">
                  <c:v>44670</c:v>
                </c:pt>
                <c:pt idx="1941">
                  <c:v>44671</c:v>
                </c:pt>
                <c:pt idx="1942">
                  <c:v>44673</c:v>
                </c:pt>
                <c:pt idx="1943">
                  <c:v>44676</c:v>
                </c:pt>
                <c:pt idx="1944">
                  <c:v>44677</c:v>
                </c:pt>
                <c:pt idx="1945">
                  <c:v>44678</c:v>
                </c:pt>
                <c:pt idx="1946">
                  <c:v>44679</c:v>
                </c:pt>
                <c:pt idx="1947">
                  <c:v>44680</c:v>
                </c:pt>
                <c:pt idx="1948">
                  <c:v>44683</c:v>
                </c:pt>
                <c:pt idx="1949">
                  <c:v>44684</c:v>
                </c:pt>
                <c:pt idx="1950">
                  <c:v>44685</c:v>
                </c:pt>
                <c:pt idx="1951">
                  <c:v>44686</c:v>
                </c:pt>
                <c:pt idx="1952">
                  <c:v>44687</c:v>
                </c:pt>
                <c:pt idx="1953">
                  <c:v>44690</c:v>
                </c:pt>
                <c:pt idx="1954">
                  <c:v>44691</c:v>
                </c:pt>
                <c:pt idx="1955">
                  <c:v>44692</c:v>
                </c:pt>
                <c:pt idx="1956">
                  <c:v>44693</c:v>
                </c:pt>
                <c:pt idx="1957">
                  <c:v>44694</c:v>
                </c:pt>
                <c:pt idx="1958">
                  <c:v>44697</c:v>
                </c:pt>
                <c:pt idx="1959">
                  <c:v>44698</c:v>
                </c:pt>
                <c:pt idx="1960">
                  <c:v>44699</c:v>
                </c:pt>
                <c:pt idx="1961">
                  <c:v>44700</c:v>
                </c:pt>
                <c:pt idx="1962">
                  <c:v>44701</c:v>
                </c:pt>
                <c:pt idx="1963">
                  <c:v>44704</c:v>
                </c:pt>
                <c:pt idx="1964">
                  <c:v>44705</c:v>
                </c:pt>
                <c:pt idx="1965">
                  <c:v>44706</c:v>
                </c:pt>
                <c:pt idx="1966">
                  <c:v>44707</c:v>
                </c:pt>
                <c:pt idx="1967">
                  <c:v>44708</c:v>
                </c:pt>
                <c:pt idx="1968">
                  <c:v>44711</c:v>
                </c:pt>
                <c:pt idx="1969">
                  <c:v>44712</c:v>
                </c:pt>
                <c:pt idx="1970">
                  <c:v>44713</c:v>
                </c:pt>
                <c:pt idx="1971">
                  <c:v>44714</c:v>
                </c:pt>
                <c:pt idx="1972">
                  <c:v>44715</c:v>
                </c:pt>
                <c:pt idx="1973">
                  <c:v>44718</c:v>
                </c:pt>
                <c:pt idx="1974">
                  <c:v>44719</c:v>
                </c:pt>
                <c:pt idx="1975">
                  <c:v>44720</c:v>
                </c:pt>
                <c:pt idx="1976">
                  <c:v>44721</c:v>
                </c:pt>
                <c:pt idx="1977">
                  <c:v>44722</c:v>
                </c:pt>
                <c:pt idx="1978">
                  <c:v>44725</c:v>
                </c:pt>
                <c:pt idx="1979">
                  <c:v>44726</c:v>
                </c:pt>
                <c:pt idx="1980">
                  <c:v>44727</c:v>
                </c:pt>
                <c:pt idx="1981">
                  <c:v>44729</c:v>
                </c:pt>
                <c:pt idx="1982">
                  <c:v>44732</c:v>
                </c:pt>
                <c:pt idx="1983">
                  <c:v>44733</c:v>
                </c:pt>
                <c:pt idx="1984">
                  <c:v>44734</c:v>
                </c:pt>
                <c:pt idx="1985">
                  <c:v>44735</c:v>
                </c:pt>
                <c:pt idx="1986">
                  <c:v>44736</c:v>
                </c:pt>
                <c:pt idx="1987">
                  <c:v>44739</c:v>
                </c:pt>
                <c:pt idx="1988">
                  <c:v>44740</c:v>
                </c:pt>
                <c:pt idx="1989">
                  <c:v>44741</c:v>
                </c:pt>
                <c:pt idx="1990">
                  <c:v>44742</c:v>
                </c:pt>
                <c:pt idx="1991">
                  <c:v>44743</c:v>
                </c:pt>
                <c:pt idx="1992">
                  <c:v>44746</c:v>
                </c:pt>
                <c:pt idx="1993">
                  <c:v>44747</c:v>
                </c:pt>
                <c:pt idx="1994">
                  <c:v>44748</c:v>
                </c:pt>
                <c:pt idx="1995">
                  <c:v>44749</c:v>
                </c:pt>
                <c:pt idx="1996">
                  <c:v>44750</c:v>
                </c:pt>
                <c:pt idx="1997">
                  <c:v>44753</c:v>
                </c:pt>
                <c:pt idx="1998">
                  <c:v>44754</c:v>
                </c:pt>
                <c:pt idx="1999">
                  <c:v>44755</c:v>
                </c:pt>
                <c:pt idx="2000">
                  <c:v>44756</c:v>
                </c:pt>
                <c:pt idx="2001">
                  <c:v>44757</c:v>
                </c:pt>
                <c:pt idx="2002">
                  <c:v>44760</c:v>
                </c:pt>
                <c:pt idx="2003">
                  <c:v>44761</c:v>
                </c:pt>
                <c:pt idx="2004">
                  <c:v>44762</c:v>
                </c:pt>
                <c:pt idx="2005">
                  <c:v>44763</c:v>
                </c:pt>
                <c:pt idx="2006">
                  <c:v>44764</c:v>
                </c:pt>
                <c:pt idx="2007">
                  <c:v>44767</c:v>
                </c:pt>
                <c:pt idx="2008">
                  <c:v>44768</c:v>
                </c:pt>
                <c:pt idx="2009">
                  <c:v>44769</c:v>
                </c:pt>
                <c:pt idx="2010">
                  <c:v>44770</c:v>
                </c:pt>
                <c:pt idx="2011">
                  <c:v>44771</c:v>
                </c:pt>
                <c:pt idx="2012">
                  <c:v>44774</c:v>
                </c:pt>
                <c:pt idx="2013">
                  <c:v>44775</c:v>
                </c:pt>
                <c:pt idx="2014">
                  <c:v>44776</c:v>
                </c:pt>
                <c:pt idx="2015">
                  <c:v>44777</c:v>
                </c:pt>
                <c:pt idx="2016">
                  <c:v>44778</c:v>
                </c:pt>
                <c:pt idx="2017">
                  <c:v>44781</c:v>
                </c:pt>
                <c:pt idx="2018">
                  <c:v>44782</c:v>
                </c:pt>
                <c:pt idx="2019">
                  <c:v>44783</c:v>
                </c:pt>
                <c:pt idx="2020">
                  <c:v>44784</c:v>
                </c:pt>
                <c:pt idx="2021">
                  <c:v>44785</c:v>
                </c:pt>
                <c:pt idx="2022">
                  <c:v>44788</c:v>
                </c:pt>
                <c:pt idx="2023">
                  <c:v>44789</c:v>
                </c:pt>
                <c:pt idx="2024">
                  <c:v>44790</c:v>
                </c:pt>
                <c:pt idx="2025">
                  <c:v>44791</c:v>
                </c:pt>
                <c:pt idx="2026">
                  <c:v>44792</c:v>
                </c:pt>
                <c:pt idx="2027">
                  <c:v>44795</c:v>
                </c:pt>
                <c:pt idx="2028">
                  <c:v>44796</c:v>
                </c:pt>
                <c:pt idx="2029">
                  <c:v>44797</c:v>
                </c:pt>
                <c:pt idx="2030">
                  <c:v>44798</c:v>
                </c:pt>
                <c:pt idx="2031">
                  <c:v>44799</c:v>
                </c:pt>
                <c:pt idx="2032">
                  <c:v>44802</c:v>
                </c:pt>
                <c:pt idx="2033">
                  <c:v>44803</c:v>
                </c:pt>
                <c:pt idx="2034">
                  <c:v>44804</c:v>
                </c:pt>
                <c:pt idx="2035">
                  <c:v>44805</c:v>
                </c:pt>
                <c:pt idx="2036">
                  <c:v>44806</c:v>
                </c:pt>
                <c:pt idx="2037">
                  <c:v>44809</c:v>
                </c:pt>
                <c:pt idx="2038">
                  <c:v>44810</c:v>
                </c:pt>
                <c:pt idx="2039">
                  <c:v>44812</c:v>
                </c:pt>
                <c:pt idx="2040">
                  <c:v>44813</c:v>
                </c:pt>
                <c:pt idx="2041">
                  <c:v>44816</c:v>
                </c:pt>
                <c:pt idx="2042">
                  <c:v>44817</c:v>
                </c:pt>
                <c:pt idx="2043">
                  <c:v>44818</c:v>
                </c:pt>
                <c:pt idx="2044">
                  <c:v>44819</c:v>
                </c:pt>
                <c:pt idx="2045">
                  <c:v>44820</c:v>
                </c:pt>
                <c:pt idx="2046">
                  <c:v>44823</c:v>
                </c:pt>
                <c:pt idx="2047">
                  <c:v>44824</c:v>
                </c:pt>
                <c:pt idx="2048">
                  <c:v>44825</c:v>
                </c:pt>
                <c:pt idx="2049">
                  <c:v>44826</c:v>
                </c:pt>
                <c:pt idx="2050">
                  <c:v>44827</c:v>
                </c:pt>
                <c:pt idx="2051">
                  <c:v>44830</c:v>
                </c:pt>
                <c:pt idx="2052">
                  <c:v>44831</c:v>
                </c:pt>
                <c:pt idx="2053">
                  <c:v>44832</c:v>
                </c:pt>
                <c:pt idx="2054">
                  <c:v>44833</c:v>
                </c:pt>
                <c:pt idx="2055">
                  <c:v>44834</c:v>
                </c:pt>
                <c:pt idx="2056">
                  <c:v>44837</c:v>
                </c:pt>
                <c:pt idx="2057">
                  <c:v>44838</c:v>
                </c:pt>
                <c:pt idx="2058">
                  <c:v>44839</c:v>
                </c:pt>
                <c:pt idx="2059">
                  <c:v>44840</c:v>
                </c:pt>
                <c:pt idx="2060">
                  <c:v>44841</c:v>
                </c:pt>
                <c:pt idx="2061">
                  <c:v>44844</c:v>
                </c:pt>
                <c:pt idx="2062">
                  <c:v>44845</c:v>
                </c:pt>
                <c:pt idx="2063">
                  <c:v>44847</c:v>
                </c:pt>
                <c:pt idx="2064">
                  <c:v>44848</c:v>
                </c:pt>
                <c:pt idx="2065">
                  <c:v>44851</c:v>
                </c:pt>
                <c:pt idx="2066">
                  <c:v>44852</c:v>
                </c:pt>
                <c:pt idx="2067">
                  <c:v>44853</c:v>
                </c:pt>
                <c:pt idx="2068">
                  <c:v>44854</c:v>
                </c:pt>
                <c:pt idx="2069">
                  <c:v>44855</c:v>
                </c:pt>
                <c:pt idx="2070">
                  <c:v>44858</c:v>
                </c:pt>
                <c:pt idx="2071">
                  <c:v>44859</c:v>
                </c:pt>
                <c:pt idx="2072">
                  <c:v>44860</c:v>
                </c:pt>
                <c:pt idx="2073">
                  <c:v>44861</c:v>
                </c:pt>
                <c:pt idx="2074">
                  <c:v>44862</c:v>
                </c:pt>
                <c:pt idx="2075">
                  <c:v>44865</c:v>
                </c:pt>
                <c:pt idx="2076">
                  <c:v>44866</c:v>
                </c:pt>
                <c:pt idx="2077">
                  <c:v>44868</c:v>
                </c:pt>
                <c:pt idx="2078">
                  <c:v>44869</c:v>
                </c:pt>
                <c:pt idx="2079">
                  <c:v>44872</c:v>
                </c:pt>
                <c:pt idx="2080">
                  <c:v>44873</c:v>
                </c:pt>
                <c:pt idx="2081">
                  <c:v>44874</c:v>
                </c:pt>
                <c:pt idx="2082">
                  <c:v>44875</c:v>
                </c:pt>
                <c:pt idx="2083">
                  <c:v>44876</c:v>
                </c:pt>
                <c:pt idx="2084">
                  <c:v>44879</c:v>
                </c:pt>
                <c:pt idx="2085">
                  <c:v>44881</c:v>
                </c:pt>
                <c:pt idx="2086">
                  <c:v>44882</c:v>
                </c:pt>
                <c:pt idx="2087">
                  <c:v>44883</c:v>
                </c:pt>
                <c:pt idx="2088">
                  <c:v>44886</c:v>
                </c:pt>
                <c:pt idx="2089">
                  <c:v>44887</c:v>
                </c:pt>
                <c:pt idx="2090">
                  <c:v>44888</c:v>
                </c:pt>
                <c:pt idx="2091">
                  <c:v>44889</c:v>
                </c:pt>
                <c:pt idx="2092">
                  <c:v>44890</c:v>
                </c:pt>
                <c:pt idx="2093">
                  <c:v>44893</c:v>
                </c:pt>
                <c:pt idx="2094">
                  <c:v>44894</c:v>
                </c:pt>
                <c:pt idx="2095">
                  <c:v>44895</c:v>
                </c:pt>
                <c:pt idx="2096">
                  <c:v>44896</c:v>
                </c:pt>
                <c:pt idx="2097">
                  <c:v>44897</c:v>
                </c:pt>
                <c:pt idx="2098">
                  <c:v>44900</c:v>
                </c:pt>
                <c:pt idx="2099">
                  <c:v>44901</c:v>
                </c:pt>
                <c:pt idx="2100">
                  <c:v>44902</c:v>
                </c:pt>
                <c:pt idx="2101">
                  <c:v>44903</c:v>
                </c:pt>
                <c:pt idx="2102">
                  <c:v>44904</c:v>
                </c:pt>
                <c:pt idx="2103">
                  <c:v>44907</c:v>
                </c:pt>
                <c:pt idx="2104">
                  <c:v>44908</c:v>
                </c:pt>
                <c:pt idx="2105">
                  <c:v>44909</c:v>
                </c:pt>
                <c:pt idx="2106">
                  <c:v>44910</c:v>
                </c:pt>
                <c:pt idx="2107">
                  <c:v>44911</c:v>
                </c:pt>
                <c:pt idx="2108">
                  <c:v>44914</c:v>
                </c:pt>
                <c:pt idx="2109">
                  <c:v>44915</c:v>
                </c:pt>
                <c:pt idx="2110">
                  <c:v>44916</c:v>
                </c:pt>
                <c:pt idx="2111">
                  <c:v>44917</c:v>
                </c:pt>
                <c:pt idx="2112">
                  <c:v>44918</c:v>
                </c:pt>
                <c:pt idx="2113">
                  <c:v>44921</c:v>
                </c:pt>
                <c:pt idx="2114">
                  <c:v>44922</c:v>
                </c:pt>
                <c:pt idx="2115">
                  <c:v>44923</c:v>
                </c:pt>
                <c:pt idx="2116">
                  <c:v>44924</c:v>
                </c:pt>
                <c:pt idx="2117">
                  <c:v>44928</c:v>
                </c:pt>
                <c:pt idx="2118">
                  <c:v>44929</c:v>
                </c:pt>
                <c:pt idx="2119">
                  <c:v>44930</c:v>
                </c:pt>
                <c:pt idx="2120">
                  <c:v>44931</c:v>
                </c:pt>
                <c:pt idx="2121">
                  <c:v>44932</c:v>
                </c:pt>
                <c:pt idx="2122">
                  <c:v>44935</c:v>
                </c:pt>
                <c:pt idx="2123">
                  <c:v>44936</c:v>
                </c:pt>
                <c:pt idx="2124">
                  <c:v>44937</c:v>
                </c:pt>
                <c:pt idx="2125">
                  <c:v>44938</c:v>
                </c:pt>
                <c:pt idx="2126">
                  <c:v>44939</c:v>
                </c:pt>
                <c:pt idx="2127">
                  <c:v>44942</c:v>
                </c:pt>
                <c:pt idx="2128">
                  <c:v>44943</c:v>
                </c:pt>
                <c:pt idx="2129">
                  <c:v>44944</c:v>
                </c:pt>
                <c:pt idx="2130">
                  <c:v>44945</c:v>
                </c:pt>
                <c:pt idx="2131">
                  <c:v>44946</c:v>
                </c:pt>
                <c:pt idx="2132">
                  <c:v>44949</c:v>
                </c:pt>
                <c:pt idx="2133">
                  <c:v>44950</c:v>
                </c:pt>
                <c:pt idx="2134">
                  <c:v>44951</c:v>
                </c:pt>
                <c:pt idx="2135">
                  <c:v>44952</c:v>
                </c:pt>
                <c:pt idx="2136">
                  <c:v>44953</c:v>
                </c:pt>
                <c:pt idx="2137">
                  <c:v>44956</c:v>
                </c:pt>
                <c:pt idx="2138">
                  <c:v>44957</c:v>
                </c:pt>
                <c:pt idx="2139">
                  <c:v>44958</c:v>
                </c:pt>
                <c:pt idx="2140">
                  <c:v>44959</c:v>
                </c:pt>
                <c:pt idx="2141">
                  <c:v>44960</c:v>
                </c:pt>
                <c:pt idx="2142">
                  <c:v>44963</c:v>
                </c:pt>
                <c:pt idx="2143">
                  <c:v>44964</c:v>
                </c:pt>
                <c:pt idx="2144">
                  <c:v>44965</c:v>
                </c:pt>
                <c:pt idx="2145">
                  <c:v>44966</c:v>
                </c:pt>
                <c:pt idx="2146">
                  <c:v>44967</c:v>
                </c:pt>
                <c:pt idx="2147">
                  <c:v>44970</c:v>
                </c:pt>
                <c:pt idx="2148">
                  <c:v>44971</c:v>
                </c:pt>
                <c:pt idx="2149">
                  <c:v>44972</c:v>
                </c:pt>
                <c:pt idx="2150">
                  <c:v>44973</c:v>
                </c:pt>
                <c:pt idx="2151">
                  <c:v>44974</c:v>
                </c:pt>
                <c:pt idx="2152">
                  <c:v>44979</c:v>
                </c:pt>
                <c:pt idx="2153">
                  <c:v>44980</c:v>
                </c:pt>
                <c:pt idx="2154">
                  <c:v>44981</c:v>
                </c:pt>
                <c:pt idx="2155">
                  <c:v>44984</c:v>
                </c:pt>
                <c:pt idx="2156">
                  <c:v>44985</c:v>
                </c:pt>
                <c:pt idx="2157">
                  <c:v>44986</c:v>
                </c:pt>
                <c:pt idx="2158">
                  <c:v>44987</c:v>
                </c:pt>
                <c:pt idx="2159">
                  <c:v>44988</c:v>
                </c:pt>
                <c:pt idx="2160">
                  <c:v>44991</c:v>
                </c:pt>
                <c:pt idx="2161">
                  <c:v>44992</c:v>
                </c:pt>
                <c:pt idx="2162">
                  <c:v>44993</c:v>
                </c:pt>
                <c:pt idx="2163">
                  <c:v>44994</c:v>
                </c:pt>
                <c:pt idx="2164">
                  <c:v>44995</c:v>
                </c:pt>
                <c:pt idx="2165">
                  <c:v>44998</c:v>
                </c:pt>
                <c:pt idx="2166">
                  <c:v>44999</c:v>
                </c:pt>
                <c:pt idx="2167">
                  <c:v>45000</c:v>
                </c:pt>
                <c:pt idx="2168">
                  <c:v>45001</c:v>
                </c:pt>
                <c:pt idx="2169">
                  <c:v>45002</c:v>
                </c:pt>
                <c:pt idx="2170">
                  <c:v>45005</c:v>
                </c:pt>
                <c:pt idx="2171">
                  <c:v>45006</c:v>
                </c:pt>
                <c:pt idx="2172">
                  <c:v>45007</c:v>
                </c:pt>
                <c:pt idx="2173">
                  <c:v>45008</c:v>
                </c:pt>
                <c:pt idx="2174">
                  <c:v>45009</c:v>
                </c:pt>
                <c:pt idx="2175">
                  <c:v>45012</c:v>
                </c:pt>
                <c:pt idx="2176">
                  <c:v>45013</c:v>
                </c:pt>
                <c:pt idx="2177">
                  <c:v>45014</c:v>
                </c:pt>
                <c:pt idx="2178">
                  <c:v>45015</c:v>
                </c:pt>
                <c:pt idx="2179">
                  <c:v>45016</c:v>
                </c:pt>
                <c:pt idx="2180">
                  <c:v>45019</c:v>
                </c:pt>
                <c:pt idx="2181">
                  <c:v>45020</c:v>
                </c:pt>
                <c:pt idx="2182">
                  <c:v>45021</c:v>
                </c:pt>
                <c:pt idx="2183">
                  <c:v>45022</c:v>
                </c:pt>
                <c:pt idx="2184">
                  <c:v>45026</c:v>
                </c:pt>
                <c:pt idx="2185">
                  <c:v>45027</c:v>
                </c:pt>
                <c:pt idx="2186">
                  <c:v>45028</c:v>
                </c:pt>
                <c:pt idx="2187">
                  <c:v>45029</c:v>
                </c:pt>
                <c:pt idx="2188">
                  <c:v>45030</c:v>
                </c:pt>
                <c:pt idx="2189">
                  <c:v>45033</c:v>
                </c:pt>
                <c:pt idx="2190">
                  <c:v>45034</c:v>
                </c:pt>
                <c:pt idx="2191">
                  <c:v>45035</c:v>
                </c:pt>
                <c:pt idx="2192">
                  <c:v>45036</c:v>
                </c:pt>
                <c:pt idx="2193">
                  <c:v>45040</c:v>
                </c:pt>
                <c:pt idx="2194">
                  <c:v>45041</c:v>
                </c:pt>
                <c:pt idx="2195">
                  <c:v>45042</c:v>
                </c:pt>
                <c:pt idx="2196">
                  <c:v>45043</c:v>
                </c:pt>
                <c:pt idx="2197">
                  <c:v>45044</c:v>
                </c:pt>
                <c:pt idx="2198">
                  <c:v>45048</c:v>
                </c:pt>
                <c:pt idx="2199">
                  <c:v>45049</c:v>
                </c:pt>
                <c:pt idx="2200">
                  <c:v>45050</c:v>
                </c:pt>
                <c:pt idx="2201">
                  <c:v>45051</c:v>
                </c:pt>
                <c:pt idx="2202">
                  <c:v>45054</c:v>
                </c:pt>
                <c:pt idx="2203">
                  <c:v>45055</c:v>
                </c:pt>
                <c:pt idx="2204">
                  <c:v>45056</c:v>
                </c:pt>
                <c:pt idx="2205">
                  <c:v>45057</c:v>
                </c:pt>
                <c:pt idx="2206">
                  <c:v>45058</c:v>
                </c:pt>
                <c:pt idx="2207">
                  <c:v>45061</c:v>
                </c:pt>
                <c:pt idx="2208">
                  <c:v>45062</c:v>
                </c:pt>
                <c:pt idx="2209">
                  <c:v>45063</c:v>
                </c:pt>
                <c:pt idx="2210">
                  <c:v>45064</c:v>
                </c:pt>
                <c:pt idx="2211">
                  <c:v>45065</c:v>
                </c:pt>
                <c:pt idx="2212">
                  <c:v>45068</c:v>
                </c:pt>
                <c:pt idx="2213">
                  <c:v>45069</c:v>
                </c:pt>
                <c:pt idx="2214">
                  <c:v>45070</c:v>
                </c:pt>
                <c:pt idx="2215">
                  <c:v>45071</c:v>
                </c:pt>
                <c:pt idx="2216">
                  <c:v>45072</c:v>
                </c:pt>
                <c:pt idx="2217">
                  <c:v>45075</c:v>
                </c:pt>
                <c:pt idx="2218">
                  <c:v>45076</c:v>
                </c:pt>
                <c:pt idx="2219">
                  <c:v>45077</c:v>
                </c:pt>
                <c:pt idx="2220">
                  <c:v>45078</c:v>
                </c:pt>
                <c:pt idx="2221">
                  <c:v>45079</c:v>
                </c:pt>
                <c:pt idx="2222">
                  <c:v>45082</c:v>
                </c:pt>
                <c:pt idx="2223">
                  <c:v>45083</c:v>
                </c:pt>
                <c:pt idx="2224">
                  <c:v>45084</c:v>
                </c:pt>
                <c:pt idx="2225">
                  <c:v>45086</c:v>
                </c:pt>
                <c:pt idx="2226">
                  <c:v>45089</c:v>
                </c:pt>
                <c:pt idx="2227">
                  <c:v>45090</c:v>
                </c:pt>
                <c:pt idx="2228">
                  <c:v>45091</c:v>
                </c:pt>
                <c:pt idx="2229">
                  <c:v>45092</c:v>
                </c:pt>
                <c:pt idx="2230">
                  <c:v>45093</c:v>
                </c:pt>
                <c:pt idx="2231">
                  <c:v>45096</c:v>
                </c:pt>
                <c:pt idx="2232">
                  <c:v>45097</c:v>
                </c:pt>
                <c:pt idx="2233">
                  <c:v>45098</c:v>
                </c:pt>
                <c:pt idx="2234">
                  <c:v>45099</c:v>
                </c:pt>
                <c:pt idx="2235">
                  <c:v>45100</c:v>
                </c:pt>
                <c:pt idx="2236">
                  <c:v>45103</c:v>
                </c:pt>
                <c:pt idx="2237">
                  <c:v>45104</c:v>
                </c:pt>
                <c:pt idx="2238">
                  <c:v>45105</c:v>
                </c:pt>
                <c:pt idx="2239">
                  <c:v>45106</c:v>
                </c:pt>
                <c:pt idx="2240">
                  <c:v>45107</c:v>
                </c:pt>
                <c:pt idx="2241">
                  <c:v>45110</c:v>
                </c:pt>
                <c:pt idx="2242">
                  <c:v>45111</c:v>
                </c:pt>
                <c:pt idx="2243">
                  <c:v>45112</c:v>
                </c:pt>
                <c:pt idx="2244">
                  <c:v>45113</c:v>
                </c:pt>
                <c:pt idx="2245">
                  <c:v>45114</c:v>
                </c:pt>
                <c:pt idx="2246">
                  <c:v>45117</c:v>
                </c:pt>
                <c:pt idx="2247">
                  <c:v>45118</c:v>
                </c:pt>
                <c:pt idx="2248">
                  <c:v>45119</c:v>
                </c:pt>
                <c:pt idx="2249">
                  <c:v>45120</c:v>
                </c:pt>
                <c:pt idx="2250">
                  <c:v>45121</c:v>
                </c:pt>
                <c:pt idx="2251">
                  <c:v>45124</c:v>
                </c:pt>
                <c:pt idx="2252">
                  <c:v>45125</c:v>
                </c:pt>
                <c:pt idx="2253">
                  <c:v>45126</c:v>
                </c:pt>
                <c:pt idx="2254">
                  <c:v>45127</c:v>
                </c:pt>
                <c:pt idx="2255">
                  <c:v>45128</c:v>
                </c:pt>
                <c:pt idx="2256">
                  <c:v>45131</c:v>
                </c:pt>
                <c:pt idx="2257">
                  <c:v>45132</c:v>
                </c:pt>
                <c:pt idx="2258">
                  <c:v>45133</c:v>
                </c:pt>
                <c:pt idx="2259">
                  <c:v>45134</c:v>
                </c:pt>
                <c:pt idx="2260">
                  <c:v>45135</c:v>
                </c:pt>
                <c:pt idx="2261">
                  <c:v>45138</c:v>
                </c:pt>
                <c:pt idx="2262">
                  <c:v>45139</c:v>
                </c:pt>
                <c:pt idx="2263">
                  <c:v>45140</c:v>
                </c:pt>
                <c:pt idx="2264">
                  <c:v>45141</c:v>
                </c:pt>
                <c:pt idx="2265">
                  <c:v>45142</c:v>
                </c:pt>
                <c:pt idx="2266">
                  <c:v>45145</c:v>
                </c:pt>
                <c:pt idx="2267">
                  <c:v>45146</c:v>
                </c:pt>
                <c:pt idx="2268">
                  <c:v>45147</c:v>
                </c:pt>
                <c:pt idx="2269">
                  <c:v>45148</c:v>
                </c:pt>
                <c:pt idx="2270">
                  <c:v>45149</c:v>
                </c:pt>
                <c:pt idx="2271">
                  <c:v>45152</c:v>
                </c:pt>
                <c:pt idx="2272">
                  <c:v>45153</c:v>
                </c:pt>
                <c:pt idx="2273">
                  <c:v>45154</c:v>
                </c:pt>
                <c:pt idx="2274">
                  <c:v>45155</c:v>
                </c:pt>
                <c:pt idx="2275">
                  <c:v>45156</c:v>
                </c:pt>
                <c:pt idx="2276">
                  <c:v>45159</c:v>
                </c:pt>
                <c:pt idx="2277">
                  <c:v>45160</c:v>
                </c:pt>
                <c:pt idx="2278">
                  <c:v>45161</c:v>
                </c:pt>
                <c:pt idx="2279">
                  <c:v>45162</c:v>
                </c:pt>
                <c:pt idx="2280">
                  <c:v>45163</c:v>
                </c:pt>
                <c:pt idx="2281">
                  <c:v>45166</c:v>
                </c:pt>
                <c:pt idx="2282">
                  <c:v>45167</c:v>
                </c:pt>
                <c:pt idx="2283">
                  <c:v>45168</c:v>
                </c:pt>
                <c:pt idx="2284">
                  <c:v>45169</c:v>
                </c:pt>
                <c:pt idx="2285">
                  <c:v>45170</c:v>
                </c:pt>
                <c:pt idx="2286">
                  <c:v>45173</c:v>
                </c:pt>
                <c:pt idx="2287">
                  <c:v>45174</c:v>
                </c:pt>
                <c:pt idx="2288">
                  <c:v>45175</c:v>
                </c:pt>
                <c:pt idx="2289">
                  <c:v>45177</c:v>
                </c:pt>
                <c:pt idx="2290">
                  <c:v>45180</c:v>
                </c:pt>
                <c:pt idx="2291">
                  <c:v>45181</c:v>
                </c:pt>
                <c:pt idx="2292">
                  <c:v>45182</c:v>
                </c:pt>
                <c:pt idx="2293">
                  <c:v>45183</c:v>
                </c:pt>
                <c:pt idx="2294">
                  <c:v>45184</c:v>
                </c:pt>
                <c:pt idx="2295">
                  <c:v>45187</c:v>
                </c:pt>
                <c:pt idx="2296">
                  <c:v>45188</c:v>
                </c:pt>
                <c:pt idx="2297">
                  <c:v>45189</c:v>
                </c:pt>
                <c:pt idx="2298">
                  <c:v>45190</c:v>
                </c:pt>
                <c:pt idx="2299">
                  <c:v>45191</c:v>
                </c:pt>
                <c:pt idx="2300">
                  <c:v>45194</c:v>
                </c:pt>
                <c:pt idx="2301">
                  <c:v>45195</c:v>
                </c:pt>
                <c:pt idx="2302">
                  <c:v>45196</c:v>
                </c:pt>
                <c:pt idx="2303">
                  <c:v>45197</c:v>
                </c:pt>
                <c:pt idx="2304">
                  <c:v>45198</c:v>
                </c:pt>
                <c:pt idx="2305">
                  <c:v>45201</c:v>
                </c:pt>
                <c:pt idx="2306">
                  <c:v>45202</c:v>
                </c:pt>
                <c:pt idx="2307">
                  <c:v>45203</c:v>
                </c:pt>
                <c:pt idx="2308">
                  <c:v>45204</c:v>
                </c:pt>
                <c:pt idx="2309">
                  <c:v>45205</c:v>
                </c:pt>
                <c:pt idx="2310">
                  <c:v>45208</c:v>
                </c:pt>
                <c:pt idx="2311">
                  <c:v>45209</c:v>
                </c:pt>
                <c:pt idx="2312">
                  <c:v>45210</c:v>
                </c:pt>
                <c:pt idx="2313">
                  <c:v>45212</c:v>
                </c:pt>
                <c:pt idx="2314">
                  <c:v>45215</c:v>
                </c:pt>
                <c:pt idx="2315">
                  <c:v>45216</c:v>
                </c:pt>
                <c:pt idx="2316">
                  <c:v>45217</c:v>
                </c:pt>
                <c:pt idx="2317">
                  <c:v>45218</c:v>
                </c:pt>
                <c:pt idx="2318">
                  <c:v>45219</c:v>
                </c:pt>
                <c:pt idx="2319">
                  <c:v>45222</c:v>
                </c:pt>
                <c:pt idx="2320">
                  <c:v>45223</c:v>
                </c:pt>
                <c:pt idx="2321">
                  <c:v>45224</c:v>
                </c:pt>
                <c:pt idx="2322">
                  <c:v>45225</c:v>
                </c:pt>
                <c:pt idx="2323">
                  <c:v>45226</c:v>
                </c:pt>
                <c:pt idx="2324">
                  <c:v>45229</c:v>
                </c:pt>
                <c:pt idx="2325">
                  <c:v>45230</c:v>
                </c:pt>
                <c:pt idx="2326">
                  <c:v>45231</c:v>
                </c:pt>
                <c:pt idx="2327">
                  <c:v>45233</c:v>
                </c:pt>
                <c:pt idx="2328">
                  <c:v>45236</c:v>
                </c:pt>
                <c:pt idx="2329">
                  <c:v>45237</c:v>
                </c:pt>
                <c:pt idx="2330">
                  <c:v>45238</c:v>
                </c:pt>
                <c:pt idx="2331">
                  <c:v>45239</c:v>
                </c:pt>
                <c:pt idx="2332">
                  <c:v>45240</c:v>
                </c:pt>
                <c:pt idx="2333">
                  <c:v>45243</c:v>
                </c:pt>
                <c:pt idx="2334">
                  <c:v>45244</c:v>
                </c:pt>
                <c:pt idx="2335">
                  <c:v>45246</c:v>
                </c:pt>
                <c:pt idx="2336">
                  <c:v>45247</c:v>
                </c:pt>
                <c:pt idx="2337">
                  <c:v>45250</c:v>
                </c:pt>
                <c:pt idx="2338">
                  <c:v>45251</c:v>
                </c:pt>
                <c:pt idx="2339">
                  <c:v>45252</c:v>
                </c:pt>
                <c:pt idx="2340">
                  <c:v>45253</c:v>
                </c:pt>
                <c:pt idx="2341">
                  <c:v>45254</c:v>
                </c:pt>
                <c:pt idx="2342">
                  <c:v>45257</c:v>
                </c:pt>
                <c:pt idx="2343">
                  <c:v>45258</c:v>
                </c:pt>
                <c:pt idx="2344">
                  <c:v>45259</c:v>
                </c:pt>
                <c:pt idx="2345">
                  <c:v>45260</c:v>
                </c:pt>
                <c:pt idx="2346">
                  <c:v>45261</c:v>
                </c:pt>
                <c:pt idx="2347">
                  <c:v>45264</c:v>
                </c:pt>
                <c:pt idx="2348">
                  <c:v>45265</c:v>
                </c:pt>
                <c:pt idx="2349">
                  <c:v>45266</c:v>
                </c:pt>
                <c:pt idx="2350">
                  <c:v>45267</c:v>
                </c:pt>
                <c:pt idx="2351">
                  <c:v>45268</c:v>
                </c:pt>
                <c:pt idx="2352">
                  <c:v>45271</c:v>
                </c:pt>
                <c:pt idx="2353">
                  <c:v>45272</c:v>
                </c:pt>
                <c:pt idx="2354">
                  <c:v>45273</c:v>
                </c:pt>
                <c:pt idx="2355">
                  <c:v>45274</c:v>
                </c:pt>
                <c:pt idx="2356">
                  <c:v>45275</c:v>
                </c:pt>
                <c:pt idx="2357">
                  <c:v>45278</c:v>
                </c:pt>
                <c:pt idx="2358">
                  <c:v>45279</c:v>
                </c:pt>
                <c:pt idx="2359">
                  <c:v>45280</c:v>
                </c:pt>
                <c:pt idx="2360">
                  <c:v>45281</c:v>
                </c:pt>
                <c:pt idx="2361">
                  <c:v>45282</c:v>
                </c:pt>
                <c:pt idx="2362">
                  <c:v>45286</c:v>
                </c:pt>
                <c:pt idx="2363">
                  <c:v>45287</c:v>
                </c:pt>
                <c:pt idx="2364">
                  <c:v>45288</c:v>
                </c:pt>
                <c:pt idx="2365">
                  <c:v>45293</c:v>
                </c:pt>
                <c:pt idx="2366">
                  <c:v>45294</c:v>
                </c:pt>
                <c:pt idx="2367">
                  <c:v>45295</c:v>
                </c:pt>
                <c:pt idx="2368">
                  <c:v>45296</c:v>
                </c:pt>
                <c:pt idx="2369">
                  <c:v>45299</c:v>
                </c:pt>
                <c:pt idx="2370">
                  <c:v>45300</c:v>
                </c:pt>
                <c:pt idx="2371">
                  <c:v>45301</c:v>
                </c:pt>
                <c:pt idx="2372">
                  <c:v>45302</c:v>
                </c:pt>
                <c:pt idx="2373">
                  <c:v>45303</c:v>
                </c:pt>
                <c:pt idx="2374">
                  <c:v>45306</c:v>
                </c:pt>
                <c:pt idx="2375">
                  <c:v>45307</c:v>
                </c:pt>
                <c:pt idx="2376">
                  <c:v>45308</c:v>
                </c:pt>
                <c:pt idx="2377">
                  <c:v>45309</c:v>
                </c:pt>
                <c:pt idx="2378">
                  <c:v>45310</c:v>
                </c:pt>
                <c:pt idx="2379">
                  <c:v>45313</c:v>
                </c:pt>
                <c:pt idx="2380">
                  <c:v>45314</c:v>
                </c:pt>
                <c:pt idx="2381">
                  <c:v>45315</c:v>
                </c:pt>
                <c:pt idx="2382">
                  <c:v>45316</c:v>
                </c:pt>
                <c:pt idx="2383">
                  <c:v>45317</c:v>
                </c:pt>
                <c:pt idx="2384">
                  <c:v>45320</c:v>
                </c:pt>
                <c:pt idx="2385">
                  <c:v>45321</c:v>
                </c:pt>
                <c:pt idx="2386">
                  <c:v>45322</c:v>
                </c:pt>
                <c:pt idx="2387">
                  <c:v>45323</c:v>
                </c:pt>
                <c:pt idx="2388">
                  <c:v>45324</c:v>
                </c:pt>
                <c:pt idx="2389">
                  <c:v>45327</c:v>
                </c:pt>
                <c:pt idx="2390">
                  <c:v>45328</c:v>
                </c:pt>
                <c:pt idx="2391">
                  <c:v>45329</c:v>
                </c:pt>
                <c:pt idx="2392">
                  <c:v>45330</c:v>
                </c:pt>
                <c:pt idx="2393">
                  <c:v>45331</c:v>
                </c:pt>
                <c:pt idx="2394">
                  <c:v>45336</c:v>
                </c:pt>
                <c:pt idx="2395">
                  <c:v>45337</c:v>
                </c:pt>
                <c:pt idx="2396">
                  <c:v>45338</c:v>
                </c:pt>
                <c:pt idx="2397">
                  <c:v>45341</c:v>
                </c:pt>
                <c:pt idx="2398">
                  <c:v>45342</c:v>
                </c:pt>
                <c:pt idx="2399">
                  <c:v>45343</c:v>
                </c:pt>
                <c:pt idx="2400">
                  <c:v>45344</c:v>
                </c:pt>
                <c:pt idx="2401">
                  <c:v>45345</c:v>
                </c:pt>
                <c:pt idx="2402">
                  <c:v>45348</c:v>
                </c:pt>
                <c:pt idx="2403">
                  <c:v>45349</c:v>
                </c:pt>
                <c:pt idx="2404">
                  <c:v>45350</c:v>
                </c:pt>
                <c:pt idx="2405">
                  <c:v>45351</c:v>
                </c:pt>
                <c:pt idx="2406">
                  <c:v>45352</c:v>
                </c:pt>
                <c:pt idx="2407">
                  <c:v>45355</c:v>
                </c:pt>
                <c:pt idx="2408">
                  <c:v>45356</c:v>
                </c:pt>
                <c:pt idx="2409">
                  <c:v>45357</c:v>
                </c:pt>
                <c:pt idx="2410">
                  <c:v>45358</c:v>
                </c:pt>
                <c:pt idx="2411">
                  <c:v>45359</c:v>
                </c:pt>
                <c:pt idx="2412">
                  <c:v>45362</c:v>
                </c:pt>
                <c:pt idx="2413">
                  <c:v>45363</c:v>
                </c:pt>
                <c:pt idx="2414">
                  <c:v>45364</c:v>
                </c:pt>
                <c:pt idx="2415">
                  <c:v>45365</c:v>
                </c:pt>
                <c:pt idx="2416">
                  <c:v>45366</c:v>
                </c:pt>
                <c:pt idx="2417">
                  <c:v>45369</c:v>
                </c:pt>
                <c:pt idx="2418">
                  <c:v>45370</c:v>
                </c:pt>
                <c:pt idx="2419">
                  <c:v>45371</c:v>
                </c:pt>
                <c:pt idx="2420">
                  <c:v>45372</c:v>
                </c:pt>
                <c:pt idx="2421">
                  <c:v>45373</c:v>
                </c:pt>
                <c:pt idx="2422">
                  <c:v>45376</c:v>
                </c:pt>
                <c:pt idx="2423">
                  <c:v>45377</c:v>
                </c:pt>
                <c:pt idx="2424">
                  <c:v>45378</c:v>
                </c:pt>
                <c:pt idx="2425">
                  <c:v>45379</c:v>
                </c:pt>
                <c:pt idx="2426">
                  <c:v>45383</c:v>
                </c:pt>
                <c:pt idx="2427">
                  <c:v>45384</c:v>
                </c:pt>
                <c:pt idx="2428">
                  <c:v>45385</c:v>
                </c:pt>
                <c:pt idx="2429">
                  <c:v>45386</c:v>
                </c:pt>
                <c:pt idx="2430">
                  <c:v>45387</c:v>
                </c:pt>
                <c:pt idx="2431">
                  <c:v>45390</c:v>
                </c:pt>
                <c:pt idx="2432">
                  <c:v>45391</c:v>
                </c:pt>
                <c:pt idx="2433">
                  <c:v>45392</c:v>
                </c:pt>
                <c:pt idx="2434">
                  <c:v>45393</c:v>
                </c:pt>
                <c:pt idx="2435">
                  <c:v>45394</c:v>
                </c:pt>
                <c:pt idx="2436">
                  <c:v>45397</c:v>
                </c:pt>
                <c:pt idx="2437">
                  <c:v>45398</c:v>
                </c:pt>
                <c:pt idx="2438">
                  <c:v>45399</c:v>
                </c:pt>
                <c:pt idx="2439">
                  <c:v>45400</c:v>
                </c:pt>
                <c:pt idx="2440">
                  <c:v>45401</c:v>
                </c:pt>
                <c:pt idx="2441">
                  <c:v>45404</c:v>
                </c:pt>
                <c:pt idx="2442">
                  <c:v>45405</c:v>
                </c:pt>
                <c:pt idx="2443">
                  <c:v>45406</c:v>
                </c:pt>
                <c:pt idx="2444">
                  <c:v>45407</c:v>
                </c:pt>
                <c:pt idx="2445">
                  <c:v>45408</c:v>
                </c:pt>
                <c:pt idx="2446">
                  <c:v>45411</c:v>
                </c:pt>
                <c:pt idx="2447">
                  <c:v>45412</c:v>
                </c:pt>
                <c:pt idx="2448">
                  <c:v>45414</c:v>
                </c:pt>
                <c:pt idx="2449">
                  <c:v>45415</c:v>
                </c:pt>
                <c:pt idx="2450">
                  <c:v>45418</c:v>
                </c:pt>
                <c:pt idx="2451">
                  <c:v>45419</c:v>
                </c:pt>
                <c:pt idx="2452">
                  <c:v>45420</c:v>
                </c:pt>
                <c:pt idx="2453">
                  <c:v>45421</c:v>
                </c:pt>
                <c:pt idx="2454">
                  <c:v>45422</c:v>
                </c:pt>
                <c:pt idx="2455">
                  <c:v>45425</c:v>
                </c:pt>
                <c:pt idx="2456">
                  <c:v>45426</c:v>
                </c:pt>
                <c:pt idx="2457">
                  <c:v>45427</c:v>
                </c:pt>
                <c:pt idx="2458">
                  <c:v>45428</c:v>
                </c:pt>
                <c:pt idx="2459">
                  <c:v>45429</c:v>
                </c:pt>
                <c:pt idx="2460">
                  <c:v>45432</c:v>
                </c:pt>
                <c:pt idx="2461">
                  <c:v>45433</c:v>
                </c:pt>
                <c:pt idx="2462">
                  <c:v>45434</c:v>
                </c:pt>
                <c:pt idx="2463">
                  <c:v>45435</c:v>
                </c:pt>
                <c:pt idx="2464">
                  <c:v>45436</c:v>
                </c:pt>
                <c:pt idx="2465">
                  <c:v>45439</c:v>
                </c:pt>
                <c:pt idx="2466">
                  <c:v>45440</c:v>
                </c:pt>
                <c:pt idx="2467">
                  <c:v>45441</c:v>
                </c:pt>
                <c:pt idx="2468">
                  <c:v>45443</c:v>
                </c:pt>
                <c:pt idx="2469">
                  <c:v>45446</c:v>
                </c:pt>
                <c:pt idx="2470">
                  <c:v>45447</c:v>
                </c:pt>
                <c:pt idx="2471">
                  <c:v>45448</c:v>
                </c:pt>
                <c:pt idx="2472">
                  <c:v>45449</c:v>
                </c:pt>
                <c:pt idx="2473">
                  <c:v>45450</c:v>
                </c:pt>
                <c:pt idx="2474">
                  <c:v>45453</c:v>
                </c:pt>
                <c:pt idx="2475">
                  <c:v>45454</c:v>
                </c:pt>
                <c:pt idx="2476">
                  <c:v>45455</c:v>
                </c:pt>
                <c:pt idx="2477">
                  <c:v>45456</c:v>
                </c:pt>
                <c:pt idx="2478">
                  <c:v>45457</c:v>
                </c:pt>
                <c:pt idx="2479">
                  <c:v>45460</c:v>
                </c:pt>
                <c:pt idx="2480">
                  <c:v>45461</c:v>
                </c:pt>
                <c:pt idx="2481">
                  <c:v>45462</c:v>
                </c:pt>
                <c:pt idx="2482">
                  <c:v>45463</c:v>
                </c:pt>
                <c:pt idx="2483">
                  <c:v>45464</c:v>
                </c:pt>
                <c:pt idx="2484">
                  <c:v>45467</c:v>
                </c:pt>
                <c:pt idx="2485">
                  <c:v>45468</c:v>
                </c:pt>
                <c:pt idx="2486">
                  <c:v>45469</c:v>
                </c:pt>
                <c:pt idx="2487">
                  <c:v>45470</c:v>
                </c:pt>
                <c:pt idx="2488">
                  <c:v>45471</c:v>
                </c:pt>
                <c:pt idx="2489">
                  <c:v>45474</c:v>
                </c:pt>
                <c:pt idx="2490">
                  <c:v>45475</c:v>
                </c:pt>
                <c:pt idx="2491">
                  <c:v>45476</c:v>
                </c:pt>
                <c:pt idx="2492">
                  <c:v>45477</c:v>
                </c:pt>
                <c:pt idx="2493">
                  <c:v>45478</c:v>
                </c:pt>
                <c:pt idx="2494">
                  <c:v>45481</c:v>
                </c:pt>
                <c:pt idx="2495">
                  <c:v>45482</c:v>
                </c:pt>
                <c:pt idx="2496">
                  <c:v>45483</c:v>
                </c:pt>
                <c:pt idx="2497">
                  <c:v>45484</c:v>
                </c:pt>
                <c:pt idx="2498">
                  <c:v>45485</c:v>
                </c:pt>
                <c:pt idx="2499">
                  <c:v>45488</c:v>
                </c:pt>
                <c:pt idx="2500">
                  <c:v>45489</c:v>
                </c:pt>
                <c:pt idx="2501">
                  <c:v>45490</c:v>
                </c:pt>
                <c:pt idx="2502">
                  <c:v>45491</c:v>
                </c:pt>
                <c:pt idx="2503">
                  <c:v>45492</c:v>
                </c:pt>
                <c:pt idx="2504">
                  <c:v>45495</c:v>
                </c:pt>
                <c:pt idx="2505">
                  <c:v>45496</c:v>
                </c:pt>
                <c:pt idx="2506">
                  <c:v>45497</c:v>
                </c:pt>
                <c:pt idx="2507">
                  <c:v>45498</c:v>
                </c:pt>
                <c:pt idx="2508">
                  <c:v>45499</c:v>
                </c:pt>
                <c:pt idx="2509">
                  <c:v>45502</c:v>
                </c:pt>
                <c:pt idx="2510">
                  <c:v>45503</c:v>
                </c:pt>
                <c:pt idx="2511">
                  <c:v>45504</c:v>
                </c:pt>
                <c:pt idx="2512">
                  <c:v>45505</c:v>
                </c:pt>
                <c:pt idx="2513">
                  <c:v>45506</c:v>
                </c:pt>
                <c:pt idx="2514">
                  <c:v>45509</c:v>
                </c:pt>
                <c:pt idx="2515">
                  <c:v>45510</c:v>
                </c:pt>
                <c:pt idx="2516">
                  <c:v>45511</c:v>
                </c:pt>
                <c:pt idx="2517">
                  <c:v>45512</c:v>
                </c:pt>
                <c:pt idx="2518">
                  <c:v>45513</c:v>
                </c:pt>
                <c:pt idx="2519">
                  <c:v>45516</c:v>
                </c:pt>
                <c:pt idx="2520">
                  <c:v>45517</c:v>
                </c:pt>
                <c:pt idx="2521">
                  <c:v>45518</c:v>
                </c:pt>
                <c:pt idx="2522">
                  <c:v>45519</c:v>
                </c:pt>
                <c:pt idx="2523">
                  <c:v>45520</c:v>
                </c:pt>
                <c:pt idx="2524">
                  <c:v>45523</c:v>
                </c:pt>
                <c:pt idx="2525">
                  <c:v>45524</c:v>
                </c:pt>
                <c:pt idx="2526">
                  <c:v>45525</c:v>
                </c:pt>
                <c:pt idx="2527">
                  <c:v>45526</c:v>
                </c:pt>
                <c:pt idx="2528">
                  <c:v>45527</c:v>
                </c:pt>
                <c:pt idx="2529">
                  <c:v>45530</c:v>
                </c:pt>
                <c:pt idx="2530">
                  <c:v>45531</c:v>
                </c:pt>
                <c:pt idx="2531">
                  <c:v>45532</c:v>
                </c:pt>
                <c:pt idx="2532">
                  <c:v>45533</c:v>
                </c:pt>
                <c:pt idx="2533">
                  <c:v>45534</c:v>
                </c:pt>
                <c:pt idx="2534">
                  <c:v>45537</c:v>
                </c:pt>
                <c:pt idx="2535">
                  <c:v>45538</c:v>
                </c:pt>
                <c:pt idx="2536">
                  <c:v>45539</c:v>
                </c:pt>
                <c:pt idx="2537">
                  <c:v>45540</c:v>
                </c:pt>
                <c:pt idx="2538">
                  <c:v>45541</c:v>
                </c:pt>
                <c:pt idx="2539">
                  <c:v>45544</c:v>
                </c:pt>
                <c:pt idx="2540">
                  <c:v>45545</c:v>
                </c:pt>
                <c:pt idx="2541">
                  <c:v>45546</c:v>
                </c:pt>
                <c:pt idx="2542">
                  <c:v>45547</c:v>
                </c:pt>
                <c:pt idx="2543">
                  <c:v>45548</c:v>
                </c:pt>
                <c:pt idx="2544">
                  <c:v>45551</c:v>
                </c:pt>
                <c:pt idx="2545">
                  <c:v>45552</c:v>
                </c:pt>
                <c:pt idx="2546">
                  <c:v>45553</c:v>
                </c:pt>
                <c:pt idx="2547">
                  <c:v>45554</c:v>
                </c:pt>
                <c:pt idx="2548">
                  <c:v>45555</c:v>
                </c:pt>
                <c:pt idx="2549">
                  <c:v>45558</c:v>
                </c:pt>
                <c:pt idx="2550">
                  <c:v>45559</c:v>
                </c:pt>
                <c:pt idx="2551">
                  <c:v>45560</c:v>
                </c:pt>
                <c:pt idx="2552">
                  <c:v>45561</c:v>
                </c:pt>
                <c:pt idx="2553">
                  <c:v>45562</c:v>
                </c:pt>
                <c:pt idx="2554">
                  <c:v>45565</c:v>
                </c:pt>
                <c:pt idx="2555">
                  <c:v>45566</c:v>
                </c:pt>
                <c:pt idx="2556">
                  <c:v>45567</c:v>
                </c:pt>
                <c:pt idx="2557">
                  <c:v>45568</c:v>
                </c:pt>
                <c:pt idx="2558">
                  <c:v>45569</c:v>
                </c:pt>
                <c:pt idx="2559">
                  <c:v>45572</c:v>
                </c:pt>
                <c:pt idx="2560">
                  <c:v>45573</c:v>
                </c:pt>
                <c:pt idx="2561">
                  <c:v>45574</c:v>
                </c:pt>
                <c:pt idx="2562">
                  <c:v>45575</c:v>
                </c:pt>
                <c:pt idx="2563">
                  <c:v>45576</c:v>
                </c:pt>
                <c:pt idx="2564">
                  <c:v>45579</c:v>
                </c:pt>
                <c:pt idx="2565">
                  <c:v>45580</c:v>
                </c:pt>
                <c:pt idx="2566">
                  <c:v>45581</c:v>
                </c:pt>
                <c:pt idx="2567">
                  <c:v>45582</c:v>
                </c:pt>
                <c:pt idx="2568">
                  <c:v>45583</c:v>
                </c:pt>
                <c:pt idx="2569">
                  <c:v>45586</c:v>
                </c:pt>
                <c:pt idx="2570">
                  <c:v>45587</c:v>
                </c:pt>
                <c:pt idx="2571">
                  <c:v>45588</c:v>
                </c:pt>
                <c:pt idx="2572">
                  <c:v>45589</c:v>
                </c:pt>
                <c:pt idx="2573">
                  <c:v>45590</c:v>
                </c:pt>
                <c:pt idx="2574">
                  <c:v>45593</c:v>
                </c:pt>
                <c:pt idx="2575">
                  <c:v>45594</c:v>
                </c:pt>
                <c:pt idx="2576">
                  <c:v>45595</c:v>
                </c:pt>
                <c:pt idx="2577">
                  <c:v>45596</c:v>
                </c:pt>
                <c:pt idx="2578">
                  <c:v>45597</c:v>
                </c:pt>
                <c:pt idx="2579">
                  <c:v>45600</c:v>
                </c:pt>
                <c:pt idx="2580">
                  <c:v>45601</c:v>
                </c:pt>
                <c:pt idx="2581">
                  <c:v>45602</c:v>
                </c:pt>
                <c:pt idx="2582">
                  <c:v>45603</c:v>
                </c:pt>
                <c:pt idx="2583">
                  <c:v>45604</c:v>
                </c:pt>
                <c:pt idx="2584">
                  <c:v>45607</c:v>
                </c:pt>
                <c:pt idx="2585">
                  <c:v>45608</c:v>
                </c:pt>
                <c:pt idx="2586">
                  <c:v>45609</c:v>
                </c:pt>
                <c:pt idx="2587">
                  <c:v>45610</c:v>
                </c:pt>
                <c:pt idx="2588">
                  <c:v>45614</c:v>
                </c:pt>
                <c:pt idx="2589">
                  <c:v>45615</c:v>
                </c:pt>
                <c:pt idx="2590">
                  <c:v>45617</c:v>
                </c:pt>
                <c:pt idx="2591">
                  <c:v>45618</c:v>
                </c:pt>
                <c:pt idx="2592">
                  <c:v>45621</c:v>
                </c:pt>
                <c:pt idx="2593">
                  <c:v>45622</c:v>
                </c:pt>
                <c:pt idx="2594">
                  <c:v>45623</c:v>
                </c:pt>
                <c:pt idx="2595">
                  <c:v>45624</c:v>
                </c:pt>
                <c:pt idx="2596">
                  <c:v>45625</c:v>
                </c:pt>
                <c:pt idx="2597">
                  <c:v>45628</c:v>
                </c:pt>
                <c:pt idx="2598">
                  <c:v>45629</c:v>
                </c:pt>
                <c:pt idx="2599">
                  <c:v>45630</c:v>
                </c:pt>
                <c:pt idx="2600">
                  <c:v>45631</c:v>
                </c:pt>
                <c:pt idx="2601">
                  <c:v>45632</c:v>
                </c:pt>
                <c:pt idx="2602">
                  <c:v>45635</c:v>
                </c:pt>
                <c:pt idx="2603">
                  <c:v>45636</c:v>
                </c:pt>
                <c:pt idx="2604">
                  <c:v>45637</c:v>
                </c:pt>
                <c:pt idx="2605">
                  <c:v>45638</c:v>
                </c:pt>
                <c:pt idx="2606">
                  <c:v>45639</c:v>
                </c:pt>
                <c:pt idx="2607">
                  <c:v>45642</c:v>
                </c:pt>
                <c:pt idx="2608">
                  <c:v>45643</c:v>
                </c:pt>
                <c:pt idx="2609">
                  <c:v>45644</c:v>
                </c:pt>
                <c:pt idx="2610">
                  <c:v>45645</c:v>
                </c:pt>
                <c:pt idx="2611">
                  <c:v>45646</c:v>
                </c:pt>
                <c:pt idx="2612">
                  <c:v>45649</c:v>
                </c:pt>
                <c:pt idx="2613">
                  <c:v>45652</c:v>
                </c:pt>
                <c:pt idx="2614">
                  <c:v>45653</c:v>
                </c:pt>
                <c:pt idx="2615">
                  <c:v>45656</c:v>
                </c:pt>
                <c:pt idx="2616">
                  <c:v>45659</c:v>
                </c:pt>
                <c:pt idx="2617">
                  <c:v>45660</c:v>
                </c:pt>
                <c:pt idx="2618">
                  <c:v>45663</c:v>
                </c:pt>
                <c:pt idx="2619">
                  <c:v>45664</c:v>
                </c:pt>
                <c:pt idx="2620">
                  <c:v>45665</c:v>
                </c:pt>
                <c:pt idx="2621">
                  <c:v>45666</c:v>
                </c:pt>
                <c:pt idx="2622">
                  <c:v>45667</c:v>
                </c:pt>
                <c:pt idx="2623">
                  <c:v>45670</c:v>
                </c:pt>
                <c:pt idx="2624">
                  <c:v>45671</c:v>
                </c:pt>
                <c:pt idx="2625">
                  <c:v>45672</c:v>
                </c:pt>
                <c:pt idx="2626">
                  <c:v>45673</c:v>
                </c:pt>
                <c:pt idx="2627">
                  <c:v>45674</c:v>
                </c:pt>
                <c:pt idx="2628">
                  <c:v>45677</c:v>
                </c:pt>
                <c:pt idx="2629">
                  <c:v>45678</c:v>
                </c:pt>
                <c:pt idx="2630">
                  <c:v>45679</c:v>
                </c:pt>
                <c:pt idx="2631">
                  <c:v>45680</c:v>
                </c:pt>
                <c:pt idx="2632">
                  <c:v>45681</c:v>
                </c:pt>
                <c:pt idx="2633">
                  <c:v>45684</c:v>
                </c:pt>
                <c:pt idx="2634">
                  <c:v>45685</c:v>
                </c:pt>
                <c:pt idx="2635">
                  <c:v>45686</c:v>
                </c:pt>
                <c:pt idx="2636">
                  <c:v>45687</c:v>
                </c:pt>
                <c:pt idx="2637">
                  <c:v>45688</c:v>
                </c:pt>
                <c:pt idx="2638">
                  <c:v>45691</c:v>
                </c:pt>
                <c:pt idx="2639">
                  <c:v>45692</c:v>
                </c:pt>
                <c:pt idx="2640">
                  <c:v>45693</c:v>
                </c:pt>
                <c:pt idx="2641">
                  <c:v>45694</c:v>
                </c:pt>
                <c:pt idx="2642">
                  <c:v>45695</c:v>
                </c:pt>
                <c:pt idx="2643">
                  <c:v>45698</c:v>
                </c:pt>
                <c:pt idx="2644">
                  <c:v>45699</c:v>
                </c:pt>
                <c:pt idx="2645">
                  <c:v>45700</c:v>
                </c:pt>
                <c:pt idx="2646">
                  <c:v>45701</c:v>
                </c:pt>
                <c:pt idx="2647">
                  <c:v>45702</c:v>
                </c:pt>
                <c:pt idx="2648">
                  <c:v>45705</c:v>
                </c:pt>
                <c:pt idx="2649">
                  <c:v>45706</c:v>
                </c:pt>
                <c:pt idx="2650">
                  <c:v>45707</c:v>
                </c:pt>
                <c:pt idx="2651">
                  <c:v>45708</c:v>
                </c:pt>
                <c:pt idx="2652">
                  <c:v>45709</c:v>
                </c:pt>
                <c:pt idx="2653">
                  <c:v>45712</c:v>
                </c:pt>
                <c:pt idx="2654">
                  <c:v>45713</c:v>
                </c:pt>
                <c:pt idx="2655">
                  <c:v>45714</c:v>
                </c:pt>
                <c:pt idx="2656">
                  <c:v>45715</c:v>
                </c:pt>
                <c:pt idx="2657">
                  <c:v>45716</c:v>
                </c:pt>
                <c:pt idx="2658">
                  <c:v>45721</c:v>
                </c:pt>
                <c:pt idx="2659">
                  <c:v>45722</c:v>
                </c:pt>
                <c:pt idx="2660">
                  <c:v>45723</c:v>
                </c:pt>
                <c:pt idx="2661">
                  <c:v>45726</c:v>
                </c:pt>
                <c:pt idx="2662">
                  <c:v>45727</c:v>
                </c:pt>
                <c:pt idx="2663">
                  <c:v>45728</c:v>
                </c:pt>
                <c:pt idx="2664">
                  <c:v>45729</c:v>
                </c:pt>
                <c:pt idx="2665">
                  <c:v>45730</c:v>
                </c:pt>
                <c:pt idx="2666">
                  <c:v>45733</c:v>
                </c:pt>
                <c:pt idx="2667">
                  <c:v>45734</c:v>
                </c:pt>
                <c:pt idx="2668">
                  <c:v>45735</c:v>
                </c:pt>
                <c:pt idx="2669">
                  <c:v>45736</c:v>
                </c:pt>
                <c:pt idx="2670">
                  <c:v>45737</c:v>
                </c:pt>
                <c:pt idx="2671">
                  <c:v>45740</c:v>
                </c:pt>
                <c:pt idx="2672">
                  <c:v>45741</c:v>
                </c:pt>
                <c:pt idx="2673">
                  <c:v>45742</c:v>
                </c:pt>
                <c:pt idx="2674">
                  <c:v>45743</c:v>
                </c:pt>
                <c:pt idx="2675">
                  <c:v>45744</c:v>
                </c:pt>
                <c:pt idx="2676">
                  <c:v>45747</c:v>
                </c:pt>
                <c:pt idx="2677">
                  <c:v>45748</c:v>
                </c:pt>
                <c:pt idx="2678">
                  <c:v>45749</c:v>
                </c:pt>
                <c:pt idx="2679">
                  <c:v>45750</c:v>
                </c:pt>
                <c:pt idx="2680">
                  <c:v>45751</c:v>
                </c:pt>
                <c:pt idx="2681">
                  <c:v>45754</c:v>
                </c:pt>
                <c:pt idx="2682">
                  <c:v>45755</c:v>
                </c:pt>
                <c:pt idx="2683">
                  <c:v>45756</c:v>
                </c:pt>
                <c:pt idx="2684">
                  <c:v>45757</c:v>
                </c:pt>
                <c:pt idx="2685">
                  <c:v>45758</c:v>
                </c:pt>
                <c:pt idx="2686">
                  <c:v>45761</c:v>
                </c:pt>
                <c:pt idx="2687">
                  <c:v>45762</c:v>
                </c:pt>
                <c:pt idx="2688">
                  <c:v>45763</c:v>
                </c:pt>
                <c:pt idx="2689">
                  <c:v>45764</c:v>
                </c:pt>
                <c:pt idx="2690">
                  <c:v>45769</c:v>
                </c:pt>
                <c:pt idx="2691">
                  <c:v>45770</c:v>
                </c:pt>
                <c:pt idx="2692">
                  <c:v>45771</c:v>
                </c:pt>
                <c:pt idx="2693">
                  <c:v>45772</c:v>
                </c:pt>
                <c:pt idx="2694">
                  <c:v>45775</c:v>
                </c:pt>
                <c:pt idx="2695">
                  <c:v>45776</c:v>
                </c:pt>
                <c:pt idx="2696">
                  <c:v>45777</c:v>
                </c:pt>
                <c:pt idx="2697">
                  <c:v>45779</c:v>
                </c:pt>
                <c:pt idx="2698">
                  <c:v>45782</c:v>
                </c:pt>
                <c:pt idx="2699">
                  <c:v>45783</c:v>
                </c:pt>
                <c:pt idx="2700">
                  <c:v>45784</c:v>
                </c:pt>
                <c:pt idx="2701">
                  <c:v>45785</c:v>
                </c:pt>
                <c:pt idx="2702">
                  <c:v>45786</c:v>
                </c:pt>
                <c:pt idx="2703">
                  <c:v>45789</c:v>
                </c:pt>
                <c:pt idx="2704">
                  <c:v>45790</c:v>
                </c:pt>
                <c:pt idx="2705">
                  <c:v>45791</c:v>
                </c:pt>
                <c:pt idx="2706">
                  <c:v>45792</c:v>
                </c:pt>
                <c:pt idx="2707">
                  <c:v>45793</c:v>
                </c:pt>
                <c:pt idx="2708">
                  <c:v>45796</c:v>
                </c:pt>
                <c:pt idx="2709">
                  <c:v>45797</c:v>
                </c:pt>
                <c:pt idx="2710">
                  <c:v>45798</c:v>
                </c:pt>
                <c:pt idx="2711">
                  <c:v>45799</c:v>
                </c:pt>
                <c:pt idx="2712">
                  <c:v>45800</c:v>
                </c:pt>
                <c:pt idx="2713">
                  <c:v>45803</c:v>
                </c:pt>
                <c:pt idx="2714">
                  <c:v>45804</c:v>
                </c:pt>
                <c:pt idx="2715">
                  <c:v>45805</c:v>
                </c:pt>
                <c:pt idx="2716">
                  <c:v>45806</c:v>
                </c:pt>
                <c:pt idx="2717">
                  <c:v>45807</c:v>
                </c:pt>
                <c:pt idx="2718">
                  <c:v>45810</c:v>
                </c:pt>
                <c:pt idx="2719">
                  <c:v>45811</c:v>
                </c:pt>
                <c:pt idx="2720">
                  <c:v>45812</c:v>
                </c:pt>
                <c:pt idx="2721">
                  <c:v>45813</c:v>
                </c:pt>
                <c:pt idx="2722">
                  <c:v>45814</c:v>
                </c:pt>
                <c:pt idx="2723">
                  <c:v>45817</c:v>
                </c:pt>
                <c:pt idx="2724">
                  <c:v>45818</c:v>
                </c:pt>
                <c:pt idx="2725">
                  <c:v>45819</c:v>
                </c:pt>
                <c:pt idx="2726">
                  <c:v>45820</c:v>
                </c:pt>
                <c:pt idx="2727">
                  <c:v>45821</c:v>
                </c:pt>
                <c:pt idx="2728">
                  <c:v>45824</c:v>
                </c:pt>
                <c:pt idx="2729">
                  <c:v>45825</c:v>
                </c:pt>
                <c:pt idx="2730">
                  <c:v>45826</c:v>
                </c:pt>
                <c:pt idx="2731">
                  <c:v>45828</c:v>
                </c:pt>
                <c:pt idx="2732">
                  <c:v>45831</c:v>
                </c:pt>
                <c:pt idx="2733">
                  <c:v>45832</c:v>
                </c:pt>
                <c:pt idx="2734">
                  <c:v>45833</c:v>
                </c:pt>
                <c:pt idx="2735">
                  <c:v>45834</c:v>
                </c:pt>
                <c:pt idx="2736">
                  <c:v>45835</c:v>
                </c:pt>
                <c:pt idx="2737">
                  <c:v>45838</c:v>
                </c:pt>
                <c:pt idx="2738">
                  <c:v>45839</c:v>
                </c:pt>
                <c:pt idx="2739">
                  <c:v>45840</c:v>
                </c:pt>
                <c:pt idx="2740">
                  <c:v>45841</c:v>
                </c:pt>
                <c:pt idx="2741">
                  <c:v>45842</c:v>
                </c:pt>
                <c:pt idx="2742">
                  <c:v>45845</c:v>
                </c:pt>
                <c:pt idx="2743">
                  <c:v>45846</c:v>
                </c:pt>
                <c:pt idx="2744">
                  <c:v>45847</c:v>
                </c:pt>
                <c:pt idx="2745">
                  <c:v>45848</c:v>
                </c:pt>
                <c:pt idx="2746">
                  <c:v>45849</c:v>
                </c:pt>
                <c:pt idx="2747">
                  <c:v>45852</c:v>
                </c:pt>
                <c:pt idx="2748">
                  <c:v>45853</c:v>
                </c:pt>
                <c:pt idx="2749">
                  <c:v>45854</c:v>
                </c:pt>
                <c:pt idx="2750">
                  <c:v>45855</c:v>
                </c:pt>
                <c:pt idx="2751">
                  <c:v>45856</c:v>
                </c:pt>
                <c:pt idx="2752">
                  <c:v>45859</c:v>
                </c:pt>
                <c:pt idx="2753">
                  <c:v>45860</c:v>
                </c:pt>
                <c:pt idx="2754">
                  <c:v>45861</c:v>
                </c:pt>
                <c:pt idx="2755">
                  <c:v>45862</c:v>
                </c:pt>
                <c:pt idx="2756">
                  <c:v>45863</c:v>
                </c:pt>
                <c:pt idx="2757">
                  <c:v>45866</c:v>
                </c:pt>
                <c:pt idx="2758">
                  <c:v>45867</c:v>
                </c:pt>
                <c:pt idx="2759">
                  <c:v>45868</c:v>
                </c:pt>
                <c:pt idx="2760">
                  <c:v>45869</c:v>
                </c:pt>
                <c:pt idx="2761">
                  <c:v>45870</c:v>
                </c:pt>
                <c:pt idx="2762">
                  <c:v>45873</c:v>
                </c:pt>
                <c:pt idx="2763">
                  <c:v>45874</c:v>
                </c:pt>
                <c:pt idx="2764">
                  <c:v>45875</c:v>
                </c:pt>
                <c:pt idx="2765">
                  <c:v>45876</c:v>
                </c:pt>
                <c:pt idx="2766">
                  <c:v>45877</c:v>
                </c:pt>
                <c:pt idx="2767">
                  <c:v>45880</c:v>
                </c:pt>
                <c:pt idx="2768">
                  <c:v>45881</c:v>
                </c:pt>
                <c:pt idx="2769">
                  <c:v>45882</c:v>
                </c:pt>
                <c:pt idx="2770">
                  <c:v>45883</c:v>
                </c:pt>
                <c:pt idx="2771">
                  <c:v>45884</c:v>
                </c:pt>
                <c:pt idx="2772">
                  <c:v>45887</c:v>
                </c:pt>
                <c:pt idx="2773">
                  <c:v>45888</c:v>
                </c:pt>
                <c:pt idx="2774">
                  <c:v>45889</c:v>
                </c:pt>
                <c:pt idx="2775">
                  <c:v>45890</c:v>
                </c:pt>
                <c:pt idx="2776">
                  <c:v>45891</c:v>
                </c:pt>
                <c:pt idx="2777">
                  <c:v>45894</c:v>
                </c:pt>
                <c:pt idx="2778">
                  <c:v>45895</c:v>
                </c:pt>
                <c:pt idx="2779">
                  <c:v>45896</c:v>
                </c:pt>
                <c:pt idx="2780">
                  <c:v>45897</c:v>
                </c:pt>
                <c:pt idx="2781">
                  <c:v>45898</c:v>
                </c:pt>
                <c:pt idx="2782">
                  <c:v>45901</c:v>
                </c:pt>
                <c:pt idx="2783">
                  <c:v>45902</c:v>
                </c:pt>
                <c:pt idx="2784">
                  <c:v>45903</c:v>
                </c:pt>
                <c:pt idx="2785">
                  <c:v>45904</c:v>
                </c:pt>
                <c:pt idx="2786">
                  <c:v>45905</c:v>
                </c:pt>
                <c:pt idx="2787">
                  <c:v>45908</c:v>
                </c:pt>
                <c:pt idx="2788">
                  <c:v>45909</c:v>
                </c:pt>
                <c:pt idx="2789">
                  <c:v>45910</c:v>
                </c:pt>
                <c:pt idx="2790">
                  <c:v>45911</c:v>
                </c:pt>
                <c:pt idx="2791">
                  <c:v>45912</c:v>
                </c:pt>
                <c:pt idx="2792">
                  <c:v>45915</c:v>
                </c:pt>
                <c:pt idx="2793">
                  <c:v>45916</c:v>
                </c:pt>
                <c:pt idx="2794">
                  <c:v>45917</c:v>
                </c:pt>
                <c:pt idx="2795">
                  <c:v>45918</c:v>
                </c:pt>
                <c:pt idx="2796">
                  <c:v>45919</c:v>
                </c:pt>
                <c:pt idx="2797">
                  <c:v>45922</c:v>
                </c:pt>
                <c:pt idx="2798">
                  <c:v>45923</c:v>
                </c:pt>
                <c:pt idx="2799">
                  <c:v>45924</c:v>
                </c:pt>
                <c:pt idx="2800">
                  <c:v>45925</c:v>
                </c:pt>
                <c:pt idx="2801">
                  <c:v>45926</c:v>
                </c:pt>
                <c:pt idx="2802">
                  <c:v>45929</c:v>
                </c:pt>
                <c:pt idx="2803">
                  <c:v>45930</c:v>
                </c:pt>
                <c:pt idx="2804">
                  <c:v>45931</c:v>
                </c:pt>
                <c:pt idx="2805">
                  <c:v>45932</c:v>
                </c:pt>
                <c:pt idx="2806">
                  <c:v>45933</c:v>
                </c:pt>
                <c:pt idx="2807">
                  <c:v>45936</c:v>
                </c:pt>
                <c:pt idx="2808">
                  <c:v>45937</c:v>
                </c:pt>
                <c:pt idx="2809">
                  <c:v>45938</c:v>
                </c:pt>
                <c:pt idx="2810">
                  <c:v>45939</c:v>
                </c:pt>
                <c:pt idx="2811">
                  <c:v>45940</c:v>
                </c:pt>
                <c:pt idx="2812">
                  <c:v>45943</c:v>
                </c:pt>
                <c:pt idx="2813">
                  <c:v>45944</c:v>
                </c:pt>
                <c:pt idx="2814">
                  <c:v>45945</c:v>
                </c:pt>
                <c:pt idx="2815">
                  <c:v>45946</c:v>
                </c:pt>
                <c:pt idx="2816">
                  <c:v>45947</c:v>
                </c:pt>
                <c:pt idx="2817">
                  <c:v>45950</c:v>
                </c:pt>
                <c:pt idx="2818">
                  <c:v>45951</c:v>
                </c:pt>
                <c:pt idx="2819">
                  <c:v>45952</c:v>
                </c:pt>
                <c:pt idx="2820">
                  <c:v>45953</c:v>
                </c:pt>
                <c:pt idx="2821">
                  <c:v>45954</c:v>
                </c:pt>
                <c:pt idx="2822">
                  <c:v>45957</c:v>
                </c:pt>
                <c:pt idx="2823">
                  <c:v>45958</c:v>
                </c:pt>
                <c:pt idx="2824">
                  <c:v>45959</c:v>
                </c:pt>
                <c:pt idx="2825">
                  <c:v>45960</c:v>
                </c:pt>
                <c:pt idx="2826">
                  <c:v>45961</c:v>
                </c:pt>
                <c:pt idx="2827">
                  <c:v>45964</c:v>
                </c:pt>
                <c:pt idx="2828">
                  <c:v>45965</c:v>
                </c:pt>
                <c:pt idx="2829">
                  <c:v>45966</c:v>
                </c:pt>
                <c:pt idx="2830">
                  <c:v>45967</c:v>
                </c:pt>
                <c:pt idx="2831">
                  <c:v>45968</c:v>
                </c:pt>
                <c:pt idx="2832">
                  <c:v>45971</c:v>
                </c:pt>
                <c:pt idx="2833">
                  <c:v>45972</c:v>
                </c:pt>
                <c:pt idx="2834">
                  <c:v>45973</c:v>
                </c:pt>
                <c:pt idx="2835">
                  <c:v>45974</c:v>
                </c:pt>
                <c:pt idx="2836">
                  <c:v>45975</c:v>
                </c:pt>
                <c:pt idx="2837">
                  <c:v>45978</c:v>
                </c:pt>
                <c:pt idx="2838">
                  <c:v>45979</c:v>
                </c:pt>
                <c:pt idx="2839">
                  <c:v>45980</c:v>
                </c:pt>
                <c:pt idx="2840">
                  <c:v>45982</c:v>
                </c:pt>
                <c:pt idx="2841">
                  <c:v>45985</c:v>
                </c:pt>
                <c:pt idx="2842">
                  <c:v>45986</c:v>
                </c:pt>
                <c:pt idx="2843">
                  <c:v>45987</c:v>
                </c:pt>
                <c:pt idx="2844">
                  <c:v>45988</c:v>
                </c:pt>
                <c:pt idx="2845">
                  <c:v>45989</c:v>
                </c:pt>
                <c:pt idx="2846">
                  <c:v>45992</c:v>
                </c:pt>
                <c:pt idx="2847">
                  <c:v>45993</c:v>
                </c:pt>
                <c:pt idx="2848">
                  <c:v>45994</c:v>
                </c:pt>
                <c:pt idx="2849">
                  <c:v>45995</c:v>
                </c:pt>
                <c:pt idx="2850">
                  <c:v>45996</c:v>
                </c:pt>
                <c:pt idx="2851">
                  <c:v>45999</c:v>
                </c:pt>
                <c:pt idx="2852">
                  <c:v>46000</c:v>
                </c:pt>
                <c:pt idx="2853">
                  <c:v>46001</c:v>
                </c:pt>
                <c:pt idx="2854">
                  <c:v>46002</c:v>
                </c:pt>
                <c:pt idx="2855">
                  <c:v>46003</c:v>
                </c:pt>
                <c:pt idx="2856">
                  <c:v>46006</c:v>
                </c:pt>
                <c:pt idx="2857">
                  <c:v>46007</c:v>
                </c:pt>
                <c:pt idx="2858">
                  <c:v>46008</c:v>
                </c:pt>
                <c:pt idx="2859">
                  <c:v>46009</c:v>
                </c:pt>
                <c:pt idx="2860">
                  <c:v>46010</c:v>
                </c:pt>
                <c:pt idx="2861">
                  <c:v>46013</c:v>
                </c:pt>
                <c:pt idx="2862">
                  <c:v>46014</c:v>
                </c:pt>
                <c:pt idx="2863">
                  <c:v>46017</c:v>
                </c:pt>
                <c:pt idx="2864">
                  <c:v>46020</c:v>
                </c:pt>
                <c:pt idx="2865">
                  <c:v>46021</c:v>
                </c:pt>
                <c:pt idx="2866">
                  <c:v>46024</c:v>
                </c:pt>
                <c:pt idx="2867">
                  <c:v>46027</c:v>
                </c:pt>
                <c:pt idx="2868">
                  <c:v>46028</c:v>
                </c:pt>
                <c:pt idx="2869">
                  <c:v>46029</c:v>
                </c:pt>
                <c:pt idx="2870">
                  <c:v>46030</c:v>
                </c:pt>
                <c:pt idx="2871">
                  <c:v>46031</c:v>
                </c:pt>
                <c:pt idx="2872">
                  <c:v>46034</c:v>
                </c:pt>
                <c:pt idx="2873">
                  <c:v>46035</c:v>
                </c:pt>
                <c:pt idx="2874">
                  <c:v>46036</c:v>
                </c:pt>
                <c:pt idx="2875">
                  <c:v>46037</c:v>
                </c:pt>
                <c:pt idx="2876">
                  <c:v>46038</c:v>
                </c:pt>
                <c:pt idx="2877">
                  <c:v>46041</c:v>
                </c:pt>
                <c:pt idx="2878">
                  <c:v>46042</c:v>
                </c:pt>
                <c:pt idx="2879">
                  <c:v>46043</c:v>
                </c:pt>
                <c:pt idx="2880">
                  <c:v>46044</c:v>
                </c:pt>
                <c:pt idx="2881">
                  <c:v>46045</c:v>
                </c:pt>
                <c:pt idx="2882">
                  <c:v>46048</c:v>
                </c:pt>
                <c:pt idx="2883">
                  <c:v>46049</c:v>
                </c:pt>
                <c:pt idx="2884">
                  <c:v>46050</c:v>
                </c:pt>
                <c:pt idx="2885">
                  <c:v>46051</c:v>
                </c:pt>
                <c:pt idx="2886">
                  <c:v>46052</c:v>
                </c:pt>
                <c:pt idx="2887">
                  <c:v>46055</c:v>
                </c:pt>
                <c:pt idx="2888">
                  <c:v>46056</c:v>
                </c:pt>
                <c:pt idx="2889">
                  <c:v>46057</c:v>
                </c:pt>
                <c:pt idx="2890">
                  <c:v>46058</c:v>
                </c:pt>
                <c:pt idx="2891">
                  <c:v>46059</c:v>
                </c:pt>
                <c:pt idx="2892">
                  <c:v>46062</c:v>
                </c:pt>
                <c:pt idx="2893">
                  <c:v>46063</c:v>
                </c:pt>
                <c:pt idx="2894">
                  <c:v>46064</c:v>
                </c:pt>
                <c:pt idx="2895">
                  <c:v>46065</c:v>
                </c:pt>
                <c:pt idx="2896">
                  <c:v>46066</c:v>
                </c:pt>
                <c:pt idx="2897">
                  <c:v>46071</c:v>
                </c:pt>
                <c:pt idx="2898">
                  <c:v>46072</c:v>
                </c:pt>
                <c:pt idx="2899">
                  <c:v>46073</c:v>
                </c:pt>
                <c:pt idx="2900">
                  <c:v>46076</c:v>
                </c:pt>
                <c:pt idx="2901">
                  <c:v>46077</c:v>
                </c:pt>
                <c:pt idx="2902">
                  <c:v>46078</c:v>
                </c:pt>
                <c:pt idx="2903">
                  <c:v>46079</c:v>
                </c:pt>
                <c:pt idx="2904">
                  <c:v>46080</c:v>
                </c:pt>
                <c:pt idx="2905">
                  <c:v>46083</c:v>
                </c:pt>
                <c:pt idx="2906">
                  <c:v>46084</c:v>
                </c:pt>
                <c:pt idx="2907">
                  <c:v>46085</c:v>
                </c:pt>
                <c:pt idx="2908">
                  <c:v>46086</c:v>
                </c:pt>
                <c:pt idx="2909">
                  <c:v>46087</c:v>
                </c:pt>
                <c:pt idx="2910">
                  <c:v>46090</c:v>
                </c:pt>
                <c:pt idx="2911">
                  <c:v>46091</c:v>
                </c:pt>
                <c:pt idx="2912">
                  <c:v>46092</c:v>
                </c:pt>
                <c:pt idx="2913">
                  <c:v>46093</c:v>
                </c:pt>
                <c:pt idx="2914">
                  <c:v>46094</c:v>
                </c:pt>
                <c:pt idx="2915">
                  <c:v>46097</c:v>
                </c:pt>
                <c:pt idx="2916">
                  <c:v>46098</c:v>
                </c:pt>
                <c:pt idx="2917">
                  <c:v>46099</c:v>
                </c:pt>
                <c:pt idx="2918">
                  <c:v>46100</c:v>
                </c:pt>
                <c:pt idx="2919">
                  <c:v>46101</c:v>
                </c:pt>
                <c:pt idx="2920">
                  <c:v>46104</c:v>
                </c:pt>
                <c:pt idx="2921">
                  <c:v>46105</c:v>
                </c:pt>
                <c:pt idx="2922">
                  <c:v>46106</c:v>
                </c:pt>
                <c:pt idx="2923">
                  <c:v>46107</c:v>
                </c:pt>
                <c:pt idx="2924">
                  <c:v>46108</c:v>
                </c:pt>
                <c:pt idx="2925">
                  <c:v>46111</c:v>
                </c:pt>
                <c:pt idx="2926">
                  <c:v>46112</c:v>
                </c:pt>
                <c:pt idx="2927">
                  <c:v>46113</c:v>
                </c:pt>
                <c:pt idx="2928">
                  <c:v>46114</c:v>
                </c:pt>
                <c:pt idx="2929">
                  <c:v>46118</c:v>
                </c:pt>
                <c:pt idx="2930">
                  <c:v>46119</c:v>
                </c:pt>
                <c:pt idx="2931">
                  <c:v>46120</c:v>
                </c:pt>
                <c:pt idx="2932">
                  <c:v>46121</c:v>
                </c:pt>
                <c:pt idx="2933">
                  <c:v>46122</c:v>
                </c:pt>
                <c:pt idx="2934">
                  <c:v>46125</c:v>
                </c:pt>
                <c:pt idx="2935">
                  <c:v>46126</c:v>
                </c:pt>
                <c:pt idx="2936">
                  <c:v>46127</c:v>
                </c:pt>
                <c:pt idx="2937">
                  <c:v>46128</c:v>
                </c:pt>
                <c:pt idx="2938">
                  <c:v>46129</c:v>
                </c:pt>
                <c:pt idx="2939">
                  <c:v>46132</c:v>
                </c:pt>
                <c:pt idx="2940">
                  <c:v>46134</c:v>
                </c:pt>
                <c:pt idx="2941">
                  <c:v>46135</c:v>
                </c:pt>
                <c:pt idx="2942">
                  <c:v>46136</c:v>
                </c:pt>
                <c:pt idx="2943">
                  <c:v>46139</c:v>
                </c:pt>
                <c:pt idx="2944">
                  <c:v>46140</c:v>
                </c:pt>
                <c:pt idx="2945">
                  <c:v>46141</c:v>
                </c:pt>
                <c:pt idx="2946">
                  <c:v>46142</c:v>
                </c:pt>
                <c:pt idx="2947">
                  <c:v>46146</c:v>
                </c:pt>
                <c:pt idx="2948">
                  <c:v>46147</c:v>
                </c:pt>
                <c:pt idx="2949">
                  <c:v>46148</c:v>
                </c:pt>
                <c:pt idx="2950">
                  <c:v>46149</c:v>
                </c:pt>
                <c:pt idx="2951">
                  <c:v>46150</c:v>
                </c:pt>
                <c:pt idx="2952">
                  <c:v>46153</c:v>
                </c:pt>
                <c:pt idx="2953">
                  <c:v>46154</c:v>
                </c:pt>
                <c:pt idx="2954">
                  <c:v>46155</c:v>
                </c:pt>
                <c:pt idx="2955">
                  <c:v>46156</c:v>
                </c:pt>
                <c:pt idx="2956">
                  <c:v>46157</c:v>
                </c:pt>
                <c:pt idx="2957">
                  <c:v>46160</c:v>
                </c:pt>
                <c:pt idx="2958">
                  <c:v>46161</c:v>
                </c:pt>
                <c:pt idx="2959">
                  <c:v>46162</c:v>
                </c:pt>
                <c:pt idx="2960">
                  <c:v>46163</c:v>
                </c:pt>
                <c:pt idx="2961">
                  <c:v>46164</c:v>
                </c:pt>
                <c:pt idx="2962">
                  <c:v>46167</c:v>
                </c:pt>
                <c:pt idx="2963">
                  <c:v>46168</c:v>
                </c:pt>
                <c:pt idx="2964">
                  <c:v>46169</c:v>
                </c:pt>
                <c:pt idx="2965">
                  <c:v>46170</c:v>
                </c:pt>
                <c:pt idx="2966">
                  <c:v>46171</c:v>
                </c:pt>
                <c:pt idx="2967">
                  <c:v>46174</c:v>
                </c:pt>
                <c:pt idx="2968">
                  <c:v>46175</c:v>
                </c:pt>
                <c:pt idx="2969">
                  <c:v>46176</c:v>
                </c:pt>
                <c:pt idx="2970">
                  <c:v>46178</c:v>
                </c:pt>
                <c:pt idx="2971">
                  <c:v>46181</c:v>
                </c:pt>
                <c:pt idx="2972">
                  <c:v>46182</c:v>
                </c:pt>
                <c:pt idx="2973">
                  <c:v>46183</c:v>
                </c:pt>
                <c:pt idx="2974">
                  <c:v>46184</c:v>
                </c:pt>
                <c:pt idx="2975">
                  <c:v>46185</c:v>
                </c:pt>
                <c:pt idx="2976">
                  <c:v>46188</c:v>
                </c:pt>
                <c:pt idx="2977">
                  <c:v>46189</c:v>
                </c:pt>
                <c:pt idx="2978">
                  <c:v>46190</c:v>
                </c:pt>
                <c:pt idx="2979">
                  <c:v>46191</c:v>
                </c:pt>
                <c:pt idx="2980">
                  <c:v>46192</c:v>
                </c:pt>
                <c:pt idx="2981">
                  <c:v>46195</c:v>
                </c:pt>
                <c:pt idx="2982">
                  <c:v>46196</c:v>
                </c:pt>
                <c:pt idx="2983">
                  <c:v>46197</c:v>
                </c:pt>
                <c:pt idx="2984">
                  <c:v>46198</c:v>
                </c:pt>
                <c:pt idx="2985">
                  <c:v>46199</c:v>
                </c:pt>
                <c:pt idx="2986">
                  <c:v>46202</c:v>
                </c:pt>
                <c:pt idx="2987">
                  <c:v>46203</c:v>
                </c:pt>
                <c:pt idx="2988">
                  <c:v>46204</c:v>
                </c:pt>
                <c:pt idx="2989">
                  <c:v>46205</c:v>
                </c:pt>
                <c:pt idx="2990">
                  <c:v>46206</c:v>
                </c:pt>
                <c:pt idx="2991">
                  <c:v>46209</c:v>
                </c:pt>
                <c:pt idx="2992">
                  <c:v>46210</c:v>
                </c:pt>
                <c:pt idx="2993">
                  <c:v>46211</c:v>
                </c:pt>
                <c:pt idx="2994">
                  <c:v>46212</c:v>
                </c:pt>
                <c:pt idx="2995">
                  <c:v>46213</c:v>
                </c:pt>
                <c:pt idx="2996">
                  <c:v>46216</c:v>
                </c:pt>
                <c:pt idx="2997">
                  <c:v>46217</c:v>
                </c:pt>
                <c:pt idx="2998">
                  <c:v>46218</c:v>
                </c:pt>
                <c:pt idx="2999">
                  <c:v>46219</c:v>
                </c:pt>
                <c:pt idx="3000">
                  <c:v>46220</c:v>
                </c:pt>
                <c:pt idx="3001">
                  <c:v>46223</c:v>
                </c:pt>
                <c:pt idx="3002">
                  <c:v>46224</c:v>
                </c:pt>
                <c:pt idx="3003">
                  <c:v>46225</c:v>
                </c:pt>
                <c:pt idx="3004">
                  <c:v>46226</c:v>
                </c:pt>
                <c:pt idx="3005">
                  <c:v>46227</c:v>
                </c:pt>
                <c:pt idx="3006">
                  <c:v>46230</c:v>
                </c:pt>
                <c:pt idx="3007">
                  <c:v>46231</c:v>
                </c:pt>
                <c:pt idx="3008">
                  <c:v>46232</c:v>
                </c:pt>
                <c:pt idx="3009">
                  <c:v>46233</c:v>
                </c:pt>
                <c:pt idx="3010">
                  <c:v>46234</c:v>
                </c:pt>
                <c:pt idx="3011">
                  <c:v>46237</c:v>
                </c:pt>
                <c:pt idx="3012">
                  <c:v>46238</c:v>
                </c:pt>
                <c:pt idx="3013">
                  <c:v>46239</c:v>
                </c:pt>
                <c:pt idx="3014">
                  <c:v>46240</c:v>
                </c:pt>
                <c:pt idx="3015">
                  <c:v>46241</c:v>
                </c:pt>
                <c:pt idx="3016">
                  <c:v>46244</c:v>
                </c:pt>
                <c:pt idx="3017">
                  <c:v>46245</c:v>
                </c:pt>
                <c:pt idx="3018">
                  <c:v>46246</c:v>
                </c:pt>
              </c:numCache>
            </c:numRef>
          </c:cat>
          <c:val>
            <c:numRef>
              <c:f>'Low Momentum'!$I$26:$I$3044</c:f>
              <c:numCache>
                <c:formatCode>0.0000</c:formatCode>
                <c:ptCount val="3019"/>
                <c:pt idx="0">
                  <c:v>0.77808327888779594</c:v>
                </c:pt>
                <c:pt idx="1">
                  <c:v>0.7624250316801956</c:v>
                </c:pt>
                <c:pt idx="2">
                  <c:v>0.74142277573910498</c:v>
                </c:pt>
                <c:pt idx="3">
                  <c:v>0.77676056562466589</c:v>
                </c:pt>
                <c:pt idx="4">
                  <c:v>0.75948465112424224</c:v>
                </c:pt>
                <c:pt idx="5">
                  <c:v>0.78250159619207627</c:v>
                </c:pt>
                <c:pt idx="6">
                  <c:v>0.78474793016663213</c:v>
                </c:pt>
                <c:pt idx="7">
                  <c:v>0.79595428177707517</c:v>
                </c:pt>
                <c:pt idx="8">
                  <c:v>0.79742908464474405</c:v>
                </c:pt>
                <c:pt idx="9">
                  <c:v>0.82221091553134029</c:v>
                </c:pt>
                <c:pt idx="10">
                  <c:v>0.78670732510918306</c:v>
                </c:pt>
                <c:pt idx="11">
                  <c:v>0.68492700026220688</c:v>
                </c:pt>
                <c:pt idx="12">
                  <c:v>0.64581967949618413</c:v>
                </c:pt>
                <c:pt idx="13">
                  <c:v>0.68559437894624597</c:v>
                </c:pt>
                <c:pt idx="14">
                  <c:v>0.72664360579785425</c:v>
                </c:pt>
                <c:pt idx="15">
                  <c:v>0.7671589041518293</c:v>
                </c:pt>
                <c:pt idx="16">
                  <c:v>0.76760862176326106</c:v>
                </c:pt>
                <c:pt idx="17">
                  <c:v>0.80224677011267509</c:v>
                </c:pt>
                <c:pt idx="18">
                  <c:v>0.76846698667042845</c:v>
                </c:pt>
                <c:pt idx="19">
                  <c:v>0.7691330963382611</c:v>
                </c:pt>
                <c:pt idx="20">
                  <c:v>0.81025957798224924</c:v>
                </c:pt>
                <c:pt idx="21">
                  <c:v>0.87761909221292045</c:v>
                </c:pt>
                <c:pt idx="22">
                  <c:v>0.93525380427006843</c:v>
                </c:pt>
                <c:pt idx="23">
                  <c:v>0.87597575126415195</c:v>
                </c:pt>
                <c:pt idx="24">
                  <c:v>0.80533834618394839</c:v>
                </c:pt>
                <c:pt idx="25">
                  <c:v>0.79376056166697972</c:v>
                </c:pt>
                <c:pt idx="26">
                  <c:v>0.75301944210975025</c:v>
                </c:pt>
                <c:pt idx="27">
                  <c:v>0.74117677876254817</c:v>
                </c:pt>
                <c:pt idx="28">
                  <c:v>0.73168958072333812</c:v>
                </c:pt>
                <c:pt idx="29">
                  <c:v>0.68143078496613707</c:v>
                </c:pt>
                <c:pt idx="30">
                  <c:v>0.61430337824466386</c:v>
                </c:pt>
                <c:pt idx="31">
                  <c:v>0.55328520851110075</c:v>
                </c:pt>
                <c:pt idx="32">
                  <c:v>0.54825375479347338</c:v>
                </c:pt>
                <c:pt idx="33">
                  <c:v>0.45685286375035999</c:v>
                </c:pt>
                <c:pt idx="34">
                  <c:v>0.3517786149036351</c:v>
                </c:pt>
                <c:pt idx="35">
                  <c:v>0.30091059700246608</c:v>
                </c:pt>
                <c:pt idx="36">
                  <c:v>0.21360854830651432</c:v>
                </c:pt>
                <c:pt idx="37">
                  <c:v>9.2276521292100677E-2</c:v>
                </c:pt>
                <c:pt idx="38">
                  <c:v>-8.9564239548621284E-3</c:v>
                </c:pt>
                <c:pt idx="39">
                  <c:v>-8.066878269484995E-2</c:v>
                </c:pt>
                <c:pt idx="40">
                  <c:v>-9.9120194757018568E-2</c:v>
                </c:pt>
                <c:pt idx="41">
                  <c:v>-0.15632249525896136</c:v>
                </c:pt>
                <c:pt idx="42">
                  <c:v>-0.23657294411071278</c:v>
                </c:pt>
                <c:pt idx="43">
                  <c:v>-0.29255187936432403</c:v>
                </c:pt>
                <c:pt idx="44">
                  <c:v>-0.24298641635135221</c:v>
                </c:pt>
                <c:pt idx="45">
                  <c:v>-0.25438748281373669</c:v>
                </c:pt>
                <c:pt idx="46">
                  <c:v>-0.31526367910190084</c:v>
                </c:pt>
                <c:pt idx="47">
                  <c:v>-0.36277543283953173</c:v>
                </c:pt>
                <c:pt idx="48">
                  <c:v>-0.37899728712553166</c:v>
                </c:pt>
                <c:pt idx="49">
                  <c:v>-0.37239293936380707</c:v>
                </c:pt>
                <c:pt idx="50">
                  <c:v>-0.38538029547219549</c:v>
                </c:pt>
                <c:pt idx="51">
                  <c:v>-0.32576802126492321</c:v>
                </c:pt>
                <c:pt idx="52">
                  <c:v>-0.23487047599140545</c:v>
                </c:pt>
                <c:pt idx="53">
                  <c:v>-0.13635264212715251</c:v>
                </c:pt>
                <c:pt idx="54">
                  <c:v>3.8722204811294257E-2</c:v>
                </c:pt>
                <c:pt idx="55">
                  <c:v>0.19238613255151518</c:v>
                </c:pt>
                <c:pt idx="56">
                  <c:v>0.26614682169712456</c:v>
                </c:pt>
                <c:pt idx="57">
                  <c:v>0.39317356935646658</c:v>
                </c:pt>
                <c:pt idx="58">
                  <c:v>0.55004302463215948</c:v>
                </c:pt>
                <c:pt idx="59">
                  <c:v>0.6957165671176091</c:v>
                </c:pt>
                <c:pt idx="60">
                  <c:v>0.81459534617244456</c:v>
                </c:pt>
                <c:pt idx="61">
                  <c:v>0.83343275378456638</c:v>
                </c:pt>
                <c:pt idx="62">
                  <c:v>0.87202894686273968</c:v>
                </c:pt>
                <c:pt idx="63">
                  <c:v>0.87810206191041407</c:v>
                </c:pt>
                <c:pt idx="64">
                  <c:v>0.87672341212123583</c:v>
                </c:pt>
                <c:pt idx="65">
                  <c:v>0.90806553820914615</c:v>
                </c:pt>
                <c:pt idx="66">
                  <c:v>0.93787586594799599</c:v>
                </c:pt>
                <c:pt idx="67">
                  <c:v>0.99972509559965084</c:v>
                </c:pt>
                <c:pt idx="68">
                  <c:v>1.0216015290732794</c:v>
                </c:pt>
                <c:pt idx="69">
                  <c:v>0.9844573761388199</c:v>
                </c:pt>
                <c:pt idx="70">
                  <c:v>0.93780933603634231</c:v>
                </c:pt>
                <c:pt idx="71">
                  <c:v>0.94362447710058206</c:v>
                </c:pt>
                <c:pt idx="72">
                  <c:v>0.88707580553284582</c:v>
                </c:pt>
                <c:pt idx="73">
                  <c:v>0.91592826592653054</c:v>
                </c:pt>
                <c:pt idx="74">
                  <c:v>0.75464243847177659</c:v>
                </c:pt>
                <c:pt idx="75">
                  <c:v>0.57591258764351183</c:v>
                </c:pt>
                <c:pt idx="76">
                  <c:v>0.34350437416200624</c:v>
                </c:pt>
                <c:pt idx="77">
                  <c:v>0.1434179520633011</c:v>
                </c:pt>
                <c:pt idx="78">
                  <c:v>-6.978779198826851E-2</c:v>
                </c:pt>
                <c:pt idx="79">
                  <c:v>-0.30571778000754063</c:v>
                </c:pt>
                <c:pt idx="80">
                  <c:v>-0.55722032493357121</c:v>
                </c:pt>
                <c:pt idx="81">
                  <c:v>-0.78914434519241028</c:v>
                </c:pt>
                <c:pt idx="82">
                  <c:v>-0.97566199073944115</c:v>
                </c:pt>
                <c:pt idx="83">
                  <c:v>-1.1609194555268871</c:v>
                </c:pt>
                <c:pt idx="84">
                  <c:v>-1.2218427803017735</c:v>
                </c:pt>
                <c:pt idx="85">
                  <c:v>-1.3196661297902925</c:v>
                </c:pt>
                <c:pt idx="86">
                  <c:v>-1.5396392856979113</c:v>
                </c:pt>
                <c:pt idx="87">
                  <c:v>-1.7483710881483376</c:v>
                </c:pt>
                <c:pt idx="88">
                  <c:v>-1.9137894819044956</c:v>
                </c:pt>
                <c:pt idx="89">
                  <c:v>-2.0478405850602819</c:v>
                </c:pt>
                <c:pt idx="90">
                  <c:v>-2.1783235215288528</c:v>
                </c:pt>
                <c:pt idx="91">
                  <c:v>-2.2979392800259948</c:v>
                </c:pt>
                <c:pt idx="92">
                  <c:v>-2.4789304774089085</c:v>
                </c:pt>
                <c:pt idx="93">
                  <c:v>-2.6791047719945946</c:v>
                </c:pt>
                <c:pt idx="94">
                  <c:v>-2.9483876740567014</c:v>
                </c:pt>
                <c:pt idx="95">
                  <c:v>-3.0048315335713927</c:v>
                </c:pt>
                <c:pt idx="96">
                  <c:v>-3.1089092326089873</c:v>
                </c:pt>
                <c:pt idx="97">
                  <c:v>-3.116405318055727</c:v>
                </c:pt>
                <c:pt idx="98">
                  <c:v>-3.1067096606921925</c:v>
                </c:pt>
                <c:pt idx="99">
                  <c:v>-3.0879211044958321</c:v>
                </c:pt>
                <c:pt idx="100">
                  <c:v>-3.0835291557549658</c:v>
                </c:pt>
                <c:pt idx="101">
                  <c:v>-3.0673377365107766</c:v>
                </c:pt>
                <c:pt idx="102">
                  <c:v>-3.0537586470004432</c:v>
                </c:pt>
                <c:pt idx="103">
                  <c:v>-3.0245250236882568</c:v>
                </c:pt>
                <c:pt idx="104">
                  <c:v>-3.0336757828945964</c:v>
                </c:pt>
                <c:pt idx="105">
                  <c:v>-3.1099229083108684</c:v>
                </c:pt>
                <c:pt idx="106">
                  <c:v>-3.1634183451455109</c:v>
                </c:pt>
                <c:pt idx="107">
                  <c:v>-3.1030656735679978</c:v>
                </c:pt>
                <c:pt idx="108">
                  <c:v>-2.9879380371978113</c:v>
                </c:pt>
                <c:pt idx="109">
                  <c:v>-2.9216613015438284</c:v>
                </c:pt>
                <c:pt idx="110">
                  <c:v>-2.8645353975967316</c:v>
                </c:pt>
                <c:pt idx="111">
                  <c:v>-2.7585040582912996</c:v>
                </c:pt>
                <c:pt idx="112">
                  <c:v>-2.7035623908656103</c:v>
                </c:pt>
                <c:pt idx="113">
                  <c:v>-2.6628346737128878</c:v>
                </c:pt>
                <c:pt idx="114">
                  <c:v>-2.5325366608206847</c:v>
                </c:pt>
                <c:pt idx="115">
                  <c:v>-2.4026785930074106</c:v>
                </c:pt>
                <c:pt idx="116">
                  <c:v>-2.3207001426542324</c:v>
                </c:pt>
                <c:pt idx="117">
                  <c:v>-2.2076561382503188</c:v>
                </c:pt>
                <c:pt idx="118">
                  <c:v>-2.1422825978414415</c:v>
                </c:pt>
                <c:pt idx="119">
                  <c:v>-2.085376054414303</c:v>
                </c:pt>
                <c:pt idx="120">
                  <c:v>-2.045404371403194</c:v>
                </c:pt>
                <c:pt idx="121">
                  <c:v>-1.9558476183813038</c:v>
                </c:pt>
                <c:pt idx="122">
                  <c:v>-1.9023759114778447</c:v>
                </c:pt>
                <c:pt idx="123">
                  <c:v>-1.8594796900591644</c:v>
                </c:pt>
                <c:pt idx="124">
                  <c:v>-1.8214334527934233</c:v>
                </c:pt>
                <c:pt idx="125">
                  <c:v>-1.7071509149689856</c:v>
                </c:pt>
                <c:pt idx="126">
                  <c:v>-1.6417477960592315</c:v>
                </c:pt>
                <c:pt idx="127">
                  <c:v>-1.5715879243441437</c:v>
                </c:pt>
                <c:pt idx="128">
                  <c:v>-1.5205632324352052</c:v>
                </c:pt>
                <c:pt idx="129">
                  <c:v>-1.4904571087357041</c:v>
                </c:pt>
                <c:pt idx="130">
                  <c:v>-1.4756029172369705</c:v>
                </c:pt>
                <c:pt idx="131">
                  <c:v>-1.4422009737937553</c:v>
                </c:pt>
                <c:pt idx="132">
                  <c:v>-1.3944300229282174</c:v>
                </c:pt>
                <c:pt idx="133">
                  <c:v>-1.3495833719199739</c:v>
                </c:pt>
                <c:pt idx="134">
                  <c:v>-1.2782024980565829</c:v>
                </c:pt>
                <c:pt idx="135">
                  <c:v>-1.2237001303206261</c:v>
                </c:pt>
                <c:pt idx="136">
                  <c:v>-1.1583368278637516</c:v>
                </c:pt>
                <c:pt idx="137">
                  <c:v>-1.1009482697342516</c:v>
                </c:pt>
                <c:pt idx="138">
                  <c:v>-1.0816857919441469</c:v>
                </c:pt>
                <c:pt idx="139">
                  <c:v>-1.0610082194511377</c:v>
                </c:pt>
                <c:pt idx="140">
                  <c:v>-1.1201523648949399</c:v>
                </c:pt>
                <c:pt idx="141">
                  <c:v>-1.1395373105586741</c:v>
                </c:pt>
                <c:pt idx="142">
                  <c:v>-1.1974889588588347</c:v>
                </c:pt>
                <c:pt idx="143">
                  <c:v>-1.1931914165826141</c:v>
                </c:pt>
                <c:pt idx="144">
                  <c:v>-1.1295611948925921</c:v>
                </c:pt>
                <c:pt idx="145">
                  <c:v>-1.0242154491657411</c:v>
                </c:pt>
                <c:pt idx="146">
                  <c:v>-0.95502320262591589</c:v>
                </c:pt>
                <c:pt idx="147">
                  <c:v>-0.88193208279945767</c:v>
                </c:pt>
                <c:pt idx="148">
                  <c:v>-0.85176016480280836</c:v>
                </c:pt>
                <c:pt idx="149">
                  <c:v>-0.84743013277657675</c:v>
                </c:pt>
                <c:pt idx="150">
                  <c:v>-0.82615487653939723</c:v>
                </c:pt>
                <c:pt idx="151">
                  <c:v>-0.81723102196229436</c:v>
                </c:pt>
                <c:pt idx="152">
                  <c:v>-0.77303619682739522</c:v>
                </c:pt>
                <c:pt idx="153">
                  <c:v>-0.76844615614000378</c:v>
                </c:pt>
                <c:pt idx="154">
                  <c:v>-0.76431407031996412</c:v>
                </c:pt>
                <c:pt idx="155">
                  <c:v>-0.71199894235658767</c:v>
                </c:pt>
                <c:pt idx="156">
                  <c:v>-0.68767666669815986</c:v>
                </c:pt>
                <c:pt idx="157">
                  <c:v>-0.68129966294575117</c:v>
                </c:pt>
                <c:pt idx="158">
                  <c:v>-0.66858095918542382</c:v>
                </c:pt>
                <c:pt idx="159">
                  <c:v>-0.66194319788860967</c:v>
                </c:pt>
                <c:pt idx="160">
                  <c:v>-0.61112399630132364</c:v>
                </c:pt>
                <c:pt idx="161">
                  <c:v>-0.53638522132966293</c:v>
                </c:pt>
                <c:pt idx="162">
                  <c:v>-0.47507789122592003</c:v>
                </c:pt>
                <c:pt idx="163">
                  <c:v>-0.41592319863293242</c:v>
                </c:pt>
                <c:pt idx="164">
                  <c:v>-0.33911104780617046</c:v>
                </c:pt>
                <c:pt idx="165">
                  <c:v>-0.25203620918562714</c:v>
                </c:pt>
                <c:pt idx="166">
                  <c:v>-0.23872575390596634</c:v>
                </c:pt>
                <c:pt idx="167">
                  <c:v>-0.23300892655783612</c:v>
                </c:pt>
                <c:pt idx="168">
                  <c:v>-0.21155445006426243</c:v>
                </c:pt>
                <c:pt idx="169">
                  <c:v>-0.16577496053813198</c:v>
                </c:pt>
                <c:pt idx="170">
                  <c:v>-0.1214030546996295</c:v>
                </c:pt>
                <c:pt idx="171">
                  <c:v>-0.14757327201732048</c:v>
                </c:pt>
                <c:pt idx="172">
                  <c:v>-0.16480434831250859</c:v>
                </c:pt>
                <c:pt idx="173">
                  <c:v>-0.22856177518299828</c:v>
                </c:pt>
                <c:pt idx="174">
                  <c:v>-0.2558535202364341</c:v>
                </c:pt>
                <c:pt idx="175">
                  <c:v>-0.29040483572658454</c:v>
                </c:pt>
                <c:pt idx="176">
                  <c:v>-0.24647419095368114</c:v>
                </c:pt>
                <c:pt idx="177">
                  <c:v>-0.23364865803591114</c:v>
                </c:pt>
                <c:pt idx="178">
                  <c:v>-0.19329466241957202</c:v>
                </c:pt>
                <c:pt idx="179">
                  <c:v>-0.18021552077784603</c:v>
                </c:pt>
                <c:pt idx="180">
                  <c:v>-0.22241611108858056</c:v>
                </c:pt>
                <c:pt idx="181">
                  <c:v>-0.30139193818039839</c:v>
                </c:pt>
                <c:pt idx="182">
                  <c:v>-0.32745861997170211</c:v>
                </c:pt>
                <c:pt idx="183">
                  <c:v>-0.36195113920638095</c:v>
                </c:pt>
                <c:pt idx="184">
                  <c:v>-0.38518201508008415</c:v>
                </c:pt>
                <c:pt idx="185">
                  <c:v>-0.4087758365206588</c:v>
                </c:pt>
                <c:pt idx="186">
                  <c:v>-0.49112154784035023</c:v>
                </c:pt>
                <c:pt idx="187">
                  <c:v>-0.55437742856189265</c:v>
                </c:pt>
                <c:pt idx="188">
                  <c:v>-0.61619856764351988</c:v>
                </c:pt>
                <c:pt idx="189">
                  <c:v>-0.6430383881995928</c:v>
                </c:pt>
                <c:pt idx="190">
                  <c:v>-0.72972740593651053</c:v>
                </c:pt>
                <c:pt idx="191">
                  <c:v>-0.76306688026231961</c:v>
                </c:pt>
                <c:pt idx="192">
                  <c:v>-0.71735077871455999</c:v>
                </c:pt>
                <c:pt idx="193">
                  <c:v>-0.61070378081514165</c:v>
                </c:pt>
                <c:pt idx="194">
                  <c:v>-0.5671255906400281</c:v>
                </c:pt>
                <c:pt idx="195">
                  <c:v>-0.57312089364416929</c:v>
                </c:pt>
                <c:pt idx="196">
                  <c:v>-0.48920526978915324</c:v>
                </c:pt>
                <c:pt idx="197">
                  <c:v>-0.47891768021221054</c:v>
                </c:pt>
                <c:pt idx="198">
                  <c:v>-0.47923988688385594</c:v>
                </c:pt>
                <c:pt idx="199">
                  <c:v>-0.44959834746130917</c:v>
                </c:pt>
                <c:pt idx="200">
                  <c:v>-0.40716815164500586</c:v>
                </c:pt>
                <c:pt idx="201">
                  <c:v>-0.31458371164532617</c:v>
                </c:pt>
                <c:pt idx="202">
                  <c:v>-0.20411738501310892</c:v>
                </c:pt>
                <c:pt idx="203">
                  <c:v>-0.11575390820626061</c:v>
                </c:pt>
                <c:pt idx="204">
                  <c:v>-8.5085746636273579E-2</c:v>
                </c:pt>
                <c:pt idx="205">
                  <c:v>1.7332433881531106E-2</c:v>
                </c:pt>
                <c:pt idx="206">
                  <c:v>8.2968765177566291E-3</c:v>
                </c:pt>
                <c:pt idx="207">
                  <c:v>1.9055852430129253E-2</c:v>
                </c:pt>
                <c:pt idx="208">
                  <c:v>6.0118870360914047E-2</c:v>
                </c:pt>
                <c:pt idx="209">
                  <c:v>8.5220799208535675E-2</c:v>
                </c:pt>
                <c:pt idx="210">
                  <c:v>8.0910908263741976E-2</c:v>
                </c:pt>
                <c:pt idx="211">
                  <c:v>8.6194708795570535E-2</c:v>
                </c:pt>
                <c:pt idx="212">
                  <c:v>0.13457608370557375</c:v>
                </c:pt>
                <c:pt idx="213">
                  <c:v>0.11838585035336083</c:v>
                </c:pt>
                <c:pt idx="214">
                  <c:v>-1.3710346234822337E-2</c:v>
                </c:pt>
                <c:pt idx="215">
                  <c:v>-6.1361022939192954E-2</c:v>
                </c:pt>
                <c:pt idx="216">
                  <c:v>-5.2322733603501093E-2</c:v>
                </c:pt>
                <c:pt idx="217">
                  <c:v>-0.15972723483840257</c:v>
                </c:pt>
                <c:pt idx="218">
                  <c:v>-0.30065484412467852</c:v>
                </c:pt>
                <c:pt idx="219">
                  <c:v>-0.36327716853475217</c:v>
                </c:pt>
                <c:pt idx="220">
                  <c:v>-0.53734509545968134</c:v>
                </c:pt>
                <c:pt idx="221">
                  <c:v>-0.64820109863057773</c:v>
                </c:pt>
                <c:pt idx="222">
                  <c:v>-0.74102666401218831</c:v>
                </c:pt>
                <c:pt idx="223">
                  <c:v>-0.85396136740103357</c:v>
                </c:pt>
                <c:pt idx="224">
                  <c:v>-0.96618691032032533</c:v>
                </c:pt>
                <c:pt idx="225">
                  <c:v>-1.0225733798208114</c:v>
                </c:pt>
                <c:pt idx="226">
                  <c:v>-1.1396650858142852</c:v>
                </c:pt>
                <c:pt idx="227">
                  <c:v>-1.1285223052791573</c:v>
                </c:pt>
                <c:pt idx="228">
                  <c:v>-1.1687836618899758</c:v>
                </c:pt>
                <c:pt idx="229">
                  <c:v>-1.179478411782491</c:v>
                </c:pt>
                <c:pt idx="230">
                  <c:v>-1.1785424889109171</c:v>
                </c:pt>
                <c:pt idx="231">
                  <c:v>-1.2114284791986321</c:v>
                </c:pt>
                <c:pt idx="232">
                  <c:v>-1.2011579636610017</c:v>
                </c:pt>
                <c:pt idx="233">
                  <c:v>-1.2553443186477775</c:v>
                </c:pt>
                <c:pt idx="234">
                  <c:v>-1.3229912450883354</c:v>
                </c:pt>
                <c:pt idx="235">
                  <c:v>-1.2791053920017459</c:v>
                </c:pt>
                <c:pt idx="236">
                  <c:v>-1.2623999101257195</c:v>
                </c:pt>
                <c:pt idx="237">
                  <c:v>-1.2781506214780218</c:v>
                </c:pt>
                <c:pt idx="238">
                  <c:v>-1.3123419373449736</c:v>
                </c:pt>
                <c:pt idx="239">
                  <c:v>-1.1893229868798405</c:v>
                </c:pt>
                <c:pt idx="240">
                  <c:v>-1.1227872348275751</c:v>
                </c:pt>
                <c:pt idx="241">
                  <c:v>-1.0279195013929632</c:v>
                </c:pt>
                <c:pt idx="242">
                  <c:v>-0.96590517902695205</c:v>
                </c:pt>
                <c:pt idx="243">
                  <c:v>-0.83003566418942953</c:v>
                </c:pt>
                <c:pt idx="244">
                  <c:v>-0.77678830337049742</c:v>
                </c:pt>
                <c:pt idx="245">
                  <c:v>-0.68293471618760426</c:v>
                </c:pt>
                <c:pt idx="246">
                  <c:v>-0.58599421723864498</c:v>
                </c:pt>
                <c:pt idx="247">
                  <c:v>-0.49661914464867785</c:v>
                </c:pt>
                <c:pt idx="248">
                  <c:v>-0.46148297712935588</c:v>
                </c:pt>
                <c:pt idx="249">
                  <c:v>-0.3596721848002733</c:v>
                </c:pt>
                <c:pt idx="250">
                  <c:v>-0.2986624489492844</c:v>
                </c:pt>
                <c:pt idx="251">
                  <c:v>-0.21592393616777258</c:v>
                </c:pt>
                <c:pt idx="252">
                  <c:v>-0.17935666575909784</c:v>
                </c:pt>
                <c:pt idx="253">
                  <c:v>-0.12374678461876229</c:v>
                </c:pt>
                <c:pt idx="254">
                  <c:v>-0.1132393812732488</c:v>
                </c:pt>
                <c:pt idx="255">
                  <c:v>-3.8066336588339786E-2</c:v>
                </c:pt>
                <c:pt idx="256">
                  <c:v>-3.5027302911232829E-2</c:v>
                </c:pt>
                <c:pt idx="257">
                  <c:v>1.5008764582972919E-2</c:v>
                </c:pt>
                <c:pt idx="258">
                  <c:v>1.6194880233955745E-2</c:v>
                </c:pt>
                <c:pt idx="259">
                  <c:v>7.3930735775009818E-2</c:v>
                </c:pt>
                <c:pt idx="260">
                  <c:v>2.5456124547767925E-2</c:v>
                </c:pt>
                <c:pt idx="261">
                  <c:v>-2.1528409333675325E-2</c:v>
                </c:pt>
                <c:pt idx="262">
                  <c:v>-2.2958073482742512E-2</c:v>
                </c:pt>
                <c:pt idx="263">
                  <c:v>-3.7798801020682532E-2</c:v>
                </c:pt>
                <c:pt idx="264">
                  <c:v>-0.10186939726252714</c:v>
                </c:pt>
                <c:pt idx="265">
                  <c:v>-9.6999215926812724E-2</c:v>
                </c:pt>
                <c:pt idx="266">
                  <c:v>-0.13913468897515005</c:v>
                </c:pt>
                <c:pt idx="267">
                  <c:v>-0.21866104250849819</c:v>
                </c:pt>
                <c:pt idx="268">
                  <c:v>-0.30697414956149771</c:v>
                </c:pt>
                <c:pt idx="269">
                  <c:v>-0.39615071148671555</c:v>
                </c:pt>
                <c:pt idx="270">
                  <c:v>-0.49382166880325973</c:v>
                </c:pt>
                <c:pt idx="271">
                  <c:v>-0.56764012089901861</c:v>
                </c:pt>
                <c:pt idx="272">
                  <c:v>-0.60862542635788219</c:v>
                </c:pt>
                <c:pt idx="273">
                  <c:v>-0.60904124135120163</c:v>
                </c:pt>
                <c:pt idx="274">
                  <c:v>-0.61589783154792788</c:v>
                </c:pt>
                <c:pt idx="275">
                  <c:v>-0.5583498369674782</c:v>
                </c:pt>
                <c:pt idx="276">
                  <c:v>-0.50179779022309368</c:v>
                </c:pt>
                <c:pt idx="277">
                  <c:v>-0.44827199716939287</c:v>
                </c:pt>
                <c:pt idx="278">
                  <c:v>-0.41654325066302761</c:v>
                </c:pt>
                <c:pt idx="279">
                  <c:v>-0.33535419403828781</c:v>
                </c:pt>
                <c:pt idx="280">
                  <c:v>-0.22797956631673366</c:v>
                </c:pt>
                <c:pt idx="281">
                  <c:v>-0.19818727078105686</c:v>
                </c:pt>
                <c:pt idx="282">
                  <c:v>-0.11694240761891057</c:v>
                </c:pt>
                <c:pt idx="283">
                  <c:v>-4.1702032580355382E-2</c:v>
                </c:pt>
                <c:pt idx="284">
                  <c:v>-6.779025033439778E-3</c:v>
                </c:pt>
                <c:pt idx="285">
                  <c:v>2.6837722669651169E-2</c:v>
                </c:pt>
                <c:pt idx="286">
                  <c:v>4.6496117110054164E-2</c:v>
                </c:pt>
                <c:pt idx="287">
                  <c:v>6.4293768419609182E-2</c:v>
                </c:pt>
                <c:pt idx="288">
                  <c:v>4.6375683304123318E-2</c:v>
                </c:pt>
                <c:pt idx="289">
                  <c:v>5.6674015142403764E-2</c:v>
                </c:pt>
                <c:pt idx="290">
                  <c:v>9.3105588569994194E-2</c:v>
                </c:pt>
                <c:pt idx="291">
                  <c:v>7.820520400602321E-2</c:v>
                </c:pt>
                <c:pt idx="292">
                  <c:v>4.83488765773155E-2</c:v>
                </c:pt>
                <c:pt idx="293">
                  <c:v>-2.411046780929264E-3</c:v>
                </c:pt>
                <c:pt idx="294">
                  <c:v>-2.1615252333595427E-2</c:v>
                </c:pt>
                <c:pt idx="295">
                  <c:v>1.839229187172027E-2</c:v>
                </c:pt>
                <c:pt idx="296">
                  <c:v>2.4789209230011426E-2</c:v>
                </c:pt>
                <c:pt idx="297">
                  <c:v>2.169236708969623E-2</c:v>
                </c:pt>
                <c:pt idx="298">
                  <c:v>5.7150339517785167E-3</c:v>
                </c:pt>
                <c:pt idx="299">
                  <c:v>1.7913277469296204E-2</c:v>
                </c:pt>
                <c:pt idx="300">
                  <c:v>1.6354057534502479E-2</c:v>
                </c:pt>
                <c:pt idx="301">
                  <c:v>-4.827664179811865E-2</c:v>
                </c:pt>
                <c:pt idx="302">
                  <c:v>-9.5026485861135976E-2</c:v>
                </c:pt>
                <c:pt idx="303">
                  <c:v>-0.24092760339244593</c:v>
                </c:pt>
                <c:pt idx="304">
                  <c:v>-0.41480885874343809</c:v>
                </c:pt>
                <c:pt idx="305">
                  <c:v>-0.58343861392751983</c:v>
                </c:pt>
                <c:pt idx="306">
                  <c:v>-0.73859914328864706</c:v>
                </c:pt>
                <c:pt idx="307">
                  <c:v>-0.89340727925149999</c:v>
                </c:pt>
                <c:pt idx="308">
                  <c:v>-1.0219506356301173</c:v>
                </c:pt>
                <c:pt idx="309">
                  <c:v>-1.0815277899232407</c:v>
                </c:pt>
                <c:pt idx="310">
                  <c:v>-1.1811004091949868</c:v>
                </c:pt>
                <c:pt idx="311">
                  <c:v>-1.2931501376084098</c:v>
                </c:pt>
                <c:pt idx="312">
                  <c:v>-1.3487051738566389</c:v>
                </c:pt>
                <c:pt idx="313">
                  <c:v>-1.3863641696262448</c:v>
                </c:pt>
                <c:pt idx="314">
                  <c:v>-1.4244484311123347</c:v>
                </c:pt>
                <c:pt idx="315">
                  <c:v>-1.4617400542162562</c:v>
                </c:pt>
                <c:pt idx="316">
                  <c:v>-1.5595042024287493</c:v>
                </c:pt>
                <c:pt idx="317">
                  <c:v>-1.6352710609745718</c:v>
                </c:pt>
                <c:pt idx="318">
                  <c:v>-1.7255138785865078</c:v>
                </c:pt>
                <c:pt idx="319">
                  <c:v>-1.734153213597623</c:v>
                </c:pt>
                <c:pt idx="320">
                  <c:v>-1.7841277964038356</c:v>
                </c:pt>
                <c:pt idx="321">
                  <c:v>-1.7844464791083867</c:v>
                </c:pt>
                <c:pt idx="322">
                  <c:v>-1.7831737687203932</c:v>
                </c:pt>
                <c:pt idx="323">
                  <c:v>-1.7947302640517468</c:v>
                </c:pt>
                <c:pt idx="324">
                  <c:v>-1.7073964946310503</c:v>
                </c:pt>
                <c:pt idx="325">
                  <c:v>-1.5938492432106439</c:v>
                </c:pt>
                <c:pt idx="326">
                  <c:v>-1.5021100841062403</c:v>
                </c:pt>
                <c:pt idx="327">
                  <c:v>-1.4161695710254436</c:v>
                </c:pt>
                <c:pt idx="328">
                  <c:v>-1.3215540567531392</c:v>
                </c:pt>
                <c:pt idx="329">
                  <c:v>-1.2141644270788097</c:v>
                </c:pt>
                <c:pt idx="330">
                  <c:v>-1.0651176947219978</c:v>
                </c:pt>
                <c:pt idx="331">
                  <c:v>-0.97354058453001524</c:v>
                </c:pt>
                <c:pt idx="332">
                  <c:v>-0.85797375920553454</c:v>
                </c:pt>
                <c:pt idx="333">
                  <c:v>-0.75127074138034533</c:v>
                </c:pt>
                <c:pt idx="334">
                  <c:v>-0.75219663812129167</c:v>
                </c:pt>
                <c:pt idx="335">
                  <c:v>-0.6796314187239344</c:v>
                </c:pt>
                <c:pt idx="336">
                  <c:v>-0.6988884283961847</c:v>
                </c:pt>
                <c:pt idx="337">
                  <c:v>-0.66650203859222878</c:v>
                </c:pt>
                <c:pt idx="338">
                  <c:v>-0.60940957653777117</c:v>
                </c:pt>
                <c:pt idx="339">
                  <c:v>-0.62869262321794461</c:v>
                </c:pt>
                <c:pt idx="340">
                  <c:v>-0.65670443739398054</c:v>
                </c:pt>
                <c:pt idx="341">
                  <c:v>-0.62620897297900135</c:v>
                </c:pt>
                <c:pt idx="342">
                  <c:v>-0.60250606083746339</c:v>
                </c:pt>
                <c:pt idx="343">
                  <c:v>-0.5297393078829542</c:v>
                </c:pt>
                <c:pt idx="344">
                  <c:v>-0.47339477220089143</c:v>
                </c:pt>
                <c:pt idx="345">
                  <c:v>-0.49345581201677208</c:v>
                </c:pt>
                <c:pt idx="346">
                  <c:v>-0.52300863688490118</c:v>
                </c:pt>
                <c:pt idx="347">
                  <c:v>-0.41092508719823312</c:v>
                </c:pt>
                <c:pt idx="348">
                  <c:v>-0.37328759752546914</c:v>
                </c:pt>
                <c:pt idx="349">
                  <c:v>-0.313362129391488</c:v>
                </c:pt>
                <c:pt idx="350">
                  <c:v>-0.20076560973112942</c:v>
                </c:pt>
                <c:pt idx="351">
                  <c:v>-0.24491984054964297</c:v>
                </c:pt>
                <c:pt idx="352">
                  <c:v>-0.18604796751289621</c:v>
                </c:pt>
                <c:pt idx="353">
                  <c:v>-0.15056867487210457</c:v>
                </c:pt>
                <c:pt idx="354">
                  <c:v>-0.12534723017343524</c:v>
                </c:pt>
                <c:pt idx="355">
                  <c:v>-4.9824063902182865E-2</c:v>
                </c:pt>
                <c:pt idx="356">
                  <c:v>-6.6569157339086554E-2</c:v>
                </c:pt>
                <c:pt idx="357">
                  <c:v>5.0052537614510825E-2</c:v>
                </c:pt>
                <c:pt idx="358">
                  <c:v>7.5922135895271553E-2</c:v>
                </c:pt>
                <c:pt idx="359">
                  <c:v>4.8703801801529917E-2</c:v>
                </c:pt>
                <c:pt idx="360">
                  <c:v>1.3887606492431441E-2</c:v>
                </c:pt>
                <c:pt idx="361">
                  <c:v>2.3071491230997252E-2</c:v>
                </c:pt>
                <c:pt idx="362">
                  <c:v>-2.2123405545809084E-2</c:v>
                </c:pt>
                <c:pt idx="363">
                  <c:v>-8.9078278504091501E-2</c:v>
                </c:pt>
                <c:pt idx="364">
                  <c:v>-0.14731244899901838</c:v>
                </c:pt>
                <c:pt idx="365">
                  <c:v>-0.18733783608600504</c:v>
                </c:pt>
                <c:pt idx="366">
                  <c:v>-0.1787630593119045</c:v>
                </c:pt>
                <c:pt idx="367">
                  <c:v>-0.14259589479101817</c:v>
                </c:pt>
                <c:pt idx="368">
                  <c:v>-0.12685775511045397</c:v>
                </c:pt>
                <c:pt idx="369">
                  <c:v>-7.1376180480705737E-2</c:v>
                </c:pt>
                <c:pt idx="370">
                  <c:v>-6.6701823380637279E-2</c:v>
                </c:pt>
                <c:pt idx="371">
                  <c:v>-0.12891657806010073</c:v>
                </c:pt>
                <c:pt idx="372">
                  <c:v>-2.0967006922354103E-2</c:v>
                </c:pt>
                <c:pt idx="373">
                  <c:v>2.7387034162798619E-2</c:v>
                </c:pt>
                <c:pt idx="374">
                  <c:v>3.4490213115336947E-2</c:v>
                </c:pt>
                <c:pt idx="375">
                  <c:v>9.0251128758971344E-2</c:v>
                </c:pt>
                <c:pt idx="376">
                  <c:v>0.24866179353386367</c:v>
                </c:pt>
                <c:pt idx="377">
                  <c:v>0.30877757016101498</c:v>
                </c:pt>
                <c:pt idx="378">
                  <c:v>0.27334079397961386</c:v>
                </c:pt>
                <c:pt idx="379">
                  <c:v>0.26193051212317559</c:v>
                </c:pt>
                <c:pt idx="380">
                  <c:v>0.29794022631712286</c:v>
                </c:pt>
                <c:pt idx="381">
                  <c:v>0.35013623086873186</c:v>
                </c:pt>
                <c:pt idx="382">
                  <c:v>0.38611371280635987</c:v>
                </c:pt>
                <c:pt idx="383">
                  <c:v>0.37228031310778981</c:v>
                </c:pt>
                <c:pt idx="384">
                  <c:v>0.38601800243348078</c:v>
                </c:pt>
                <c:pt idx="385">
                  <c:v>0.39636341932497465</c:v>
                </c:pt>
                <c:pt idx="386">
                  <c:v>0.45101925030868539</c:v>
                </c:pt>
                <c:pt idx="387">
                  <c:v>0.53152563325676661</c:v>
                </c:pt>
                <c:pt idx="388">
                  <c:v>0.56586415368916021</c:v>
                </c:pt>
                <c:pt idx="389">
                  <c:v>0.57506028082994398</c:v>
                </c:pt>
                <c:pt idx="390">
                  <c:v>0.62054084458013892</c:v>
                </c:pt>
                <c:pt idx="391">
                  <c:v>0.6493122742356795</c:v>
                </c:pt>
                <c:pt idx="392">
                  <c:v>0.70944335271858971</c:v>
                </c:pt>
                <c:pt idx="393">
                  <c:v>0.67237381322000633</c:v>
                </c:pt>
                <c:pt idx="394">
                  <c:v>0.67219174610575494</c:v>
                </c:pt>
                <c:pt idx="395">
                  <c:v>0.61810201263804609</c:v>
                </c:pt>
                <c:pt idx="396">
                  <c:v>0.5492982978234745</c:v>
                </c:pt>
                <c:pt idx="397">
                  <c:v>0.38784085264504226</c:v>
                </c:pt>
                <c:pt idx="398">
                  <c:v>0.38144309551817346</c:v>
                </c:pt>
                <c:pt idx="399">
                  <c:v>0.40473528860746638</c:v>
                </c:pt>
                <c:pt idx="400">
                  <c:v>0.44499468162867123</c:v>
                </c:pt>
                <c:pt idx="401">
                  <c:v>0.35349780806135994</c:v>
                </c:pt>
                <c:pt idx="402">
                  <c:v>0.32595814286149494</c:v>
                </c:pt>
                <c:pt idx="403">
                  <c:v>0.28659707977576776</c:v>
                </c:pt>
                <c:pt idx="404">
                  <c:v>0.25853202027946942</c:v>
                </c:pt>
                <c:pt idx="405">
                  <c:v>0.16786590174208288</c:v>
                </c:pt>
                <c:pt idx="406">
                  <c:v>7.8691776814037495E-2</c:v>
                </c:pt>
                <c:pt idx="407">
                  <c:v>-3.7050618214942765E-2</c:v>
                </c:pt>
                <c:pt idx="408">
                  <c:v>-0.11890404286513188</c:v>
                </c:pt>
                <c:pt idx="409">
                  <c:v>-0.21466995582179435</c:v>
                </c:pt>
                <c:pt idx="410">
                  <c:v>-0.34399060389611441</c:v>
                </c:pt>
                <c:pt idx="411">
                  <c:v>-0.49296968852874778</c:v>
                </c:pt>
                <c:pt idx="412">
                  <c:v>-0.51811308567172087</c:v>
                </c:pt>
                <c:pt idx="413">
                  <c:v>-0.62559644707972351</c:v>
                </c:pt>
                <c:pt idx="414">
                  <c:v>-0.70405378540294838</c:v>
                </c:pt>
                <c:pt idx="415">
                  <c:v>-0.78097921891786248</c:v>
                </c:pt>
                <c:pt idx="416">
                  <c:v>-0.87492778499718249</c:v>
                </c:pt>
                <c:pt idx="417">
                  <c:v>-0.97555830218591033</c:v>
                </c:pt>
                <c:pt idx="418">
                  <c:v>-1.0233903766191106</c:v>
                </c:pt>
                <c:pt idx="419">
                  <c:v>-1.1489518165093864</c:v>
                </c:pt>
                <c:pt idx="420">
                  <c:v>-1.2338482070656493</c:v>
                </c:pt>
                <c:pt idx="421">
                  <c:v>-1.2824084690609523</c:v>
                </c:pt>
                <c:pt idx="422">
                  <c:v>-1.3015637384776286</c:v>
                </c:pt>
                <c:pt idx="423">
                  <c:v>-1.3116487584252554</c:v>
                </c:pt>
                <c:pt idx="424">
                  <c:v>-1.3258882026757548</c:v>
                </c:pt>
                <c:pt idx="425">
                  <c:v>-1.3473191420794925</c:v>
                </c:pt>
                <c:pt idx="426">
                  <c:v>-1.323604510807149</c:v>
                </c:pt>
                <c:pt idx="427">
                  <c:v>-1.3490689679167265</c:v>
                </c:pt>
                <c:pt idx="428">
                  <c:v>-1.3274461335525565</c:v>
                </c:pt>
                <c:pt idx="429">
                  <c:v>-1.3453309980275707</c:v>
                </c:pt>
                <c:pt idx="430">
                  <c:v>-1.2681882226003507</c:v>
                </c:pt>
                <c:pt idx="431">
                  <c:v>-1.1861970363568006</c:v>
                </c:pt>
                <c:pt idx="432">
                  <c:v>-1.1452475759824343</c:v>
                </c:pt>
                <c:pt idx="433">
                  <c:v>-1.177098129767141</c:v>
                </c:pt>
                <c:pt idx="434">
                  <c:v>-1.1422726558849394</c:v>
                </c:pt>
                <c:pt idx="435">
                  <c:v>-1.1464528687421698</c:v>
                </c:pt>
                <c:pt idx="436">
                  <c:v>-1.1411111739426643</c:v>
                </c:pt>
                <c:pt idx="437">
                  <c:v>-1.0641052698220494</c:v>
                </c:pt>
                <c:pt idx="438">
                  <c:v>-1.031278801488877</c:v>
                </c:pt>
                <c:pt idx="439">
                  <c:v>-0.98269533943264198</c:v>
                </c:pt>
                <c:pt idx="440">
                  <c:v>-0.88831487817973853</c:v>
                </c:pt>
                <c:pt idx="441">
                  <c:v>-0.81593082161683628</c:v>
                </c:pt>
                <c:pt idx="442">
                  <c:v>-0.80935429961065319</c:v>
                </c:pt>
                <c:pt idx="443">
                  <c:v>-0.74818131862857862</c:v>
                </c:pt>
                <c:pt idx="444">
                  <c:v>-0.63291793792895024</c:v>
                </c:pt>
                <c:pt idx="445">
                  <c:v>-0.58113981382580271</c:v>
                </c:pt>
                <c:pt idx="446">
                  <c:v>-0.49368214017332879</c:v>
                </c:pt>
                <c:pt idx="447">
                  <c:v>-0.47844276844484174</c:v>
                </c:pt>
                <c:pt idx="448">
                  <c:v>-0.42031935860214426</c:v>
                </c:pt>
                <c:pt idx="449">
                  <c:v>-0.39560479425061895</c:v>
                </c:pt>
                <c:pt idx="450">
                  <c:v>-0.38499383239967139</c:v>
                </c:pt>
                <c:pt idx="451">
                  <c:v>-0.385500563259493</c:v>
                </c:pt>
                <c:pt idx="452">
                  <c:v>-0.41434569404412691</c:v>
                </c:pt>
                <c:pt idx="453">
                  <c:v>-0.38373239583728702</c:v>
                </c:pt>
                <c:pt idx="454">
                  <c:v>-0.35368754280354614</c:v>
                </c:pt>
                <c:pt idx="455">
                  <c:v>-0.370575547820573</c:v>
                </c:pt>
                <c:pt idx="456">
                  <c:v>-0.36624339959112817</c:v>
                </c:pt>
                <c:pt idx="457">
                  <c:v>-0.34158869483350024</c:v>
                </c:pt>
                <c:pt idx="458">
                  <c:v>-0.25004843290611112</c:v>
                </c:pt>
                <c:pt idx="459">
                  <c:v>-0.16446517495141708</c:v>
                </c:pt>
                <c:pt idx="460">
                  <c:v>-0.14520090242820752</c:v>
                </c:pt>
                <c:pt idx="461">
                  <c:v>-0.15384755899081659</c:v>
                </c:pt>
                <c:pt idx="462">
                  <c:v>-0.19345482170410883</c:v>
                </c:pt>
                <c:pt idx="463">
                  <c:v>-0.26304373275540532</c:v>
                </c:pt>
                <c:pt idx="464">
                  <c:v>-0.27770836681167993</c:v>
                </c:pt>
                <c:pt idx="465">
                  <c:v>-0.32443422380692832</c:v>
                </c:pt>
                <c:pt idx="466">
                  <c:v>-0.37181007279791817</c:v>
                </c:pt>
                <c:pt idx="467">
                  <c:v>-0.40151001531424957</c:v>
                </c:pt>
                <c:pt idx="468">
                  <c:v>-0.38126933158780968</c:v>
                </c:pt>
                <c:pt idx="469">
                  <c:v>-0.32005207335497815</c:v>
                </c:pt>
                <c:pt idx="470">
                  <c:v>-0.21332386642916659</c:v>
                </c:pt>
                <c:pt idx="471">
                  <c:v>-0.10017706834416107</c:v>
                </c:pt>
                <c:pt idx="472">
                  <c:v>-6.1632493713525784E-2</c:v>
                </c:pt>
                <c:pt idx="473">
                  <c:v>-8.8963353182040118E-3</c:v>
                </c:pt>
                <c:pt idx="474">
                  <c:v>2.5436764078366356E-2</c:v>
                </c:pt>
                <c:pt idx="475">
                  <c:v>5.0400250888026606E-3</c:v>
                </c:pt>
                <c:pt idx="476">
                  <c:v>1.7043697394615726E-2</c:v>
                </c:pt>
                <c:pt idx="477">
                  <c:v>7.8544422240544629E-2</c:v>
                </c:pt>
                <c:pt idx="478">
                  <c:v>0.12087585990158486</c:v>
                </c:pt>
                <c:pt idx="479">
                  <c:v>5.740220279948488E-2</c:v>
                </c:pt>
                <c:pt idx="480">
                  <c:v>2.8839277984403798E-2</c:v>
                </c:pt>
                <c:pt idx="481">
                  <c:v>-3.016799510699706E-2</c:v>
                </c:pt>
                <c:pt idx="482">
                  <c:v>-9.4107901249744122E-2</c:v>
                </c:pt>
                <c:pt idx="483">
                  <c:v>-0.11813392266068271</c:v>
                </c:pt>
                <c:pt idx="484">
                  <c:v>-8.1192817033430495E-2</c:v>
                </c:pt>
                <c:pt idx="485">
                  <c:v>-8.8139990582041056E-2</c:v>
                </c:pt>
                <c:pt idx="486">
                  <c:v>-0.15838694967328248</c:v>
                </c:pt>
                <c:pt idx="487">
                  <c:v>-0.19101634300231191</c:v>
                </c:pt>
                <c:pt idx="488">
                  <c:v>-0.23756758373866321</c:v>
                </c:pt>
                <c:pt idx="489">
                  <c:v>-0.2741257341925345</c:v>
                </c:pt>
                <c:pt idx="490">
                  <c:v>-0.36733948151808971</c:v>
                </c:pt>
                <c:pt idx="491">
                  <c:v>-0.49142840487330963</c:v>
                </c:pt>
                <c:pt idx="492">
                  <c:v>-0.56842096073930959</c:v>
                </c:pt>
                <c:pt idx="493">
                  <c:v>-0.62533950900072921</c:v>
                </c:pt>
                <c:pt idx="494">
                  <c:v>-0.69916322501454053</c:v>
                </c:pt>
                <c:pt idx="495">
                  <c:v>-0.69204718026138878</c:v>
                </c:pt>
                <c:pt idx="496">
                  <c:v>-0.66590659301851562</c:v>
                </c:pt>
                <c:pt idx="497">
                  <c:v>-0.6021772796128666</c:v>
                </c:pt>
                <c:pt idx="498">
                  <c:v>-0.61719944118723469</c:v>
                </c:pt>
                <c:pt idx="499">
                  <c:v>-0.60917346963147567</c:v>
                </c:pt>
                <c:pt idx="500">
                  <c:v>-0.49052566772326389</c:v>
                </c:pt>
                <c:pt idx="501">
                  <c:v>-0.46997222284545948</c:v>
                </c:pt>
                <c:pt idx="502">
                  <c:v>-0.40126406831847899</c:v>
                </c:pt>
                <c:pt idx="503">
                  <c:v>-0.31231452079847177</c:v>
                </c:pt>
                <c:pt idx="504">
                  <c:v>-0.32538667801207438</c:v>
                </c:pt>
                <c:pt idx="505">
                  <c:v>-0.37413686343330138</c:v>
                </c:pt>
                <c:pt idx="506">
                  <c:v>-0.34835905533339051</c:v>
                </c:pt>
                <c:pt idx="507">
                  <c:v>-0.32393361998837811</c:v>
                </c:pt>
                <c:pt idx="508">
                  <c:v>-0.3564317866812301</c:v>
                </c:pt>
                <c:pt idx="509">
                  <c:v>-0.47934836879547771</c:v>
                </c:pt>
                <c:pt idx="510">
                  <c:v>-0.62567889985546832</c:v>
                </c:pt>
                <c:pt idx="511">
                  <c:v>-0.74924949190249268</c:v>
                </c:pt>
                <c:pt idx="512">
                  <c:v>-0.89156257168774633</c:v>
                </c:pt>
                <c:pt idx="513">
                  <c:v>-0.99883996171407241</c:v>
                </c:pt>
                <c:pt idx="514">
                  <c:v>-1.1169112124845237</c:v>
                </c:pt>
                <c:pt idx="515">
                  <c:v>-1.2708742234206303</c:v>
                </c:pt>
                <c:pt idx="516">
                  <c:v>-1.4582031189805129</c:v>
                </c:pt>
                <c:pt idx="517">
                  <c:v>-1.5971752199100318</c:v>
                </c:pt>
                <c:pt idx="518">
                  <c:v>-1.7221479750078255</c:v>
                </c:pt>
                <c:pt idx="519">
                  <c:v>-1.8504333067462497</c:v>
                </c:pt>
                <c:pt idx="520">
                  <c:v>-2.038796662035018</c:v>
                </c:pt>
                <c:pt idx="521">
                  <c:v>-2.2093588145217513</c:v>
                </c:pt>
                <c:pt idx="522">
                  <c:v>-2.3246822222571999</c:v>
                </c:pt>
                <c:pt idx="523">
                  <c:v>-2.4266261808988201</c:v>
                </c:pt>
                <c:pt idx="524">
                  <c:v>-2.5149117584523775</c:v>
                </c:pt>
                <c:pt idx="525">
                  <c:v>-2.5051931265764447</c:v>
                </c:pt>
                <c:pt idx="526">
                  <c:v>-2.5349996712036629</c:v>
                </c:pt>
                <c:pt idx="527">
                  <c:v>-2.6005114136892971</c:v>
                </c:pt>
                <c:pt idx="528">
                  <c:v>-2.6680945709186696</c:v>
                </c:pt>
                <c:pt idx="529">
                  <c:v>-2.6547951280566262</c:v>
                </c:pt>
                <c:pt idx="530">
                  <c:v>-2.5506892240193326</c:v>
                </c:pt>
                <c:pt idx="531">
                  <c:v>-2.4821149805602545</c:v>
                </c:pt>
                <c:pt idx="532">
                  <c:v>-2.4439633207313527</c:v>
                </c:pt>
                <c:pt idx="533">
                  <c:v>-2.4013051753221211</c:v>
                </c:pt>
                <c:pt idx="534">
                  <c:v>-2.4486709326357623</c:v>
                </c:pt>
                <c:pt idx="535">
                  <c:v>-2.4924775754998563</c:v>
                </c:pt>
                <c:pt idx="536">
                  <c:v>-2.4786285025340096</c:v>
                </c:pt>
                <c:pt idx="537">
                  <c:v>-2.5073811275874416</c:v>
                </c:pt>
                <c:pt idx="538">
                  <c:v>-2.558690669468116</c:v>
                </c:pt>
                <c:pt idx="539">
                  <c:v>-2.6748059112449587</c:v>
                </c:pt>
                <c:pt idx="540">
                  <c:v>-2.7614823355137998</c:v>
                </c:pt>
                <c:pt idx="541">
                  <c:v>-2.8253831820110809</c:v>
                </c:pt>
                <c:pt idx="542">
                  <c:v>-2.9639156142168419</c:v>
                </c:pt>
                <c:pt idx="543">
                  <c:v>-3.0785343960239318</c:v>
                </c:pt>
                <c:pt idx="544">
                  <c:v>-3.2081457133218758</c:v>
                </c:pt>
                <c:pt idx="545">
                  <c:v>-3.2875291556380422</c:v>
                </c:pt>
                <c:pt idx="546">
                  <c:v>-3.4175271471970485</c:v>
                </c:pt>
                <c:pt idx="547">
                  <c:v>-3.4527347530991275</c:v>
                </c:pt>
                <c:pt idx="548">
                  <c:v>-3.5011665958557971</c:v>
                </c:pt>
                <c:pt idx="549">
                  <c:v>-3.5409445205059695</c:v>
                </c:pt>
                <c:pt idx="550">
                  <c:v>-3.637929071616699</c:v>
                </c:pt>
                <c:pt idx="551">
                  <c:v>-3.704461069735411</c:v>
                </c:pt>
                <c:pt idx="552">
                  <c:v>-3.742773830351235</c:v>
                </c:pt>
                <c:pt idx="553">
                  <c:v>-3.7208566683634361</c:v>
                </c:pt>
                <c:pt idx="554">
                  <c:v>-3.6770268003112982</c:v>
                </c:pt>
                <c:pt idx="555">
                  <c:v>-3.6408271899499476</c:v>
                </c:pt>
                <c:pt idx="556">
                  <c:v>-3.6277270552601952</c:v>
                </c:pt>
                <c:pt idx="557">
                  <c:v>-3.6390255423093487</c:v>
                </c:pt>
                <c:pt idx="558">
                  <c:v>-3.6062156614584078</c:v>
                </c:pt>
                <c:pt idx="559">
                  <c:v>-3.630070249501824</c:v>
                </c:pt>
                <c:pt idx="560">
                  <c:v>-3.6339354415226244</c:v>
                </c:pt>
                <c:pt idx="561">
                  <c:v>-3.596071540742908</c:v>
                </c:pt>
                <c:pt idx="562">
                  <c:v>-3.5452938791213855</c:v>
                </c:pt>
                <c:pt idx="563">
                  <c:v>-3.4421484798570519</c:v>
                </c:pt>
                <c:pt idx="564">
                  <c:v>-3.3027760993235762</c:v>
                </c:pt>
                <c:pt idx="565">
                  <c:v>-3.143406052882145</c:v>
                </c:pt>
                <c:pt idx="566">
                  <c:v>-3.0110213421268002</c:v>
                </c:pt>
                <c:pt idx="567">
                  <c:v>-2.8208893450840717</c:v>
                </c:pt>
                <c:pt idx="568">
                  <c:v>-2.6379744686440803</c:v>
                </c:pt>
                <c:pt idx="569">
                  <c:v>-2.4528979437888054</c:v>
                </c:pt>
                <c:pt idx="570">
                  <c:v>-2.3253767035333373</c:v>
                </c:pt>
                <c:pt idx="571">
                  <c:v>-2.1788780818609874</c:v>
                </c:pt>
                <c:pt idx="572">
                  <c:v>-2.0653929792060377</c:v>
                </c:pt>
                <c:pt idx="573">
                  <c:v>-1.9400391653301434</c:v>
                </c:pt>
                <c:pt idx="574">
                  <c:v>-1.8551499903321318</c:v>
                </c:pt>
                <c:pt idx="575">
                  <c:v>-1.7450150310189323</c:v>
                </c:pt>
                <c:pt idx="576">
                  <c:v>-1.6572245779135564</c:v>
                </c:pt>
                <c:pt idx="577">
                  <c:v>-1.4483935383102362</c:v>
                </c:pt>
                <c:pt idx="578">
                  <c:v>-1.2238934655972946</c:v>
                </c:pt>
                <c:pt idx="579">
                  <c:v>-1.0518475989621379</c:v>
                </c:pt>
                <c:pt idx="580">
                  <c:v>-0.77165259066383507</c:v>
                </c:pt>
                <c:pt idx="581">
                  <c:v>-0.51016107932671173</c:v>
                </c:pt>
                <c:pt idx="582">
                  <c:v>-0.22787051721809481</c:v>
                </c:pt>
                <c:pt idx="583">
                  <c:v>2.2276592437530145E-2</c:v>
                </c:pt>
                <c:pt idx="584">
                  <c:v>0.2463286236009089</c:v>
                </c:pt>
                <c:pt idx="585">
                  <c:v>0.4021729573968103</c:v>
                </c:pt>
                <c:pt idx="586">
                  <c:v>0.55444770928101395</c:v>
                </c:pt>
                <c:pt idx="587">
                  <c:v>0.62481358116131891</c:v>
                </c:pt>
                <c:pt idx="588">
                  <c:v>0.69183586494573113</c:v>
                </c:pt>
                <c:pt idx="589">
                  <c:v>0.77910158743360269</c:v>
                </c:pt>
                <c:pt idx="590">
                  <c:v>0.87467147080730656</c:v>
                </c:pt>
                <c:pt idx="591">
                  <c:v>0.99073915437230708</c:v>
                </c:pt>
                <c:pt idx="592">
                  <c:v>1.1256042604117948</c:v>
                </c:pt>
                <c:pt idx="593">
                  <c:v>1.2245495783200959</c:v>
                </c:pt>
                <c:pt idx="594">
                  <c:v>1.3489717551206395</c:v>
                </c:pt>
                <c:pt idx="595">
                  <c:v>1.4616474216359165</c:v>
                </c:pt>
                <c:pt idx="596">
                  <c:v>1.5380304282420767</c:v>
                </c:pt>
                <c:pt idx="597">
                  <c:v>1.6176833333245562</c:v>
                </c:pt>
                <c:pt idx="598">
                  <c:v>1.5734421157808027</c:v>
                </c:pt>
                <c:pt idx="599">
                  <c:v>1.4621214936301765</c:v>
                </c:pt>
                <c:pt idx="600">
                  <c:v>1.3140701239155756</c:v>
                </c:pt>
                <c:pt idx="601">
                  <c:v>1.1914467731016989</c:v>
                </c:pt>
                <c:pt idx="602">
                  <c:v>1.1164669958963387</c:v>
                </c:pt>
                <c:pt idx="603">
                  <c:v>0.94397025787984123</c:v>
                </c:pt>
                <c:pt idx="604">
                  <c:v>0.77745797391231208</c:v>
                </c:pt>
                <c:pt idx="605">
                  <c:v>0.53476571455305022</c:v>
                </c:pt>
                <c:pt idx="606">
                  <c:v>0.39787633413941964</c:v>
                </c:pt>
                <c:pt idx="607">
                  <c:v>0.22726599074421144</c:v>
                </c:pt>
                <c:pt idx="608">
                  <c:v>5.027776531791512E-2</c:v>
                </c:pt>
                <c:pt idx="609">
                  <c:v>-0.19203079848172314</c:v>
                </c:pt>
                <c:pt idx="610">
                  <c:v>-0.40934646143534709</c:v>
                </c:pt>
                <c:pt idx="611">
                  <c:v>-0.634790685941234</c:v>
                </c:pt>
                <c:pt idx="612">
                  <c:v>-0.83687519823231182</c:v>
                </c:pt>
                <c:pt idx="613">
                  <c:v>-1.0250522982685424</c:v>
                </c:pt>
                <c:pt idx="614">
                  <c:v>-1.2262024778637817</c:v>
                </c:pt>
                <c:pt idx="615">
                  <c:v>-1.4839742136557339</c:v>
                </c:pt>
                <c:pt idx="616">
                  <c:v>-1.7373712930564309</c:v>
                </c:pt>
                <c:pt idx="617">
                  <c:v>-2.020157450977397</c:v>
                </c:pt>
                <c:pt idx="618">
                  <c:v>-2.2704400502167275</c:v>
                </c:pt>
                <c:pt idx="619">
                  <c:v>-2.4535357759052823</c:v>
                </c:pt>
                <c:pt idx="620">
                  <c:v>-2.5507938387696218</c:v>
                </c:pt>
                <c:pt idx="621">
                  <c:v>-2.611449552403732</c:v>
                </c:pt>
                <c:pt idx="622">
                  <c:v>-2.7975113212484772</c:v>
                </c:pt>
                <c:pt idx="623">
                  <c:v>-2.9960594681451642</c:v>
                </c:pt>
                <c:pt idx="624">
                  <c:v>-3.0916600230069129</c:v>
                </c:pt>
                <c:pt idx="625">
                  <c:v>-3.2098660656843707</c:v>
                </c:pt>
                <c:pt idx="626">
                  <c:v>-3.3183854307144944</c:v>
                </c:pt>
                <c:pt idx="627">
                  <c:v>-3.4698260246036301</c:v>
                </c:pt>
                <c:pt idx="628">
                  <c:v>-3.5930251829674074</c:v>
                </c:pt>
                <c:pt idx="629">
                  <c:v>-3.6147020214510417</c:v>
                </c:pt>
                <c:pt idx="630">
                  <c:v>-3.5960119511675539</c:v>
                </c:pt>
                <c:pt idx="631">
                  <c:v>-3.6274488377761269</c:v>
                </c:pt>
                <c:pt idx="632">
                  <c:v>-3.653271280997151</c:v>
                </c:pt>
                <c:pt idx="633">
                  <c:v>-3.6410281227091299</c:v>
                </c:pt>
                <c:pt idx="634">
                  <c:v>-3.6468315150706747</c:v>
                </c:pt>
                <c:pt idx="635">
                  <c:v>-3.5377491032261084</c:v>
                </c:pt>
                <c:pt idx="636">
                  <c:v>-3.3946290107424986</c:v>
                </c:pt>
                <c:pt idx="637">
                  <c:v>-3.2586197398226395</c:v>
                </c:pt>
                <c:pt idx="638">
                  <c:v>-3.1139568147702046</c:v>
                </c:pt>
                <c:pt idx="639">
                  <c:v>-2.9845852708590024</c:v>
                </c:pt>
                <c:pt idx="640">
                  <c:v>-2.8051629957567301</c:v>
                </c:pt>
                <c:pt idx="641">
                  <c:v>-2.7005083178106384</c:v>
                </c:pt>
                <c:pt idx="642">
                  <c:v>-2.6166631381292231</c:v>
                </c:pt>
                <c:pt idx="643">
                  <c:v>-2.4737105414480403</c:v>
                </c:pt>
                <c:pt idx="644">
                  <c:v>-2.3128127852744562</c:v>
                </c:pt>
                <c:pt idx="645">
                  <c:v>-2.2418023013375485</c:v>
                </c:pt>
                <c:pt idx="646">
                  <c:v>-2.1581265647514392</c:v>
                </c:pt>
                <c:pt idx="647">
                  <c:v>-2.0338149266368628</c:v>
                </c:pt>
                <c:pt idx="648">
                  <c:v>-1.9175479960318182</c:v>
                </c:pt>
                <c:pt idx="649">
                  <c:v>-1.7922032443898348</c:v>
                </c:pt>
                <c:pt idx="650">
                  <c:v>-1.6480784324819355</c:v>
                </c:pt>
                <c:pt idx="651">
                  <c:v>-1.4993771577988471</c:v>
                </c:pt>
                <c:pt idx="652">
                  <c:v>-1.3860659141353668</c:v>
                </c:pt>
                <c:pt idx="653">
                  <c:v>-1.303902460661837</c:v>
                </c:pt>
                <c:pt idx="654">
                  <c:v>-1.2194674344222241</c:v>
                </c:pt>
                <c:pt idx="655">
                  <c:v>-1.143972463854062</c:v>
                </c:pt>
                <c:pt idx="656">
                  <c:v>-1.0874367645905696</c:v>
                </c:pt>
                <c:pt idx="657">
                  <c:v>-1.0165671486582988</c:v>
                </c:pt>
                <c:pt idx="658">
                  <c:v>-0.93214870296179508</c:v>
                </c:pt>
                <c:pt idx="659">
                  <c:v>-0.81256798483307702</c:v>
                </c:pt>
                <c:pt idx="660">
                  <c:v>-0.64684281247807152</c:v>
                </c:pt>
                <c:pt idx="661">
                  <c:v>-0.53147789277927526</c:v>
                </c:pt>
                <c:pt idx="662">
                  <c:v>-0.42256278650462387</c:v>
                </c:pt>
                <c:pt idx="663">
                  <c:v>-0.29670093737800746</c:v>
                </c:pt>
                <c:pt idx="664">
                  <c:v>-0.13043747091054578</c:v>
                </c:pt>
                <c:pt idx="665">
                  <c:v>-2.4880209867384179E-2</c:v>
                </c:pt>
                <c:pt idx="666">
                  <c:v>7.0042157977755967E-2</c:v>
                </c:pt>
                <c:pt idx="667">
                  <c:v>0.18945032665567393</c:v>
                </c:pt>
                <c:pt idx="668">
                  <c:v>0.33693733825832617</c:v>
                </c:pt>
                <c:pt idx="669">
                  <c:v>0.39866722591955411</c:v>
                </c:pt>
                <c:pt idx="670">
                  <c:v>0.49093732663660133</c:v>
                </c:pt>
                <c:pt idx="671">
                  <c:v>0.42261894916569726</c:v>
                </c:pt>
                <c:pt idx="672">
                  <c:v>0.4025922628695906</c:v>
                </c:pt>
                <c:pt idx="673">
                  <c:v>0.3951768554476644</c:v>
                </c:pt>
                <c:pt idx="674">
                  <c:v>0.39345438814365535</c:v>
                </c:pt>
                <c:pt idx="675">
                  <c:v>0.38479322591173243</c:v>
                </c:pt>
                <c:pt idx="676">
                  <c:v>0.36778956609643143</c:v>
                </c:pt>
                <c:pt idx="677">
                  <c:v>0.2767213752042797</c:v>
                </c:pt>
                <c:pt idx="678">
                  <c:v>0.20762808541215658</c:v>
                </c:pt>
                <c:pt idx="679">
                  <c:v>0.11626233582354957</c:v>
                </c:pt>
                <c:pt idx="680">
                  <c:v>4.0888233087512688E-2</c:v>
                </c:pt>
                <c:pt idx="681">
                  <c:v>-5.6981203686982188E-2</c:v>
                </c:pt>
                <c:pt idx="682">
                  <c:v>-0.19214883208507869</c:v>
                </c:pt>
                <c:pt idx="683">
                  <c:v>-0.32074905261500869</c:v>
                </c:pt>
                <c:pt idx="684">
                  <c:v>-0.42913883448004003</c:v>
                </c:pt>
                <c:pt idx="685">
                  <c:v>-0.5855710299521667</c:v>
                </c:pt>
                <c:pt idx="686">
                  <c:v>-0.75023195674714538</c:v>
                </c:pt>
                <c:pt idx="687">
                  <c:v>-0.78230049239998267</c:v>
                </c:pt>
                <c:pt idx="688">
                  <c:v>-0.83482768516787886</c:v>
                </c:pt>
                <c:pt idx="689">
                  <c:v>-0.94093467202711167</c:v>
                </c:pt>
                <c:pt idx="690">
                  <c:v>-0.9444654010924679</c:v>
                </c:pt>
                <c:pt idx="691">
                  <c:v>-0.97827722349096313</c:v>
                </c:pt>
                <c:pt idx="692">
                  <c:v>-0.93103406064769145</c:v>
                </c:pt>
                <c:pt idx="693">
                  <c:v>-0.91666097584038642</c:v>
                </c:pt>
                <c:pt idx="694">
                  <c:v>-0.88976261965981907</c:v>
                </c:pt>
                <c:pt idx="695">
                  <c:v>-0.90489576283671436</c:v>
                </c:pt>
                <c:pt idx="696">
                  <c:v>-0.89071235571669227</c:v>
                </c:pt>
                <c:pt idx="697">
                  <c:v>-0.87613221229769211</c:v>
                </c:pt>
                <c:pt idx="698">
                  <c:v>-0.82990747133492326</c:v>
                </c:pt>
                <c:pt idx="699">
                  <c:v>-0.77835629973807041</c:v>
                </c:pt>
                <c:pt idx="700">
                  <c:v>-0.75421768492468411</c:v>
                </c:pt>
                <c:pt idx="701">
                  <c:v>-0.78680851799003848</c:v>
                </c:pt>
                <c:pt idx="702">
                  <c:v>-0.8034927052134001</c:v>
                </c:pt>
                <c:pt idx="703">
                  <c:v>-0.74566672022209457</c:v>
                </c:pt>
                <c:pt idx="704">
                  <c:v>-0.61247447732972726</c:v>
                </c:pt>
                <c:pt idx="705">
                  <c:v>-0.50574322853893339</c:v>
                </c:pt>
                <c:pt idx="706">
                  <c:v>-0.39926004736918402</c:v>
                </c:pt>
                <c:pt idx="707">
                  <c:v>-0.30560801211835231</c:v>
                </c:pt>
                <c:pt idx="708">
                  <c:v>-0.28549968250389895</c:v>
                </c:pt>
                <c:pt idx="709">
                  <c:v>-0.20506536339233855</c:v>
                </c:pt>
                <c:pt idx="710">
                  <c:v>-8.5304016087429158E-2</c:v>
                </c:pt>
                <c:pt idx="711">
                  <c:v>-1.2936218861833843E-2</c:v>
                </c:pt>
                <c:pt idx="712">
                  <c:v>8.3546729012547227E-2</c:v>
                </c:pt>
                <c:pt idx="713">
                  <c:v>0.17960301561316341</c:v>
                </c:pt>
                <c:pt idx="714">
                  <c:v>0.22294380115866388</c:v>
                </c:pt>
                <c:pt idx="715">
                  <c:v>0.26900900077040962</c:v>
                </c:pt>
                <c:pt idx="716">
                  <c:v>0.33882486093366471</c:v>
                </c:pt>
                <c:pt idx="717">
                  <c:v>0.36644716185630272</c:v>
                </c:pt>
                <c:pt idx="718">
                  <c:v>0.42859478372926663</c:v>
                </c:pt>
                <c:pt idx="719">
                  <c:v>0.48788445539913494</c:v>
                </c:pt>
                <c:pt idx="720">
                  <c:v>0.56665289707769184</c:v>
                </c:pt>
                <c:pt idx="721">
                  <c:v>0.67007834114910469</c:v>
                </c:pt>
                <c:pt idx="722">
                  <c:v>0.82892657077449483</c:v>
                </c:pt>
                <c:pt idx="723">
                  <c:v>0.91080111163537247</c:v>
                </c:pt>
                <c:pt idx="724">
                  <c:v>0.96703093377081795</c:v>
                </c:pt>
                <c:pt idx="725">
                  <c:v>0.88834500046035092</c:v>
                </c:pt>
                <c:pt idx="726">
                  <c:v>0.84536468909634654</c:v>
                </c:pt>
                <c:pt idx="727">
                  <c:v>0.80575022681648534</c:v>
                </c:pt>
                <c:pt idx="728">
                  <c:v>0.8234749336838294</c:v>
                </c:pt>
                <c:pt idx="729">
                  <c:v>0.80062851372760147</c:v>
                </c:pt>
                <c:pt idx="730">
                  <c:v>0.74629565468893277</c:v>
                </c:pt>
                <c:pt idx="731">
                  <c:v>0.70576136166122649</c:v>
                </c:pt>
                <c:pt idx="732">
                  <c:v>0.63962080158831414</c:v>
                </c:pt>
                <c:pt idx="733">
                  <c:v>0.59410952567239617</c:v>
                </c:pt>
                <c:pt idx="734">
                  <c:v>0.52824135471393918</c:v>
                </c:pt>
                <c:pt idx="735">
                  <c:v>0.50094059642270494</c:v>
                </c:pt>
                <c:pt idx="736">
                  <c:v>0.48557907445576948</c:v>
                </c:pt>
                <c:pt idx="737">
                  <c:v>0.42344395815742292</c:v>
                </c:pt>
                <c:pt idx="738">
                  <c:v>0.36322354982242022</c:v>
                </c:pt>
                <c:pt idx="739">
                  <c:v>0.30653867006146129</c:v>
                </c:pt>
                <c:pt idx="740">
                  <c:v>0.28081399200512652</c:v>
                </c:pt>
                <c:pt idx="741">
                  <c:v>0.16768730752772465</c:v>
                </c:pt>
                <c:pt idx="742">
                  <c:v>7.0191616032387091E-2</c:v>
                </c:pt>
                <c:pt idx="743">
                  <c:v>-1.9120382985953293E-2</c:v>
                </c:pt>
                <c:pt idx="744">
                  <c:v>-6.616090593600045E-2</c:v>
                </c:pt>
                <c:pt idx="745">
                  <c:v>-0.1285658922934711</c:v>
                </c:pt>
                <c:pt idx="746">
                  <c:v>-0.10036516700479181</c:v>
                </c:pt>
                <c:pt idx="747">
                  <c:v>-0.12925877078619061</c:v>
                </c:pt>
                <c:pt idx="748">
                  <c:v>-0.16915685809607414</c:v>
                </c:pt>
                <c:pt idx="749">
                  <c:v>-0.22304627464532603</c:v>
                </c:pt>
                <c:pt idx="750">
                  <c:v>-0.24066619204416193</c:v>
                </c:pt>
                <c:pt idx="751">
                  <c:v>-0.24062516183627483</c:v>
                </c:pt>
                <c:pt idx="752">
                  <c:v>-0.26411615282415085</c:v>
                </c:pt>
                <c:pt idx="753">
                  <c:v>-0.23971189774661097</c:v>
                </c:pt>
                <c:pt idx="754">
                  <c:v>-0.19261252303535975</c:v>
                </c:pt>
                <c:pt idx="755">
                  <c:v>-0.17861167427192759</c:v>
                </c:pt>
                <c:pt idx="756">
                  <c:v>-0.13666696895627545</c:v>
                </c:pt>
                <c:pt idx="757">
                  <c:v>-0.1463853986071478</c:v>
                </c:pt>
                <c:pt idx="758">
                  <c:v>-0.12389197524169354</c:v>
                </c:pt>
                <c:pt idx="759">
                  <c:v>-9.0929058944816066E-2</c:v>
                </c:pt>
                <c:pt idx="760">
                  <c:v>-4.7750222557465444E-2</c:v>
                </c:pt>
                <c:pt idx="761">
                  <c:v>-3.525919453313324E-2</c:v>
                </c:pt>
                <c:pt idx="762">
                  <c:v>5.1249489232392071E-3</c:v>
                </c:pt>
                <c:pt idx="763">
                  <c:v>5.8123379339867401E-2</c:v>
                </c:pt>
                <c:pt idx="764">
                  <c:v>0.10606958443244381</c:v>
                </c:pt>
                <c:pt idx="765">
                  <c:v>0.14392242311198353</c:v>
                </c:pt>
                <c:pt idx="766">
                  <c:v>9.6211532161331229E-2</c:v>
                </c:pt>
                <c:pt idx="767">
                  <c:v>9.4289225968086671E-2</c:v>
                </c:pt>
                <c:pt idx="768">
                  <c:v>0.1618533395012996</c:v>
                </c:pt>
                <c:pt idx="769">
                  <c:v>0.22163725178927551</c:v>
                </c:pt>
                <c:pt idx="770">
                  <c:v>0.30634796169647166</c:v>
                </c:pt>
                <c:pt idx="771">
                  <c:v>0.38435970785161527</c:v>
                </c:pt>
                <c:pt idx="772">
                  <c:v>0.40923770270562532</c:v>
                </c:pt>
                <c:pt idx="773">
                  <c:v>0.46674741811320897</c:v>
                </c:pt>
                <c:pt idx="774">
                  <c:v>0.51929848453333061</c:v>
                </c:pt>
                <c:pt idx="775">
                  <c:v>0.42241124296466448</c:v>
                </c:pt>
                <c:pt idx="776">
                  <c:v>0.36932738318517211</c:v>
                </c:pt>
                <c:pt idx="777">
                  <c:v>0.31670321118417494</c:v>
                </c:pt>
                <c:pt idx="778">
                  <c:v>0.26150532856040432</c:v>
                </c:pt>
                <c:pt idx="779">
                  <c:v>0.24279899662559898</c:v>
                </c:pt>
                <c:pt idx="780">
                  <c:v>0.28095014900424092</c:v>
                </c:pt>
                <c:pt idx="781">
                  <c:v>0.307862509282681</c:v>
                </c:pt>
                <c:pt idx="782">
                  <c:v>0.28299113029698264</c:v>
                </c:pt>
                <c:pt idx="783">
                  <c:v>0.23066620152223533</c:v>
                </c:pt>
                <c:pt idx="784">
                  <c:v>9.915819838432198E-2</c:v>
                </c:pt>
                <c:pt idx="785">
                  <c:v>-7.7627622821958883E-2</c:v>
                </c:pt>
                <c:pt idx="786">
                  <c:v>-0.26627596842576856</c:v>
                </c:pt>
                <c:pt idx="787">
                  <c:v>-0.34351297485521931</c:v>
                </c:pt>
                <c:pt idx="788">
                  <c:v>-0.35427882988246973</c:v>
                </c:pt>
                <c:pt idx="789">
                  <c:v>-0.42297354288643429</c:v>
                </c:pt>
                <c:pt idx="790">
                  <c:v>-0.46763492458816214</c:v>
                </c:pt>
                <c:pt idx="791">
                  <c:v>-0.54835573326203513</c:v>
                </c:pt>
                <c:pt idx="792">
                  <c:v>-0.57373716970433353</c:v>
                </c:pt>
                <c:pt idx="793">
                  <c:v>-0.56566446667177728</c:v>
                </c:pt>
                <c:pt idx="794">
                  <c:v>-0.6118214259455943</c:v>
                </c:pt>
                <c:pt idx="795">
                  <c:v>-0.68107436000081401</c:v>
                </c:pt>
                <c:pt idx="796">
                  <c:v>-0.71690066787618634</c:v>
                </c:pt>
                <c:pt idx="797">
                  <c:v>-0.7310208924099757</c:v>
                </c:pt>
                <c:pt idx="798">
                  <c:v>-0.77282504874860403</c:v>
                </c:pt>
                <c:pt idx="799">
                  <c:v>-0.80597690141434308</c:v>
                </c:pt>
                <c:pt idx="800">
                  <c:v>-0.87741698728378403</c:v>
                </c:pt>
                <c:pt idx="801">
                  <c:v>-1.0311655294190227</c:v>
                </c:pt>
                <c:pt idx="802">
                  <c:v>-1.2438289973684833</c:v>
                </c:pt>
                <c:pt idx="803">
                  <c:v>-1.3478260226282539</c:v>
                </c:pt>
                <c:pt idx="804">
                  <c:v>-1.3985563406035368</c:v>
                </c:pt>
                <c:pt idx="805">
                  <c:v>-1.3440622481824429</c:v>
                </c:pt>
                <c:pt idx="806">
                  <c:v>-1.2920584599125871</c:v>
                </c:pt>
                <c:pt idx="807">
                  <c:v>-1.1703203392311503</c:v>
                </c:pt>
                <c:pt idx="808">
                  <c:v>-1.0458937516679729</c:v>
                </c:pt>
                <c:pt idx="809">
                  <c:v>-1.0405364572236877</c:v>
                </c:pt>
                <c:pt idx="810">
                  <c:v>-1.0431058542689522</c:v>
                </c:pt>
                <c:pt idx="811">
                  <c:v>-0.94252317696021393</c:v>
                </c:pt>
                <c:pt idx="812">
                  <c:v>-0.85663504147570213</c:v>
                </c:pt>
                <c:pt idx="813">
                  <c:v>-0.82701531760558611</c:v>
                </c:pt>
                <c:pt idx="814">
                  <c:v>-0.82234762870069467</c:v>
                </c:pt>
                <c:pt idx="815">
                  <c:v>-0.77684832024683526</c:v>
                </c:pt>
                <c:pt idx="816">
                  <c:v>-0.76664825215256316</c:v>
                </c:pt>
                <c:pt idx="817">
                  <c:v>-0.7298251730364067</c:v>
                </c:pt>
                <c:pt idx="818">
                  <c:v>-0.66906573171231476</c:v>
                </c:pt>
                <c:pt idx="819">
                  <c:v>-0.60961993588955288</c:v>
                </c:pt>
                <c:pt idx="820">
                  <c:v>-0.55313058940039295</c:v>
                </c:pt>
                <c:pt idx="821">
                  <c:v>-0.47454468537096972</c:v>
                </c:pt>
                <c:pt idx="822">
                  <c:v>-0.35801832925065807</c:v>
                </c:pt>
                <c:pt idx="823">
                  <c:v>-0.20918632647567034</c:v>
                </c:pt>
                <c:pt idx="824">
                  <c:v>-0.11308623462603393</c:v>
                </c:pt>
                <c:pt idx="825">
                  <c:v>-9.2694739841135007E-2</c:v>
                </c:pt>
                <c:pt idx="826">
                  <c:v>-8.8897977982733481E-2</c:v>
                </c:pt>
                <c:pt idx="827">
                  <c:v>-4.9783773293285434E-2</c:v>
                </c:pt>
                <c:pt idx="828">
                  <c:v>-4.5644268833660115E-2</c:v>
                </c:pt>
                <c:pt idx="829">
                  <c:v>-0.12115352610486868</c:v>
                </c:pt>
                <c:pt idx="830">
                  <c:v>-0.17735844152524538</c:v>
                </c:pt>
                <c:pt idx="831">
                  <c:v>-0.20764835911127827</c:v>
                </c:pt>
                <c:pt idx="832">
                  <c:v>-0.33598113112807054</c:v>
                </c:pt>
                <c:pt idx="833">
                  <c:v>-0.43181215100720372</c:v>
                </c:pt>
                <c:pt idx="834">
                  <c:v>-0.54367297103926759</c:v>
                </c:pt>
                <c:pt idx="835">
                  <c:v>-0.61574532944208382</c:v>
                </c:pt>
                <c:pt idx="836">
                  <c:v>-0.66752414780432712</c:v>
                </c:pt>
                <c:pt idx="837">
                  <c:v>-0.71637510150075956</c:v>
                </c:pt>
                <c:pt idx="838">
                  <c:v>-0.71354265651922422</c:v>
                </c:pt>
                <c:pt idx="839">
                  <c:v>-0.73510567838879248</c:v>
                </c:pt>
                <c:pt idx="840">
                  <c:v>-0.76483184059722775</c:v>
                </c:pt>
                <c:pt idx="841">
                  <c:v>-0.79809424096390702</c:v>
                </c:pt>
                <c:pt idx="842">
                  <c:v>-0.85225740629014779</c:v>
                </c:pt>
                <c:pt idx="843">
                  <c:v>-0.92294575713107951</c:v>
                </c:pt>
                <c:pt idx="844">
                  <c:v>-0.98205459433420905</c:v>
                </c:pt>
                <c:pt idx="845">
                  <c:v>-0.98672641336547073</c:v>
                </c:pt>
                <c:pt idx="846">
                  <c:v>-0.99980958487895388</c:v>
                </c:pt>
                <c:pt idx="847">
                  <c:v>-1.0253843296777676</c:v>
                </c:pt>
                <c:pt idx="848">
                  <c:v>-1.0484895142835682</c:v>
                </c:pt>
                <c:pt idx="849">
                  <c:v>-1.0944780980249313</c:v>
                </c:pt>
                <c:pt idx="850">
                  <c:v>-1.0606372490593969</c:v>
                </c:pt>
                <c:pt idx="851">
                  <c:v>-1.0675892795717232</c:v>
                </c:pt>
                <c:pt idx="852">
                  <c:v>-1.0593085812045038</c:v>
                </c:pt>
                <c:pt idx="853">
                  <c:v>-1.0343589436331513</c:v>
                </c:pt>
                <c:pt idx="854">
                  <c:v>-1.0146410908067802</c:v>
                </c:pt>
                <c:pt idx="855">
                  <c:v>-0.94824684660185499</c:v>
                </c:pt>
                <c:pt idx="856">
                  <c:v>-0.88057771426013376</c:v>
                </c:pt>
                <c:pt idx="857">
                  <c:v>-0.87741899785197364</c:v>
                </c:pt>
                <c:pt idx="858">
                  <c:v>-0.81861214596077669</c:v>
                </c:pt>
                <c:pt idx="859">
                  <c:v>-0.75057003843828407</c:v>
                </c:pt>
                <c:pt idx="860">
                  <c:v>-0.70066590533565321</c:v>
                </c:pt>
                <c:pt idx="861">
                  <c:v>-0.6638883680534966</c:v>
                </c:pt>
                <c:pt idx="862">
                  <c:v>-0.60612578736378586</c:v>
                </c:pt>
                <c:pt idx="863">
                  <c:v>-0.50269963866532286</c:v>
                </c:pt>
                <c:pt idx="864">
                  <c:v>-0.4596862882346861</c:v>
                </c:pt>
                <c:pt idx="865">
                  <c:v>-0.40372842356174593</c:v>
                </c:pt>
                <c:pt idx="866">
                  <c:v>-0.46515741380776165</c:v>
                </c:pt>
                <c:pt idx="867">
                  <c:v>-0.37993391951702149</c:v>
                </c:pt>
                <c:pt idx="868">
                  <c:v>-0.33933655429855519</c:v>
                </c:pt>
                <c:pt idx="869">
                  <c:v>-0.25973914785699914</c:v>
                </c:pt>
                <c:pt idx="870">
                  <c:v>-0.19378272491232501</c:v>
                </c:pt>
                <c:pt idx="871">
                  <c:v>-0.12159820473015533</c:v>
                </c:pt>
                <c:pt idx="872">
                  <c:v>-3.2274159352364037E-2</c:v>
                </c:pt>
                <c:pt idx="873">
                  <c:v>2.4591617131870164E-2</c:v>
                </c:pt>
                <c:pt idx="874">
                  <c:v>1.7462236590204083E-2</c:v>
                </c:pt>
                <c:pt idx="875">
                  <c:v>-5.9301576745415807E-2</c:v>
                </c:pt>
                <c:pt idx="876">
                  <c:v>-0.20402544200049522</c:v>
                </c:pt>
                <c:pt idx="877">
                  <c:v>-0.35687334305351404</c:v>
                </c:pt>
                <c:pt idx="878">
                  <c:v>-0.52406580128673164</c:v>
                </c:pt>
                <c:pt idx="879">
                  <c:v>-0.64940195752920504</c:v>
                </c:pt>
                <c:pt idx="880">
                  <c:v>-0.75173514326886026</c:v>
                </c:pt>
                <c:pt idx="881">
                  <c:v>-0.84905449231006569</c:v>
                </c:pt>
                <c:pt idx="882">
                  <c:v>-0.83715512318082308</c:v>
                </c:pt>
                <c:pt idx="883">
                  <c:v>-0.88753664182585534</c:v>
                </c:pt>
                <c:pt idx="884">
                  <c:v>-0.98893388472184995</c:v>
                </c:pt>
                <c:pt idx="885">
                  <c:v>-0.96857045791024643</c:v>
                </c:pt>
                <c:pt idx="886">
                  <c:v>-0.97400864334596404</c:v>
                </c:pt>
                <c:pt idx="887">
                  <c:v>-0.97766171605678909</c:v>
                </c:pt>
                <c:pt idx="888">
                  <c:v>-1.0660660020916322</c:v>
                </c:pt>
                <c:pt idx="889">
                  <c:v>-1.0340084549155315</c:v>
                </c:pt>
                <c:pt idx="890">
                  <c:v>-1.1213243639078649</c:v>
                </c:pt>
                <c:pt idx="891">
                  <c:v>-1.2228905209623482</c:v>
                </c:pt>
                <c:pt idx="892">
                  <c:v>-1.314937785398363</c:v>
                </c:pt>
                <c:pt idx="893">
                  <c:v>-1.3883408389742411</c:v>
                </c:pt>
                <c:pt idx="894">
                  <c:v>-1.4429003062035208</c:v>
                </c:pt>
                <c:pt idx="895">
                  <c:v>-1.390439791793233</c:v>
                </c:pt>
                <c:pt idx="896">
                  <c:v>-1.2493137806411547</c:v>
                </c:pt>
                <c:pt idx="897">
                  <c:v>-1.103741551133101</c:v>
                </c:pt>
                <c:pt idx="898">
                  <c:v>-0.92221527612090293</c:v>
                </c:pt>
                <c:pt idx="899">
                  <c:v>-0.70819868801826635</c:v>
                </c:pt>
                <c:pt idx="900">
                  <c:v>-0.51635282288866735</c:v>
                </c:pt>
                <c:pt idx="901">
                  <c:v>-0.41522845261247743</c:v>
                </c:pt>
                <c:pt idx="902">
                  <c:v>-0.36238917568601714</c:v>
                </c:pt>
                <c:pt idx="903">
                  <c:v>-0.35597259812498722</c:v>
                </c:pt>
                <c:pt idx="904">
                  <c:v>-0.2604962618993914</c:v>
                </c:pt>
                <c:pt idx="905">
                  <c:v>-0.14761798151583844</c:v>
                </c:pt>
                <c:pt idx="906">
                  <c:v>-9.2271061293101905E-2</c:v>
                </c:pt>
                <c:pt idx="907">
                  <c:v>-7.2319408018305345E-2</c:v>
                </c:pt>
                <c:pt idx="908">
                  <c:v>5.8988830528113975E-2</c:v>
                </c:pt>
                <c:pt idx="909">
                  <c:v>0.16503475981858512</c:v>
                </c:pt>
                <c:pt idx="910">
                  <c:v>0.14857662459724352</c:v>
                </c:pt>
                <c:pt idx="911">
                  <c:v>0.21563248877920685</c:v>
                </c:pt>
                <c:pt idx="912">
                  <c:v>0.37091091210957439</c:v>
                </c:pt>
                <c:pt idx="913">
                  <c:v>0.44274660851249054</c:v>
                </c:pt>
                <c:pt idx="914">
                  <c:v>0.43502784510701198</c:v>
                </c:pt>
                <c:pt idx="915">
                  <c:v>0.4630449533811582</c:v>
                </c:pt>
                <c:pt idx="916">
                  <c:v>0.38164891244605159</c:v>
                </c:pt>
                <c:pt idx="917">
                  <c:v>0.28400049730397553</c:v>
                </c:pt>
                <c:pt idx="918">
                  <c:v>0.19370949704412091</c:v>
                </c:pt>
                <c:pt idx="919">
                  <c:v>9.0525473660514097E-2</c:v>
                </c:pt>
                <c:pt idx="920">
                  <c:v>8.7204635734879615E-3</c:v>
                </c:pt>
                <c:pt idx="921">
                  <c:v>-0.13534130727288329</c:v>
                </c:pt>
                <c:pt idx="922">
                  <c:v>-0.2240394071722841</c:v>
                </c:pt>
                <c:pt idx="923">
                  <c:v>-0.25972126983033189</c:v>
                </c:pt>
                <c:pt idx="924">
                  <c:v>-0.2680004200674691</c:v>
                </c:pt>
                <c:pt idx="925">
                  <c:v>-0.3118827484819568</c:v>
                </c:pt>
                <c:pt idx="926">
                  <c:v>-0.35918800132789669</c:v>
                </c:pt>
                <c:pt idx="927">
                  <c:v>-0.38470121742913604</c:v>
                </c:pt>
                <c:pt idx="928">
                  <c:v>-0.40171661605203363</c:v>
                </c:pt>
                <c:pt idx="929">
                  <c:v>-0.4966475385111197</c:v>
                </c:pt>
                <c:pt idx="930">
                  <c:v>-0.58271995271160093</c:v>
                </c:pt>
                <c:pt idx="931">
                  <c:v>-0.62983514208070535</c:v>
                </c:pt>
                <c:pt idx="932">
                  <c:v>-0.67562006239802852</c:v>
                </c:pt>
                <c:pt idx="933">
                  <c:v>-0.77231195965022148</c:v>
                </c:pt>
                <c:pt idx="934">
                  <c:v>-0.84747659048145541</c:v>
                </c:pt>
                <c:pt idx="935">
                  <c:v>-0.84572339323120027</c:v>
                </c:pt>
                <c:pt idx="936">
                  <c:v>-0.85597681062879949</c:v>
                </c:pt>
                <c:pt idx="937">
                  <c:v>-0.81682464325656667</c:v>
                </c:pt>
                <c:pt idx="938">
                  <c:v>-0.7697313087199964</c:v>
                </c:pt>
                <c:pt idx="939">
                  <c:v>-0.71602044467138692</c:v>
                </c:pt>
                <c:pt idx="940">
                  <c:v>-0.70427715172351457</c:v>
                </c:pt>
                <c:pt idx="941">
                  <c:v>-0.62839512033064593</c:v>
                </c:pt>
                <c:pt idx="942">
                  <c:v>-0.52190941368667199</c:v>
                </c:pt>
                <c:pt idx="943">
                  <c:v>-0.43003464652394091</c:v>
                </c:pt>
                <c:pt idx="944">
                  <c:v>-0.3206775188327356</c:v>
                </c:pt>
                <c:pt idx="945">
                  <c:v>-0.26373692768335572</c:v>
                </c:pt>
                <c:pt idx="946">
                  <c:v>-0.19479824080557875</c:v>
                </c:pt>
                <c:pt idx="947">
                  <c:v>-0.10536067261517741</c:v>
                </c:pt>
                <c:pt idx="948">
                  <c:v>-4.6714652525271766E-2</c:v>
                </c:pt>
                <c:pt idx="949">
                  <c:v>5.813740643951091E-4</c:v>
                </c:pt>
                <c:pt idx="950">
                  <c:v>0.11408617008656229</c:v>
                </c:pt>
                <c:pt idx="951">
                  <c:v>0.18488103307291351</c:v>
                </c:pt>
                <c:pt idx="952">
                  <c:v>0.25144221858796417</c:v>
                </c:pt>
                <c:pt idx="953">
                  <c:v>0.24351761428040289</c:v>
                </c:pt>
                <c:pt idx="954">
                  <c:v>0.24661063212210482</c:v>
                </c:pt>
                <c:pt idx="955">
                  <c:v>0.27742656659171316</c:v>
                </c:pt>
                <c:pt idx="956">
                  <c:v>0.28329027298703841</c:v>
                </c:pt>
                <c:pt idx="957">
                  <c:v>0.30862139270260325</c:v>
                </c:pt>
                <c:pt idx="958">
                  <c:v>0.3518734224161093</c:v>
                </c:pt>
                <c:pt idx="959">
                  <c:v>0.38704444032318663</c:v>
                </c:pt>
                <c:pt idx="960">
                  <c:v>0.39317989418730265</c:v>
                </c:pt>
                <c:pt idx="961">
                  <c:v>0.29852111538608667</c:v>
                </c:pt>
                <c:pt idx="962">
                  <c:v>0.17457456182996997</c:v>
                </c:pt>
                <c:pt idx="963">
                  <c:v>0.13031332317215674</c:v>
                </c:pt>
                <c:pt idx="964">
                  <c:v>9.7263951880370236E-2</c:v>
                </c:pt>
                <c:pt idx="965">
                  <c:v>-3.8937306019335247E-2</c:v>
                </c:pt>
                <c:pt idx="966">
                  <c:v>-0.10002922142267469</c:v>
                </c:pt>
                <c:pt idx="967">
                  <c:v>-0.14361568555786064</c:v>
                </c:pt>
                <c:pt idx="968">
                  <c:v>-0.21947986446772699</c:v>
                </c:pt>
                <c:pt idx="969">
                  <c:v>-0.30993721411924896</c:v>
                </c:pt>
                <c:pt idx="970">
                  <c:v>-0.3796245013022515</c:v>
                </c:pt>
                <c:pt idx="971">
                  <c:v>-0.53844628209283474</c:v>
                </c:pt>
                <c:pt idx="972">
                  <c:v>-0.62476881414106988</c:v>
                </c:pt>
                <c:pt idx="973">
                  <c:v>-0.70289695941127661</c:v>
                </c:pt>
                <c:pt idx="974">
                  <c:v>-0.7816222856994911</c:v>
                </c:pt>
                <c:pt idx="975">
                  <c:v>-0.8369799028921262</c:v>
                </c:pt>
                <c:pt idx="976">
                  <c:v>-0.97679421334729688</c:v>
                </c:pt>
                <c:pt idx="977">
                  <c:v>-1.108944441022379</c:v>
                </c:pt>
                <c:pt idx="978">
                  <c:v>-1.2591821370101832</c:v>
                </c:pt>
                <c:pt idx="979">
                  <c:v>-1.4476257426154779</c:v>
                </c:pt>
                <c:pt idx="980">
                  <c:v>-1.6238601074352508</c:v>
                </c:pt>
                <c:pt idx="981">
                  <c:v>-1.7510218507264736</c:v>
                </c:pt>
                <c:pt idx="982">
                  <c:v>-1.8011854723610197</c:v>
                </c:pt>
                <c:pt idx="983">
                  <c:v>-1.8694562213020136</c:v>
                </c:pt>
                <c:pt idx="984">
                  <c:v>-2.0047825603959493</c:v>
                </c:pt>
                <c:pt idx="985">
                  <c:v>-2.1549780836381349</c:v>
                </c:pt>
                <c:pt idx="986">
                  <c:v>-2.1688301124747675</c:v>
                </c:pt>
                <c:pt idx="987">
                  <c:v>-2.2783825151989099</c:v>
                </c:pt>
                <c:pt idx="988">
                  <c:v>-2.3836892404453898</c:v>
                </c:pt>
                <c:pt idx="989">
                  <c:v>-2.451935648951979</c:v>
                </c:pt>
                <c:pt idx="990">
                  <c:v>-2.4894751261906798</c:v>
                </c:pt>
                <c:pt idx="991">
                  <c:v>-2.5597064451131826</c:v>
                </c:pt>
                <c:pt idx="992">
                  <c:v>-2.5033377856887569</c:v>
                </c:pt>
                <c:pt idx="993">
                  <c:v>-2.5630059385697246</c:v>
                </c:pt>
                <c:pt idx="994">
                  <c:v>-2.6256964609060716</c:v>
                </c:pt>
                <c:pt idx="995">
                  <c:v>-2.6000044085703284</c:v>
                </c:pt>
                <c:pt idx="996">
                  <c:v>-2.588246598516267</c:v>
                </c:pt>
                <c:pt idx="997">
                  <c:v>-2.4925898506260564</c:v>
                </c:pt>
                <c:pt idx="998">
                  <c:v>-2.3993008755947356</c:v>
                </c:pt>
                <c:pt idx="999">
                  <c:v>-2.33325411422984</c:v>
                </c:pt>
                <c:pt idx="1000">
                  <c:v>-2.1929830717250511</c:v>
                </c:pt>
                <c:pt idx="1001">
                  <c:v>-2.073708506979679</c:v>
                </c:pt>
                <c:pt idx="1002">
                  <c:v>-2.0150360804148546</c:v>
                </c:pt>
                <c:pt idx="1003">
                  <c:v>-1.9065512569333762</c:v>
                </c:pt>
                <c:pt idx="1004">
                  <c:v>-1.8521074952472161</c:v>
                </c:pt>
                <c:pt idx="1005">
                  <c:v>-1.8269557741556146</c:v>
                </c:pt>
                <c:pt idx="1006">
                  <c:v>-1.7500428453157268</c:v>
                </c:pt>
                <c:pt idx="1007">
                  <c:v>-1.641413438675563</c:v>
                </c:pt>
                <c:pt idx="1008">
                  <c:v>-1.5565464151630657</c:v>
                </c:pt>
                <c:pt idx="1009">
                  <c:v>-1.5193840798235685</c:v>
                </c:pt>
                <c:pt idx="1010">
                  <c:v>-1.4710071841217305</c:v>
                </c:pt>
                <c:pt idx="1011">
                  <c:v>-1.4410576710394607</c:v>
                </c:pt>
                <c:pt idx="1012">
                  <c:v>-1.3796843588780485</c:v>
                </c:pt>
                <c:pt idx="1013">
                  <c:v>-1.40021377429507</c:v>
                </c:pt>
                <c:pt idx="1014">
                  <c:v>-1.3072731904687798</c:v>
                </c:pt>
                <c:pt idx="1015">
                  <c:v>-1.2464103176919579</c:v>
                </c:pt>
                <c:pt idx="1016">
                  <c:v>-1.2008706409544672</c:v>
                </c:pt>
                <c:pt idx="1017">
                  <c:v>-1.1499413800455087</c:v>
                </c:pt>
                <c:pt idx="1018">
                  <c:v>-1.1479436595883754</c:v>
                </c:pt>
                <c:pt idx="1019">
                  <c:v>-1.1155669193998918</c:v>
                </c:pt>
                <c:pt idx="1020">
                  <c:v>-1.1199153746262662</c:v>
                </c:pt>
                <c:pt idx="1021">
                  <c:v>-1.1403673073471681</c:v>
                </c:pt>
                <c:pt idx="1022">
                  <c:v>-1.0615025292696658</c:v>
                </c:pt>
                <c:pt idx="1023">
                  <c:v>-1.0123342264408617</c:v>
                </c:pt>
                <c:pt idx="1024">
                  <c:v>-0.98728148074266597</c:v>
                </c:pt>
                <c:pt idx="1025">
                  <c:v>-0.85659538543960512</c:v>
                </c:pt>
                <c:pt idx="1026">
                  <c:v>-0.64647967086223246</c:v>
                </c:pt>
                <c:pt idx="1027">
                  <c:v>-0.52694033646202565</c:v>
                </c:pt>
                <c:pt idx="1028">
                  <c:v>-0.45419000422438693</c:v>
                </c:pt>
                <c:pt idx="1029">
                  <c:v>-0.4230773297159095</c:v>
                </c:pt>
                <c:pt idx="1030">
                  <c:v>-0.27694850921066866</c:v>
                </c:pt>
                <c:pt idx="1031">
                  <c:v>-0.11359077591617248</c:v>
                </c:pt>
                <c:pt idx="1032">
                  <c:v>-1.0926835224103131E-2</c:v>
                </c:pt>
                <c:pt idx="1033">
                  <c:v>0.12848818454476116</c:v>
                </c:pt>
                <c:pt idx="1034">
                  <c:v>0.1843033621743953</c:v>
                </c:pt>
                <c:pt idx="1035">
                  <c:v>0.23439616804249244</c:v>
                </c:pt>
                <c:pt idx="1036">
                  <c:v>0.34467693719034742</c:v>
                </c:pt>
                <c:pt idx="1037">
                  <c:v>0.46684318463915586</c:v>
                </c:pt>
                <c:pt idx="1038">
                  <c:v>0.55934066477795719</c:v>
                </c:pt>
                <c:pt idx="1039">
                  <c:v>0.68402815526210647</c:v>
                </c:pt>
                <c:pt idx="1040">
                  <c:v>0.70741620441199693</c:v>
                </c:pt>
                <c:pt idx="1041">
                  <c:v>0.75541111416817242</c:v>
                </c:pt>
                <c:pt idx="1042">
                  <c:v>0.76459564440654859</c:v>
                </c:pt>
                <c:pt idx="1043">
                  <c:v>0.71269306461812032</c:v>
                </c:pt>
                <c:pt idx="1044">
                  <c:v>0.75181973604769747</c:v>
                </c:pt>
                <c:pt idx="1045">
                  <c:v>0.85185937132524736</c:v>
                </c:pt>
                <c:pt idx="1046">
                  <c:v>0.83637658285271943</c:v>
                </c:pt>
                <c:pt idx="1047">
                  <c:v>0.69689638403139076</c:v>
                </c:pt>
                <c:pt idx="1048">
                  <c:v>0.5922955266140012</c:v>
                </c:pt>
                <c:pt idx="1049">
                  <c:v>0.46798054345686169</c:v>
                </c:pt>
                <c:pt idx="1050">
                  <c:v>0.40605692776587438</c:v>
                </c:pt>
                <c:pt idx="1051">
                  <c:v>0.24770672076834538</c:v>
                </c:pt>
                <c:pt idx="1052">
                  <c:v>8.9302789945236688E-2</c:v>
                </c:pt>
                <c:pt idx="1053">
                  <c:v>0.11799888562125849</c:v>
                </c:pt>
                <c:pt idx="1054">
                  <c:v>-9.8004813677599299E-3</c:v>
                </c:pt>
                <c:pt idx="1055">
                  <c:v>-4.1037544690983113E-2</c:v>
                </c:pt>
                <c:pt idx="1056">
                  <c:v>-7.7954480265775852E-2</c:v>
                </c:pt>
                <c:pt idx="1057">
                  <c:v>-0.11926862806376613</c:v>
                </c:pt>
                <c:pt idx="1058">
                  <c:v>-0.255281874257972</c:v>
                </c:pt>
                <c:pt idx="1059">
                  <c:v>-0.41310806341802497</c:v>
                </c:pt>
                <c:pt idx="1060">
                  <c:v>-0.53234518887436366</c:v>
                </c:pt>
                <c:pt idx="1061">
                  <c:v>-0.58107780033258138</c:v>
                </c:pt>
                <c:pt idx="1062">
                  <c:v>-0.66174309440863843</c:v>
                </c:pt>
                <c:pt idx="1063">
                  <c:v>-0.73373428846369448</c:v>
                </c:pt>
                <c:pt idx="1064">
                  <c:v>-0.80229726490972808</c:v>
                </c:pt>
                <c:pt idx="1065">
                  <c:v>-0.95098866776679147</c:v>
                </c:pt>
                <c:pt idx="1066">
                  <c:v>-1.1514323448292978</c:v>
                </c:pt>
                <c:pt idx="1067">
                  <c:v>-1.3000268432619351</c:v>
                </c:pt>
                <c:pt idx="1068">
                  <c:v>-1.318638730914907</c:v>
                </c:pt>
                <c:pt idx="1069">
                  <c:v>-1.3227843395497121</c:v>
                </c:pt>
                <c:pt idx="1070">
                  <c:v>-1.3159221221096566</c:v>
                </c:pt>
                <c:pt idx="1071">
                  <c:v>-1.2872197338149727</c:v>
                </c:pt>
                <c:pt idx="1072">
                  <c:v>-1.2401717609685778</c:v>
                </c:pt>
                <c:pt idx="1073">
                  <c:v>-1.1937030937250404</c:v>
                </c:pt>
                <c:pt idx="1074">
                  <c:v>-1.2179225082003993</c:v>
                </c:pt>
                <c:pt idx="1075">
                  <c:v>-1.0913124216885</c:v>
                </c:pt>
                <c:pt idx="1076">
                  <c:v>-1.0080928836423999</c:v>
                </c:pt>
                <c:pt idx="1077">
                  <c:v>-0.91074218336479007</c:v>
                </c:pt>
                <c:pt idx="1078">
                  <c:v>-0.82302183322174149</c:v>
                </c:pt>
                <c:pt idx="1079">
                  <c:v>-0.68659589669904619</c:v>
                </c:pt>
                <c:pt idx="1080">
                  <c:v>-0.50423945524988734</c:v>
                </c:pt>
                <c:pt idx="1081">
                  <c:v>-0.40142765183589352</c:v>
                </c:pt>
                <c:pt idx="1082">
                  <c:v>-0.26389276892557834</c:v>
                </c:pt>
                <c:pt idx="1083">
                  <c:v>-8.2916208217473156E-2</c:v>
                </c:pt>
                <c:pt idx="1084">
                  <c:v>0.11727299312648225</c:v>
                </c:pt>
                <c:pt idx="1085">
                  <c:v>0.26962071871357784</c:v>
                </c:pt>
                <c:pt idx="1086">
                  <c:v>0.44261268264453008</c:v>
                </c:pt>
                <c:pt idx="1087">
                  <c:v>0.5914257058003396</c:v>
                </c:pt>
                <c:pt idx="1088">
                  <c:v>0.78559997377998381</c:v>
                </c:pt>
                <c:pt idx="1089">
                  <c:v>0.94247241926117598</c:v>
                </c:pt>
                <c:pt idx="1090">
                  <c:v>1.1305256413186773</c:v>
                </c:pt>
                <c:pt idx="1091">
                  <c:v>1.2624750813799861</c:v>
                </c:pt>
                <c:pt idx="1092">
                  <c:v>1.3881921901299956</c:v>
                </c:pt>
                <c:pt idx="1093">
                  <c:v>1.5599444555386011</c:v>
                </c:pt>
                <c:pt idx="1094">
                  <c:v>1.6426335161638144</c:v>
                </c:pt>
                <c:pt idx="1095">
                  <c:v>1.6862994186308617</c:v>
                </c:pt>
                <c:pt idx="1096">
                  <c:v>1.7313296540221366</c:v>
                </c:pt>
                <c:pt idx="1097">
                  <c:v>1.8116344365213497</c:v>
                </c:pt>
                <c:pt idx="1098">
                  <c:v>1.8617286479276705</c:v>
                </c:pt>
                <c:pt idx="1099">
                  <c:v>1.9137590831531468</c:v>
                </c:pt>
                <c:pt idx="1100">
                  <c:v>1.9509603824722936</c:v>
                </c:pt>
                <c:pt idx="1101">
                  <c:v>1.9394629699281363</c:v>
                </c:pt>
                <c:pt idx="1102">
                  <c:v>1.949818168427687</c:v>
                </c:pt>
                <c:pt idx="1103">
                  <c:v>1.9618536506097661</c:v>
                </c:pt>
                <c:pt idx="1104">
                  <c:v>1.9925581370116983</c:v>
                </c:pt>
                <c:pt idx="1105">
                  <c:v>1.9690482320223248</c:v>
                </c:pt>
                <c:pt idx="1106">
                  <c:v>2.000970590099552</c:v>
                </c:pt>
                <c:pt idx="1107">
                  <c:v>2.084604388797402</c:v>
                </c:pt>
                <c:pt idx="1108">
                  <c:v>2.197004313040674</c:v>
                </c:pt>
                <c:pt idx="1109">
                  <c:v>2.1854658118095216</c:v>
                </c:pt>
                <c:pt idx="1110">
                  <c:v>2.1461197424690943</c:v>
                </c:pt>
                <c:pt idx="1111">
                  <c:v>2.0518117615522131</c:v>
                </c:pt>
                <c:pt idx="1112">
                  <c:v>2.0720640209179035</c:v>
                </c:pt>
                <c:pt idx="1113">
                  <c:v>2.143975911862579</c:v>
                </c:pt>
                <c:pt idx="1114">
                  <c:v>2.1416819611533393</c:v>
                </c:pt>
                <c:pt idx="1115">
                  <c:v>2.1777648245959211</c:v>
                </c:pt>
                <c:pt idx="1116">
                  <c:v>2.2295344124027077</c:v>
                </c:pt>
                <c:pt idx="1117">
                  <c:v>2.2527894405533821</c:v>
                </c:pt>
                <c:pt idx="1118">
                  <c:v>2.261356365447877</c:v>
                </c:pt>
                <c:pt idx="1119">
                  <c:v>2.2764501757897539</c:v>
                </c:pt>
                <c:pt idx="1120">
                  <c:v>2.2213197133527882</c:v>
                </c:pt>
                <c:pt idx="1121">
                  <c:v>2.2331888571670455</c:v>
                </c:pt>
                <c:pt idx="1122">
                  <c:v>2.2719024505582754</c:v>
                </c:pt>
                <c:pt idx="1123">
                  <c:v>2.2867088048274775</c:v>
                </c:pt>
                <c:pt idx="1124">
                  <c:v>2.2802671942508446</c:v>
                </c:pt>
                <c:pt idx="1125">
                  <c:v>2.2381763377168347</c:v>
                </c:pt>
                <c:pt idx="1126">
                  <c:v>2.2614159786631669</c:v>
                </c:pt>
                <c:pt idx="1127">
                  <c:v>2.2471661529509244</c:v>
                </c:pt>
                <c:pt idx="1128">
                  <c:v>2.292038957580222</c:v>
                </c:pt>
                <c:pt idx="1129">
                  <c:v>2.2880604958372288</c:v>
                </c:pt>
                <c:pt idx="1130">
                  <c:v>2.2845975165208108</c:v>
                </c:pt>
                <c:pt idx="1131">
                  <c:v>2.3299356089778596</c:v>
                </c:pt>
                <c:pt idx="1132">
                  <c:v>2.3139939496161883</c:v>
                </c:pt>
                <c:pt idx="1133">
                  <c:v>2.1905041128589051</c:v>
                </c:pt>
                <c:pt idx="1134">
                  <c:v>2.0392219841631785</c:v>
                </c:pt>
                <c:pt idx="1135">
                  <c:v>1.8634515494406416</c:v>
                </c:pt>
                <c:pt idx="1136">
                  <c:v>1.6884513888444488</c:v>
                </c:pt>
                <c:pt idx="1137">
                  <c:v>1.5245771323059876</c:v>
                </c:pt>
                <c:pt idx="1138">
                  <c:v>1.4338023212463495</c:v>
                </c:pt>
                <c:pt idx="1139">
                  <c:v>1.3054230207987951</c:v>
                </c:pt>
                <c:pt idx="1140">
                  <c:v>1.1547404879846834</c:v>
                </c:pt>
                <c:pt idx="1141">
                  <c:v>1.101044991711722</c:v>
                </c:pt>
                <c:pt idx="1142">
                  <c:v>1.0208383932779195</c:v>
                </c:pt>
                <c:pt idx="1143">
                  <c:v>0.91693257144240958</c:v>
                </c:pt>
                <c:pt idx="1144">
                  <c:v>0.88510127838603592</c:v>
                </c:pt>
                <c:pt idx="1145">
                  <c:v>0.82739987567816464</c:v>
                </c:pt>
                <c:pt idx="1146">
                  <c:v>0.78730792723056076</c:v>
                </c:pt>
                <c:pt idx="1147">
                  <c:v>0.69888108989325259</c:v>
                </c:pt>
                <c:pt idx="1148">
                  <c:v>0.62297334408945526</c:v>
                </c:pt>
                <c:pt idx="1149">
                  <c:v>0.44990599222276817</c:v>
                </c:pt>
                <c:pt idx="1150">
                  <c:v>0.3120152788633479</c:v>
                </c:pt>
                <c:pt idx="1151">
                  <c:v>0.25605826194210102</c:v>
                </c:pt>
                <c:pt idx="1152">
                  <c:v>0.13888965876887283</c:v>
                </c:pt>
                <c:pt idx="1153">
                  <c:v>3.1232996953728415E-2</c:v>
                </c:pt>
                <c:pt idx="1154">
                  <c:v>-1.4817532887864686E-2</c:v>
                </c:pt>
                <c:pt idx="1155">
                  <c:v>-0.12375426503455561</c:v>
                </c:pt>
                <c:pt idx="1156">
                  <c:v>-0.16698080498030127</c:v>
                </c:pt>
                <c:pt idx="1157">
                  <c:v>-0.18206838446903947</c:v>
                </c:pt>
                <c:pt idx="1158">
                  <c:v>-0.1785693308774785</c:v>
                </c:pt>
                <c:pt idx="1159">
                  <c:v>-0.23373036912564193</c:v>
                </c:pt>
                <c:pt idx="1160">
                  <c:v>-0.27444402397923567</c:v>
                </c:pt>
                <c:pt idx="1161">
                  <c:v>-0.3417739323680426</c:v>
                </c:pt>
                <c:pt idx="1162">
                  <c:v>-0.43788750316784469</c:v>
                </c:pt>
                <c:pt idx="1163">
                  <c:v>-0.54801655409551608</c:v>
                </c:pt>
                <c:pt idx="1164">
                  <c:v>-0.63421017420014258</c:v>
                </c:pt>
                <c:pt idx="1165">
                  <c:v>-0.70234919265467988</c:v>
                </c:pt>
                <c:pt idx="1166">
                  <c:v>-0.75746787393430992</c:v>
                </c:pt>
                <c:pt idx="1167">
                  <c:v>-0.77819180143309052</c:v>
                </c:pt>
                <c:pt idx="1168">
                  <c:v>-0.84380230574211146</c:v>
                </c:pt>
                <c:pt idx="1169">
                  <c:v>-0.89330512003465512</c:v>
                </c:pt>
                <c:pt idx="1170">
                  <c:v>-0.87583548520735455</c:v>
                </c:pt>
                <c:pt idx="1171">
                  <c:v>-0.9622598144653991</c:v>
                </c:pt>
                <c:pt idx="1172">
                  <c:v>-0.93788839806208213</c:v>
                </c:pt>
                <c:pt idx="1173">
                  <c:v>-0.94805938419785662</c:v>
                </c:pt>
                <c:pt idx="1174">
                  <c:v>-0.93939299147777644</c:v>
                </c:pt>
                <c:pt idx="1175">
                  <c:v>-0.97539578095258006</c:v>
                </c:pt>
                <c:pt idx="1176">
                  <c:v>-1.0363031326574859</c:v>
                </c:pt>
                <c:pt idx="1177">
                  <c:v>-1.0060328047464415</c:v>
                </c:pt>
                <c:pt idx="1178">
                  <c:v>-0.96809078605869459</c:v>
                </c:pt>
                <c:pt idx="1179">
                  <c:v>-0.97767072226970053</c:v>
                </c:pt>
                <c:pt idx="1180">
                  <c:v>-1.0105208226148725</c:v>
                </c:pt>
                <c:pt idx="1181">
                  <c:v>-1.0232246526403392</c:v>
                </c:pt>
                <c:pt idx="1182">
                  <c:v>-0.91932102306694241</c:v>
                </c:pt>
                <c:pt idx="1183">
                  <c:v>-0.85563184964545114</c:v>
                </c:pt>
                <c:pt idx="1184">
                  <c:v>-0.76745196611266442</c:v>
                </c:pt>
                <c:pt idx="1185">
                  <c:v>-0.68321948695852863</c:v>
                </c:pt>
                <c:pt idx="1186">
                  <c:v>-0.59523257833782084</c:v>
                </c:pt>
                <c:pt idx="1187">
                  <c:v>-0.49561658850260276</c:v>
                </c:pt>
                <c:pt idx="1188">
                  <c:v>-0.37489913865197588</c:v>
                </c:pt>
                <c:pt idx="1189">
                  <c:v>-0.18720101597703975</c:v>
                </c:pt>
                <c:pt idx="1190">
                  <c:v>-0.12023000534851935</c:v>
                </c:pt>
                <c:pt idx="1191">
                  <c:v>-7.9673038828000031E-2</c:v>
                </c:pt>
                <c:pt idx="1192">
                  <c:v>5.2219636123632299E-2</c:v>
                </c:pt>
                <c:pt idx="1193">
                  <c:v>7.0845693106856955E-2</c:v>
                </c:pt>
                <c:pt idx="1194">
                  <c:v>6.3697924771520406E-2</c:v>
                </c:pt>
                <c:pt idx="1195">
                  <c:v>0.10146342263717023</c:v>
                </c:pt>
                <c:pt idx="1196">
                  <c:v>0.12236873247088702</c:v>
                </c:pt>
                <c:pt idx="1197">
                  <c:v>0.24279859496749187</c:v>
                </c:pt>
                <c:pt idx="1198">
                  <c:v>0.26364660032116072</c:v>
                </c:pt>
                <c:pt idx="1199">
                  <c:v>0.25014405471320489</c:v>
                </c:pt>
                <c:pt idx="1200">
                  <c:v>0.24015633306493039</c:v>
                </c:pt>
                <c:pt idx="1201">
                  <c:v>0.27708413617756295</c:v>
                </c:pt>
                <c:pt idx="1202">
                  <c:v>0.3518246474490907</c:v>
                </c:pt>
                <c:pt idx="1203">
                  <c:v>0.35854167706850359</c:v>
                </c:pt>
                <c:pt idx="1204">
                  <c:v>0.41291323366741806</c:v>
                </c:pt>
                <c:pt idx="1205">
                  <c:v>0.40588693776763662</c:v>
                </c:pt>
                <c:pt idx="1206">
                  <c:v>0.43512154948142834</c:v>
                </c:pt>
                <c:pt idx="1207">
                  <c:v>0.32570300090085558</c:v>
                </c:pt>
                <c:pt idx="1208">
                  <c:v>0.22802967882876662</c:v>
                </c:pt>
                <c:pt idx="1209">
                  <c:v>0.12692037157537819</c:v>
                </c:pt>
                <c:pt idx="1210">
                  <c:v>3.1063630645288998E-2</c:v>
                </c:pt>
                <c:pt idx="1211">
                  <c:v>1.6204213476429651E-2</c:v>
                </c:pt>
                <c:pt idx="1212">
                  <c:v>6.2346327205561027E-2</c:v>
                </c:pt>
                <c:pt idx="1213">
                  <c:v>0.12874140368149645</c:v>
                </c:pt>
                <c:pt idx="1214">
                  <c:v>0.12865762516194001</c:v>
                </c:pt>
                <c:pt idx="1215">
                  <c:v>0.16765655051855655</c:v>
                </c:pt>
                <c:pt idx="1216">
                  <c:v>0.19960204933039885</c:v>
                </c:pt>
                <c:pt idx="1217">
                  <c:v>0.23398232093881419</c:v>
                </c:pt>
                <c:pt idx="1218">
                  <c:v>0.319096398413869</c:v>
                </c:pt>
                <c:pt idx="1219">
                  <c:v>0.45534914661028308</c:v>
                </c:pt>
                <c:pt idx="1220">
                  <c:v>0.48322967767361324</c:v>
                </c:pt>
                <c:pt idx="1221">
                  <c:v>0.50533971807107347</c:v>
                </c:pt>
                <c:pt idx="1222">
                  <c:v>0.52857224904718181</c:v>
                </c:pt>
                <c:pt idx="1223">
                  <c:v>0.49479416422572647</c:v>
                </c:pt>
                <c:pt idx="1224">
                  <c:v>0.45407616144510915</c:v>
                </c:pt>
                <c:pt idx="1225">
                  <c:v>0.36851105266218215</c:v>
                </c:pt>
                <c:pt idx="1226">
                  <c:v>0.35957338189718202</c:v>
                </c:pt>
                <c:pt idx="1227">
                  <c:v>0.31582648871908126</c:v>
                </c:pt>
                <c:pt idx="1228">
                  <c:v>0.36029190198563577</c:v>
                </c:pt>
                <c:pt idx="1229">
                  <c:v>0.39355269425478612</c:v>
                </c:pt>
                <c:pt idx="1230">
                  <c:v>0.39898650125858226</c:v>
                </c:pt>
                <c:pt idx="1231">
                  <c:v>0.37061359664331106</c:v>
                </c:pt>
                <c:pt idx="1232">
                  <c:v>0.33797812603926641</c:v>
                </c:pt>
                <c:pt idx="1233">
                  <c:v>0.29893889096412207</c:v>
                </c:pt>
                <c:pt idx="1234">
                  <c:v>0.2156228579405573</c:v>
                </c:pt>
                <c:pt idx="1235">
                  <c:v>0.22516876739909503</c:v>
                </c:pt>
                <c:pt idx="1236">
                  <c:v>0.32284560567935616</c:v>
                </c:pt>
                <c:pt idx="1237">
                  <c:v>0.39059699300817258</c:v>
                </c:pt>
                <c:pt idx="1238">
                  <c:v>0.49706906103342524</c:v>
                </c:pt>
                <c:pt idx="1239">
                  <c:v>0.50234127066717449</c:v>
                </c:pt>
                <c:pt idx="1240">
                  <c:v>0.46595460541448203</c:v>
                </c:pt>
                <c:pt idx="1241">
                  <c:v>0.53339651856070225</c:v>
                </c:pt>
                <c:pt idx="1242">
                  <c:v>0.58546261600652549</c:v>
                </c:pt>
                <c:pt idx="1243">
                  <c:v>0.60921641473053378</c:v>
                </c:pt>
                <c:pt idx="1244">
                  <c:v>0.64873511789045757</c:v>
                </c:pt>
                <c:pt idx="1245">
                  <c:v>0.73026789509546852</c:v>
                </c:pt>
                <c:pt idx="1246">
                  <c:v>0.87906571505802422</c:v>
                </c:pt>
                <c:pt idx="1247">
                  <c:v>0.91657720332419823</c:v>
                </c:pt>
                <c:pt idx="1248">
                  <c:v>1.0316781011847183</c:v>
                </c:pt>
                <c:pt idx="1249">
                  <c:v>1.1201363018263948</c:v>
                </c:pt>
                <c:pt idx="1250">
                  <c:v>1.1438089498671116</c:v>
                </c:pt>
                <c:pt idx="1251">
                  <c:v>1.1522615521694437</c:v>
                </c:pt>
                <c:pt idx="1252">
                  <c:v>1.185082085347813</c:v>
                </c:pt>
                <c:pt idx="1253">
                  <c:v>1.2435569414657306</c:v>
                </c:pt>
                <c:pt idx="1254">
                  <c:v>1.2070194470984488</c:v>
                </c:pt>
                <c:pt idx="1255">
                  <c:v>1.203570958306956</c:v>
                </c:pt>
                <c:pt idx="1256">
                  <c:v>1.1829225336825011</c:v>
                </c:pt>
                <c:pt idx="1257">
                  <c:v>1.1087437529383248</c:v>
                </c:pt>
                <c:pt idx="1258">
                  <c:v>1.0413249669100912</c:v>
                </c:pt>
                <c:pt idx="1259">
                  <c:v>0.91142631692093268</c:v>
                </c:pt>
                <c:pt idx="1260">
                  <c:v>0.84968703295436232</c:v>
                </c:pt>
                <c:pt idx="1261">
                  <c:v>0.81102498389869004</c:v>
                </c:pt>
                <c:pt idx="1262">
                  <c:v>0.76566823710698451</c:v>
                </c:pt>
                <c:pt idx="1263">
                  <c:v>0.73782428306502279</c:v>
                </c:pt>
                <c:pt idx="1264">
                  <c:v>0.70488312423680366</c:v>
                </c:pt>
                <c:pt idx="1265">
                  <c:v>0.64967718794470364</c:v>
                </c:pt>
                <c:pt idx="1266">
                  <c:v>0.61211608320930966</c:v>
                </c:pt>
                <c:pt idx="1267">
                  <c:v>0.50731686130793829</c:v>
                </c:pt>
                <c:pt idx="1268">
                  <c:v>0.45766595545981698</c:v>
                </c:pt>
                <c:pt idx="1269">
                  <c:v>0.34420408466074459</c:v>
                </c:pt>
                <c:pt idx="1270">
                  <c:v>0.2580215264212018</c:v>
                </c:pt>
                <c:pt idx="1271">
                  <c:v>0.22888173938567577</c:v>
                </c:pt>
                <c:pt idx="1272">
                  <c:v>0.19528012534397668</c:v>
                </c:pt>
                <c:pt idx="1273">
                  <c:v>0.16609389160662669</c:v>
                </c:pt>
                <c:pt idx="1274">
                  <c:v>9.1089648439759988E-2</c:v>
                </c:pt>
                <c:pt idx="1275">
                  <c:v>9.1931753262714841E-2</c:v>
                </c:pt>
                <c:pt idx="1276">
                  <c:v>7.0351115094320987E-2</c:v>
                </c:pt>
                <c:pt idx="1277">
                  <c:v>2.6270185115813111E-5</c:v>
                </c:pt>
                <c:pt idx="1278">
                  <c:v>-6.5573346586831824E-2</c:v>
                </c:pt>
                <c:pt idx="1279">
                  <c:v>-0.11863243362989613</c:v>
                </c:pt>
                <c:pt idx="1280">
                  <c:v>-0.1206525344761122</c:v>
                </c:pt>
                <c:pt idx="1281">
                  <c:v>-0.14538751797848951</c:v>
                </c:pt>
                <c:pt idx="1282">
                  <c:v>-0.2473125856232733</c:v>
                </c:pt>
                <c:pt idx="1283">
                  <c:v>-0.23945975224790181</c:v>
                </c:pt>
                <c:pt idx="1284">
                  <c:v>-0.21155948391003873</c:v>
                </c:pt>
                <c:pt idx="1285">
                  <c:v>-0.17617629517064617</c:v>
                </c:pt>
                <c:pt idx="1286">
                  <c:v>-0.12831331748405131</c:v>
                </c:pt>
                <c:pt idx="1287">
                  <c:v>-0.14158873180635029</c:v>
                </c:pt>
                <c:pt idx="1288">
                  <c:v>-0.12159921701883696</c:v>
                </c:pt>
                <c:pt idx="1289">
                  <c:v>-5.8526533587467705E-2</c:v>
                </c:pt>
                <c:pt idx="1290">
                  <c:v>-4.7139270038646375E-2</c:v>
                </c:pt>
                <c:pt idx="1291">
                  <c:v>-2.3481854863248584E-2</c:v>
                </c:pt>
                <c:pt idx="1292">
                  <c:v>1.3672019548312044E-2</c:v>
                </c:pt>
                <c:pt idx="1293">
                  <c:v>0.1019179268826084</c:v>
                </c:pt>
                <c:pt idx="1294">
                  <c:v>0.14141884215184647</c:v>
                </c:pt>
                <c:pt idx="1295">
                  <c:v>0.20119575685162039</c:v>
                </c:pt>
                <c:pt idx="1296">
                  <c:v>0.20998531091122591</c:v>
                </c:pt>
                <c:pt idx="1297">
                  <c:v>0.24594218309853985</c:v>
                </c:pt>
                <c:pt idx="1298">
                  <c:v>0.30414147566525607</c:v>
                </c:pt>
                <c:pt idx="1299">
                  <c:v>0.34376039345672393</c:v>
                </c:pt>
                <c:pt idx="1300">
                  <c:v>0.42371362395709466</c:v>
                </c:pt>
                <c:pt idx="1301">
                  <c:v>0.45021495981957815</c:v>
                </c:pt>
                <c:pt idx="1302">
                  <c:v>0.42591339030941011</c:v>
                </c:pt>
                <c:pt idx="1303">
                  <c:v>0.5398715185617472</c:v>
                </c:pt>
                <c:pt idx="1304">
                  <c:v>0.51407079047925119</c:v>
                </c:pt>
                <c:pt idx="1305">
                  <c:v>0.52912891258350225</c:v>
                </c:pt>
                <c:pt idx="1306">
                  <c:v>0.55823606898423417</c:v>
                </c:pt>
                <c:pt idx="1307">
                  <c:v>0.5527850003344662</c:v>
                </c:pt>
                <c:pt idx="1308">
                  <c:v>0.54426609969746587</c:v>
                </c:pt>
                <c:pt idx="1309">
                  <c:v>0.55387704229526369</c:v>
                </c:pt>
                <c:pt idx="1310">
                  <c:v>0.53028765655584331</c:v>
                </c:pt>
                <c:pt idx="1311">
                  <c:v>0.54555934551666363</c:v>
                </c:pt>
                <c:pt idx="1312">
                  <c:v>0.53903787658608726</c:v>
                </c:pt>
                <c:pt idx="1313">
                  <c:v>0.51849617697226869</c:v>
                </c:pt>
                <c:pt idx="1314">
                  <c:v>0.49654775570658694</c:v>
                </c:pt>
                <c:pt idx="1315">
                  <c:v>0.49690223736349315</c:v>
                </c:pt>
                <c:pt idx="1316">
                  <c:v>0.48129361159152545</c:v>
                </c:pt>
                <c:pt idx="1317">
                  <c:v>0.45304150886395456</c:v>
                </c:pt>
                <c:pt idx="1318">
                  <c:v>0.42808935783600921</c:v>
                </c:pt>
                <c:pt idx="1319">
                  <c:v>0.42206441615209511</c:v>
                </c:pt>
                <c:pt idx="1320">
                  <c:v>0.41100301329481803</c:v>
                </c:pt>
                <c:pt idx="1321">
                  <c:v>0.40095852656959752</c:v>
                </c:pt>
                <c:pt idx="1322">
                  <c:v>0.44914549852538976</c:v>
                </c:pt>
                <c:pt idx="1323">
                  <c:v>0.48141249849239831</c:v>
                </c:pt>
                <c:pt idx="1324">
                  <c:v>0.4372489888542308</c:v>
                </c:pt>
                <c:pt idx="1325">
                  <c:v>0.42732491439207815</c:v>
                </c:pt>
                <c:pt idx="1326">
                  <c:v>0.33480236768113791</c:v>
                </c:pt>
                <c:pt idx="1327">
                  <c:v>0.24042264971866772</c:v>
                </c:pt>
                <c:pt idx="1328">
                  <c:v>0.17052626679696087</c:v>
                </c:pt>
                <c:pt idx="1329">
                  <c:v>0.18129773748749811</c:v>
                </c:pt>
                <c:pt idx="1330">
                  <c:v>0.21897952558105169</c:v>
                </c:pt>
                <c:pt idx="1331">
                  <c:v>0.16504338905110363</c:v>
                </c:pt>
                <c:pt idx="1332">
                  <c:v>0.12770880355714226</c:v>
                </c:pt>
                <c:pt idx="1333">
                  <c:v>5.9935573018963614E-2</c:v>
                </c:pt>
                <c:pt idx="1334">
                  <c:v>4.2905799098583948E-2</c:v>
                </c:pt>
                <c:pt idx="1335">
                  <c:v>-4.6945081334459418E-2</c:v>
                </c:pt>
                <c:pt idx="1336">
                  <c:v>-0.14065561465834228</c:v>
                </c:pt>
                <c:pt idx="1337">
                  <c:v>-0.21018208370439284</c:v>
                </c:pt>
                <c:pt idx="1338">
                  <c:v>-0.21814473163743961</c:v>
                </c:pt>
                <c:pt idx="1339">
                  <c:v>-0.27070437521474733</c:v>
                </c:pt>
                <c:pt idx="1340">
                  <c:v>-0.30683124216766594</c:v>
                </c:pt>
                <c:pt idx="1341">
                  <c:v>-0.36687764307668325</c:v>
                </c:pt>
                <c:pt idx="1342">
                  <c:v>-0.47579777959075564</c:v>
                </c:pt>
                <c:pt idx="1343">
                  <c:v>-0.54465891104761055</c:v>
                </c:pt>
                <c:pt idx="1344">
                  <c:v>-0.60445848347534359</c:v>
                </c:pt>
                <c:pt idx="1345">
                  <c:v>-0.69002117261331264</c:v>
                </c:pt>
                <c:pt idx="1346">
                  <c:v>-0.76604597940859165</c:v>
                </c:pt>
                <c:pt idx="1347">
                  <c:v>-0.75424946150894967</c:v>
                </c:pt>
                <c:pt idx="1348">
                  <c:v>-0.76067601153958386</c:v>
                </c:pt>
                <c:pt idx="1349">
                  <c:v>-0.74300171825051531</c:v>
                </c:pt>
                <c:pt idx="1350">
                  <c:v>-0.82484350704516451</c:v>
                </c:pt>
                <c:pt idx="1351">
                  <c:v>-0.92114667511692927</c:v>
                </c:pt>
                <c:pt idx="1352">
                  <c:v>-0.90044269827905465</c:v>
                </c:pt>
                <c:pt idx="1353">
                  <c:v>-0.85033714730355758</c:v>
                </c:pt>
                <c:pt idx="1354">
                  <c:v>-0.82119217951380885</c:v>
                </c:pt>
                <c:pt idx="1355">
                  <c:v>-0.87482606664362705</c:v>
                </c:pt>
                <c:pt idx="1356">
                  <c:v>-0.86293884303833579</c:v>
                </c:pt>
                <c:pt idx="1357">
                  <c:v>-0.8100199880006298</c:v>
                </c:pt>
                <c:pt idx="1358">
                  <c:v>-0.71274377204564188</c:v>
                </c:pt>
                <c:pt idx="1359">
                  <c:v>-0.62408368103191914</c:v>
                </c:pt>
                <c:pt idx="1360">
                  <c:v>-0.59199515844562356</c:v>
                </c:pt>
                <c:pt idx="1361">
                  <c:v>-0.55906944068712239</c:v>
                </c:pt>
                <c:pt idx="1362">
                  <c:v>-0.50053206046944299</c:v>
                </c:pt>
                <c:pt idx="1363">
                  <c:v>-0.42298636457195415</c:v>
                </c:pt>
                <c:pt idx="1364">
                  <c:v>-0.35571863781248569</c:v>
                </c:pt>
                <c:pt idx="1365">
                  <c:v>-0.28650704628483864</c:v>
                </c:pt>
                <c:pt idx="1366">
                  <c:v>-0.25026464900545914</c:v>
                </c:pt>
                <c:pt idx="1367">
                  <c:v>-0.15561180854921716</c:v>
                </c:pt>
                <c:pt idx="1368">
                  <c:v>-9.3262467048844971E-2</c:v>
                </c:pt>
                <c:pt idx="1369">
                  <c:v>-3.8254136009415643E-2</c:v>
                </c:pt>
                <c:pt idx="1370">
                  <c:v>3.9730232132732669E-2</c:v>
                </c:pt>
                <c:pt idx="1371">
                  <c:v>0.11822882008684647</c:v>
                </c:pt>
                <c:pt idx="1372">
                  <c:v>0.13748902637916541</c:v>
                </c:pt>
                <c:pt idx="1373">
                  <c:v>0.14308378440133104</c:v>
                </c:pt>
                <c:pt idx="1374">
                  <c:v>0.15545949975377979</c:v>
                </c:pt>
                <c:pt idx="1375">
                  <c:v>0.12983076980233177</c:v>
                </c:pt>
                <c:pt idx="1376">
                  <c:v>0.16484744785646918</c:v>
                </c:pt>
                <c:pt idx="1377">
                  <c:v>0.24872500939541781</c:v>
                </c:pt>
                <c:pt idx="1378">
                  <c:v>0.29592542830975949</c:v>
                </c:pt>
                <c:pt idx="1379">
                  <c:v>0.28800506062677877</c:v>
                </c:pt>
                <c:pt idx="1380">
                  <c:v>0.24978612343552437</c:v>
                </c:pt>
                <c:pt idx="1381">
                  <c:v>0.25859053858642606</c:v>
                </c:pt>
                <c:pt idx="1382">
                  <c:v>0.29168153540790326</c:v>
                </c:pt>
                <c:pt idx="1383">
                  <c:v>0.31676259045657218</c:v>
                </c:pt>
                <c:pt idx="1384">
                  <c:v>0.31975128989022483</c:v>
                </c:pt>
                <c:pt idx="1385">
                  <c:v>0.33009446804336534</c:v>
                </c:pt>
                <c:pt idx="1386">
                  <c:v>0.31904782579666574</c:v>
                </c:pt>
                <c:pt idx="1387">
                  <c:v>0.35781846761550756</c:v>
                </c:pt>
                <c:pt idx="1388">
                  <c:v>0.3443193589254514</c:v>
                </c:pt>
                <c:pt idx="1389">
                  <c:v>0.36677912397173762</c:v>
                </c:pt>
                <c:pt idx="1390">
                  <c:v>0.43738817020674708</c:v>
                </c:pt>
                <c:pt idx="1391">
                  <c:v>0.48897473957735399</c:v>
                </c:pt>
                <c:pt idx="1392">
                  <c:v>0.5351660347485957</c:v>
                </c:pt>
                <c:pt idx="1393">
                  <c:v>0.60755701225348979</c:v>
                </c:pt>
                <c:pt idx="1394">
                  <c:v>0.70891156556129808</c:v>
                </c:pt>
                <c:pt idx="1395">
                  <c:v>0.75447007350298623</c:v>
                </c:pt>
                <c:pt idx="1396">
                  <c:v>0.86121091449079457</c:v>
                </c:pt>
                <c:pt idx="1397">
                  <c:v>0.90195525804739396</c:v>
                </c:pt>
                <c:pt idx="1398">
                  <c:v>0.85482550326812801</c:v>
                </c:pt>
                <c:pt idx="1399">
                  <c:v>0.81863595189573257</c:v>
                </c:pt>
                <c:pt idx="1400">
                  <c:v>0.80385309105398495</c:v>
                </c:pt>
                <c:pt idx="1401">
                  <c:v>0.8207579714611386</c:v>
                </c:pt>
                <c:pt idx="1402">
                  <c:v>0.90682296482052493</c:v>
                </c:pt>
                <c:pt idx="1403">
                  <c:v>0.94818991529016317</c:v>
                </c:pt>
                <c:pt idx="1404">
                  <c:v>1.0766593388590513</c:v>
                </c:pt>
                <c:pt idx="1405">
                  <c:v>1.216836928261591</c:v>
                </c:pt>
                <c:pt idx="1406">
                  <c:v>1.2733379810450758</c:v>
                </c:pt>
                <c:pt idx="1407">
                  <c:v>1.3974404652545185</c:v>
                </c:pt>
                <c:pt idx="1408">
                  <c:v>1.4437176069326922</c:v>
                </c:pt>
                <c:pt idx="1409">
                  <c:v>1.4806962542239097</c:v>
                </c:pt>
                <c:pt idx="1410">
                  <c:v>1.4768095611041154</c:v>
                </c:pt>
                <c:pt idx="1411">
                  <c:v>1.417507211595205</c:v>
                </c:pt>
                <c:pt idx="1412">
                  <c:v>1.4145707512659524</c:v>
                </c:pt>
                <c:pt idx="1413">
                  <c:v>1.4221528622223736</c:v>
                </c:pt>
                <c:pt idx="1414">
                  <c:v>1.4348803631607621</c:v>
                </c:pt>
                <c:pt idx="1415">
                  <c:v>1.4199929966688731</c:v>
                </c:pt>
                <c:pt idx="1416">
                  <c:v>1.4580813958709884</c:v>
                </c:pt>
                <c:pt idx="1417">
                  <c:v>1.4799640483937129</c:v>
                </c:pt>
                <c:pt idx="1418">
                  <c:v>1.5170588421796611</c:v>
                </c:pt>
                <c:pt idx="1419">
                  <c:v>1.5797852009243873</c:v>
                </c:pt>
                <c:pt idx="1420">
                  <c:v>1.6688543758592926</c:v>
                </c:pt>
                <c:pt idx="1421">
                  <c:v>1.7412134027853092</c:v>
                </c:pt>
                <c:pt idx="1422">
                  <c:v>1.7945099667935458</c:v>
                </c:pt>
                <c:pt idx="1423">
                  <c:v>1.7873847263119562</c:v>
                </c:pt>
                <c:pt idx="1424">
                  <c:v>1.7033409259726779</c:v>
                </c:pt>
                <c:pt idx="1425">
                  <c:v>1.619589475512019</c:v>
                </c:pt>
                <c:pt idx="1426">
                  <c:v>1.549316814392433</c:v>
                </c:pt>
                <c:pt idx="1427">
                  <c:v>1.5049534792159336</c:v>
                </c:pt>
                <c:pt idx="1428">
                  <c:v>1.4635301345228979</c:v>
                </c:pt>
                <c:pt idx="1429">
                  <c:v>1.4697210405765733</c:v>
                </c:pt>
                <c:pt idx="1430">
                  <c:v>1.5377278040035551</c:v>
                </c:pt>
                <c:pt idx="1431">
                  <c:v>1.5005515323731613</c:v>
                </c:pt>
                <c:pt idx="1432">
                  <c:v>1.5202180895699438</c:v>
                </c:pt>
                <c:pt idx="1433">
                  <c:v>1.508291126637022</c:v>
                </c:pt>
                <c:pt idx="1434">
                  <c:v>1.4804911985417377</c:v>
                </c:pt>
                <c:pt idx="1435">
                  <c:v>1.510741764228446</c:v>
                </c:pt>
                <c:pt idx="1436">
                  <c:v>1.5330248610324693</c:v>
                </c:pt>
                <c:pt idx="1437">
                  <c:v>1.4929244830653055</c:v>
                </c:pt>
                <c:pt idx="1438">
                  <c:v>1.4907652044917594</c:v>
                </c:pt>
                <c:pt idx="1439">
                  <c:v>1.5796933554014514</c:v>
                </c:pt>
                <c:pt idx="1440">
                  <c:v>1.5408371231257243</c:v>
                </c:pt>
                <c:pt idx="1441">
                  <c:v>1.475098232434805</c:v>
                </c:pt>
                <c:pt idx="1442">
                  <c:v>1.3569126787961916</c:v>
                </c:pt>
                <c:pt idx="1443">
                  <c:v>1.2280199497402597</c:v>
                </c:pt>
                <c:pt idx="1444">
                  <c:v>1.2010994081170978</c:v>
                </c:pt>
                <c:pt idx="1445">
                  <c:v>1.1743598384903218</c:v>
                </c:pt>
                <c:pt idx="1446">
                  <c:v>1.0922569525494665</c:v>
                </c:pt>
                <c:pt idx="1447">
                  <c:v>1.041900889305732</c:v>
                </c:pt>
                <c:pt idx="1448">
                  <c:v>0.9781148307483698</c:v>
                </c:pt>
                <c:pt idx="1449">
                  <c:v>0.9321814198929097</c:v>
                </c:pt>
                <c:pt idx="1450">
                  <c:v>0.8987302432698886</c:v>
                </c:pt>
                <c:pt idx="1451">
                  <c:v>0.75146118332987921</c:v>
                </c:pt>
                <c:pt idx="1452">
                  <c:v>0.7014887050557308</c:v>
                </c:pt>
                <c:pt idx="1453">
                  <c:v>0.58954492010297443</c:v>
                </c:pt>
                <c:pt idx="1454">
                  <c:v>0.48068173881733706</c:v>
                </c:pt>
                <c:pt idx="1455">
                  <c:v>0.37417972215187117</c:v>
                </c:pt>
                <c:pt idx="1456">
                  <c:v>0.13960677339423769</c:v>
                </c:pt>
                <c:pt idx="1457">
                  <c:v>-0.13286176901337629</c:v>
                </c:pt>
                <c:pt idx="1458">
                  <c:v>-0.39175866328383674</c:v>
                </c:pt>
                <c:pt idx="1459">
                  <c:v>-0.60360220257746133</c:v>
                </c:pt>
                <c:pt idx="1460">
                  <c:v>-0.86734114093274683</c:v>
                </c:pt>
                <c:pt idx="1461">
                  <c:v>-1.0863801058803966</c:v>
                </c:pt>
                <c:pt idx="1462">
                  <c:v>-1.3526686232319589</c:v>
                </c:pt>
                <c:pt idx="1463">
                  <c:v>-1.4674355266345265</c:v>
                </c:pt>
                <c:pt idx="1464">
                  <c:v>-1.5542526003331867</c:v>
                </c:pt>
                <c:pt idx="1465">
                  <c:v>-1.7181060578481306</c:v>
                </c:pt>
                <c:pt idx="1466">
                  <c:v>-1.8187981859240405</c:v>
                </c:pt>
                <c:pt idx="1467">
                  <c:v>-1.8814465909950109</c:v>
                </c:pt>
                <c:pt idx="1468">
                  <c:v>-2.0129724658813517</c:v>
                </c:pt>
                <c:pt idx="1469">
                  <c:v>-2.0618455544772267</c:v>
                </c:pt>
                <c:pt idx="1470">
                  <c:v>-2.1736687982165797</c:v>
                </c:pt>
                <c:pt idx="1471">
                  <c:v>-2.2902109407589424</c:v>
                </c:pt>
                <c:pt idx="1472">
                  <c:v>-2.2904861233120299</c:v>
                </c:pt>
                <c:pt idx="1473">
                  <c:v>-2.3556222267922888</c:v>
                </c:pt>
                <c:pt idx="1474">
                  <c:v>-2.3349484035593036</c:v>
                </c:pt>
                <c:pt idx="1475">
                  <c:v>-2.3309000011047538</c:v>
                </c:pt>
                <c:pt idx="1476">
                  <c:v>-2.3106758419325533</c:v>
                </c:pt>
                <c:pt idx="1477">
                  <c:v>-2.2754456935874816</c:v>
                </c:pt>
                <c:pt idx="1478">
                  <c:v>-2.1382984529172595</c:v>
                </c:pt>
                <c:pt idx="1479">
                  <c:v>-1.9881024841049695</c:v>
                </c:pt>
                <c:pt idx="1480">
                  <c:v>-1.8350983435248551</c:v>
                </c:pt>
                <c:pt idx="1481">
                  <c:v>-1.6697519611272102</c:v>
                </c:pt>
                <c:pt idx="1482">
                  <c:v>-1.4798534919525048</c:v>
                </c:pt>
                <c:pt idx="1483">
                  <c:v>-1.3030297129750463</c:v>
                </c:pt>
                <c:pt idx="1484">
                  <c:v>-1.1625057364501781</c:v>
                </c:pt>
                <c:pt idx="1485">
                  <c:v>-1.1091267224544359</c:v>
                </c:pt>
                <c:pt idx="1486">
                  <c:v>-1.0539886300513281</c:v>
                </c:pt>
                <c:pt idx="1487">
                  <c:v>-0.97966848511477067</c:v>
                </c:pt>
                <c:pt idx="1488">
                  <c:v>-0.92775980830638272</c:v>
                </c:pt>
                <c:pt idx="1489">
                  <c:v>-0.89842619676665592</c:v>
                </c:pt>
                <c:pt idx="1490">
                  <c:v>-0.82004329458834169</c:v>
                </c:pt>
                <c:pt idx="1491">
                  <c:v>-0.70109076205946808</c:v>
                </c:pt>
                <c:pt idx="1492">
                  <c:v>-0.50272014304550494</c:v>
                </c:pt>
                <c:pt idx="1493">
                  <c:v>-0.45009548293179308</c:v>
                </c:pt>
                <c:pt idx="1494">
                  <c:v>-0.28941296457228999</c:v>
                </c:pt>
                <c:pt idx="1495">
                  <c:v>-0.21692215287032085</c:v>
                </c:pt>
                <c:pt idx="1496">
                  <c:v>-0.14817344260551346</c:v>
                </c:pt>
                <c:pt idx="1497">
                  <c:v>-7.8213529070964294E-2</c:v>
                </c:pt>
                <c:pt idx="1498">
                  <c:v>-1.9893472486250646E-2</c:v>
                </c:pt>
                <c:pt idx="1499">
                  <c:v>-0.10956563303076411</c:v>
                </c:pt>
                <c:pt idx="1500">
                  <c:v>-0.11704607319561272</c:v>
                </c:pt>
                <c:pt idx="1501">
                  <c:v>-0.19942904255514052</c:v>
                </c:pt>
                <c:pt idx="1502">
                  <c:v>-0.29606713372503696</c:v>
                </c:pt>
                <c:pt idx="1503">
                  <c:v>-0.2914633593536331</c:v>
                </c:pt>
                <c:pt idx="1504">
                  <c:v>-0.24759271695939694</c:v>
                </c:pt>
                <c:pt idx="1505">
                  <c:v>-0.30302563287311912</c:v>
                </c:pt>
                <c:pt idx="1506">
                  <c:v>-0.29647592899318181</c:v>
                </c:pt>
                <c:pt idx="1507">
                  <c:v>-0.30577199333834065</c:v>
                </c:pt>
                <c:pt idx="1508">
                  <c:v>-0.30645294023351671</c:v>
                </c:pt>
                <c:pt idx="1509">
                  <c:v>-0.2814872065500133</c:v>
                </c:pt>
                <c:pt idx="1510">
                  <c:v>-0.17593043620771823</c:v>
                </c:pt>
                <c:pt idx="1511">
                  <c:v>-0.14677511918681976</c:v>
                </c:pt>
                <c:pt idx="1512">
                  <c:v>-0.19245018128774988</c:v>
                </c:pt>
                <c:pt idx="1513">
                  <c:v>-0.32595984657708837</c:v>
                </c:pt>
                <c:pt idx="1514">
                  <c:v>-0.26902940790044927</c:v>
                </c:pt>
                <c:pt idx="1515">
                  <c:v>-0.3268666629051874</c:v>
                </c:pt>
                <c:pt idx="1516">
                  <c:v>-0.37023879624335221</c:v>
                </c:pt>
                <c:pt idx="1517">
                  <c:v>-0.43384880651828933</c:v>
                </c:pt>
                <c:pt idx="1518">
                  <c:v>-0.46097276630612127</c:v>
                </c:pt>
                <c:pt idx="1519">
                  <c:v>-0.45564385360326209</c:v>
                </c:pt>
                <c:pt idx="1520">
                  <c:v>-0.36462021498753194</c:v>
                </c:pt>
                <c:pt idx="1521">
                  <c:v>-0.37277704037198989</c:v>
                </c:pt>
                <c:pt idx="1522">
                  <c:v>-0.35654358091312299</c:v>
                </c:pt>
                <c:pt idx="1523">
                  <c:v>-0.35392550518651344</c:v>
                </c:pt>
                <c:pt idx="1524">
                  <c:v>-0.38771417373619016</c:v>
                </c:pt>
                <c:pt idx="1525">
                  <c:v>-0.34979298063153963</c:v>
                </c:pt>
                <c:pt idx="1526">
                  <c:v>-0.29880919502761571</c:v>
                </c:pt>
                <c:pt idx="1527">
                  <c:v>-0.29686344028897338</c:v>
                </c:pt>
                <c:pt idx="1528">
                  <c:v>-0.22474393371282489</c:v>
                </c:pt>
                <c:pt idx="1529">
                  <c:v>-0.19351408509303217</c:v>
                </c:pt>
                <c:pt idx="1530">
                  <c:v>-0.19940303398900966</c:v>
                </c:pt>
                <c:pt idx="1531">
                  <c:v>-0.2842183207802102</c:v>
                </c:pt>
                <c:pt idx="1532">
                  <c:v>-0.35563710678585575</c:v>
                </c:pt>
                <c:pt idx="1533">
                  <c:v>-0.40060906376933036</c:v>
                </c:pt>
                <c:pt idx="1534">
                  <c:v>-0.38977704265132346</c:v>
                </c:pt>
                <c:pt idx="1535">
                  <c:v>-0.49690866710504711</c:v>
                </c:pt>
                <c:pt idx="1536">
                  <c:v>-0.51428315795336721</c:v>
                </c:pt>
                <c:pt idx="1537">
                  <c:v>-0.55412186406543162</c:v>
                </c:pt>
                <c:pt idx="1538">
                  <c:v>-0.58126173869892928</c:v>
                </c:pt>
                <c:pt idx="1539">
                  <c:v>-0.6210111822564921</c:v>
                </c:pt>
                <c:pt idx="1540">
                  <c:v>-0.65279511490789233</c:v>
                </c:pt>
                <c:pt idx="1541">
                  <c:v>-0.66532635347277747</c:v>
                </c:pt>
                <c:pt idx="1542">
                  <c:v>-0.66229571494800565</c:v>
                </c:pt>
                <c:pt idx="1543">
                  <c:v>-0.63562247298333985</c:v>
                </c:pt>
                <c:pt idx="1544">
                  <c:v>-0.57301931774428516</c:v>
                </c:pt>
                <c:pt idx="1545">
                  <c:v>-0.51732638494216554</c:v>
                </c:pt>
                <c:pt idx="1546">
                  <c:v>-0.5245697763780296</c:v>
                </c:pt>
                <c:pt idx="1547">
                  <c:v>-0.5104111229735121</c:v>
                </c:pt>
                <c:pt idx="1548">
                  <c:v>-0.45487887886890782</c:v>
                </c:pt>
                <c:pt idx="1549">
                  <c:v>-0.43448085464044389</c:v>
                </c:pt>
                <c:pt idx="1550">
                  <c:v>-0.41159673706949174</c:v>
                </c:pt>
                <c:pt idx="1551">
                  <c:v>-0.35674725310378097</c:v>
                </c:pt>
                <c:pt idx="1552">
                  <c:v>-0.27600520990405841</c:v>
                </c:pt>
                <c:pt idx="1553">
                  <c:v>-0.20136168586642592</c:v>
                </c:pt>
                <c:pt idx="1554">
                  <c:v>-8.7811050906478255E-2</c:v>
                </c:pt>
                <c:pt idx="1555">
                  <c:v>-4.1409747962099508E-2</c:v>
                </c:pt>
                <c:pt idx="1556">
                  <c:v>6.1897308570847742E-2</c:v>
                </c:pt>
                <c:pt idx="1557">
                  <c:v>7.7466833084447573E-2</c:v>
                </c:pt>
                <c:pt idx="1558">
                  <c:v>0.11619068294851821</c:v>
                </c:pt>
                <c:pt idx="1559">
                  <c:v>0.16650338567473563</c:v>
                </c:pt>
                <c:pt idx="1560">
                  <c:v>0.27204325222752401</c:v>
                </c:pt>
                <c:pt idx="1561">
                  <c:v>0.37140750318604465</c:v>
                </c:pt>
                <c:pt idx="1562">
                  <c:v>0.39222626743027961</c:v>
                </c:pt>
                <c:pt idx="1563">
                  <c:v>0.4329377944571981</c:v>
                </c:pt>
                <c:pt idx="1564">
                  <c:v>0.5280697293811123</c:v>
                </c:pt>
                <c:pt idx="1565">
                  <c:v>0.52514041970344882</c:v>
                </c:pt>
                <c:pt idx="1566">
                  <c:v>0.46881842935516743</c:v>
                </c:pt>
                <c:pt idx="1567">
                  <c:v>0.45620524104320909</c:v>
                </c:pt>
                <c:pt idx="1568">
                  <c:v>0.45014374599721307</c:v>
                </c:pt>
                <c:pt idx="1569">
                  <c:v>0.52345354515153131</c:v>
                </c:pt>
                <c:pt idx="1570">
                  <c:v>0.5687937006348307</c:v>
                </c:pt>
                <c:pt idx="1571">
                  <c:v>0.6204909685508645</c:v>
                </c:pt>
                <c:pt idx="1572">
                  <c:v>0.66198257928971993</c:v>
                </c:pt>
                <c:pt idx="1573">
                  <c:v>0.7008220553908634</c:v>
                </c:pt>
                <c:pt idx="1574">
                  <c:v>0.66448814320794503</c:v>
                </c:pt>
                <c:pt idx="1575">
                  <c:v>0.61475665581795369</c:v>
                </c:pt>
                <c:pt idx="1576">
                  <c:v>0.58121907487300484</c:v>
                </c:pt>
                <c:pt idx="1577">
                  <c:v>0.51475307390111413</c:v>
                </c:pt>
                <c:pt idx="1578">
                  <c:v>0.55380304948163361</c:v>
                </c:pt>
                <c:pt idx="1579">
                  <c:v>0.60881890272571204</c:v>
                </c:pt>
                <c:pt idx="1580">
                  <c:v>0.65356361519226525</c:v>
                </c:pt>
                <c:pt idx="1581">
                  <c:v>0.66063379521501009</c:v>
                </c:pt>
                <c:pt idx="1582">
                  <c:v>0.73737753774017145</c:v>
                </c:pt>
                <c:pt idx="1583">
                  <c:v>0.78952283493272102</c:v>
                </c:pt>
                <c:pt idx="1584">
                  <c:v>0.79737805549952412</c:v>
                </c:pt>
                <c:pt idx="1585">
                  <c:v>0.77209734042840172</c:v>
                </c:pt>
                <c:pt idx="1586">
                  <c:v>0.78010003079044654</c:v>
                </c:pt>
                <c:pt idx="1587">
                  <c:v>0.88051493809863146</c:v>
                </c:pt>
                <c:pt idx="1588">
                  <c:v>0.9032465163674771</c:v>
                </c:pt>
                <c:pt idx="1589">
                  <c:v>0.95298069465536484</c:v>
                </c:pt>
                <c:pt idx="1590">
                  <c:v>0.92058185316871821</c:v>
                </c:pt>
                <c:pt idx="1591">
                  <c:v>0.90927457383413179</c:v>
                </c:pt>
                <c:pt idx="1592">
                  <c:v>0.88581718116642849</c:v>
                </c:pt>
                <c:pt idx="1593">
                  <c:v>0.81742421909617202</c:v>
                </c:pt>
                <c:pt idx="1594">
                  <c:v>0.80797573708973336</c:v>
                </c:pt>
                <c:pt idx="1595">
                  <c:v>0.84800642222574818</c:v>
                </c:pt>
                <c:pt idx="1596">
                  <c:v>0.88891292060210036</c:v>
                </c:pt>
                <c:pt idx="1597">
                  <c:v>0.92311467483620979</c:v>
                </c:pt>
                <c:pt idx="1598">
                  <c:v>0.9293806053547633</c:v>
                </c:pt>
                <c:pt idx="1599">
                  <c:v>0.83695945211652678</c:v>
                </c:pt>
                <c:pt idx="1600">
                  <c:v>0.77201011768644245</c:v>
                </c:pt>
                <c:pt idx="1601">
                  <c:v>0.71420307897752855</c:v>
                </c:pt>
                <c:pt idx="1602">
                  <c:v>0.64122343310413632</c:v>
                </c:pt>
                <c:pt idx="1603">
                  <c:v>0.56424009883964421</c:v>
                </c:pt>
                <c:pt idx="1604">
                  <c:v>0.54757770041609632</c:v>
                </c:pt>
                <c:pt idx="1605">
                  <c:v>0.48761759477679395</c:v>
                </c:pt>
                <c:pt idx="1606">
                  <c:v>0.41527057224749836</c:v>
                </c:pt>
                <c:pt idx="1607">
                  <c:v>0.39009317194816701</c:v>
                </c:pt>
                <c:pt idx="1608">
                  <c:v>0.32945491117056447</c:v>
                </c:pt>
                <c:pt idx="1609">
                  <c:v>0.32820671961387859</c:v>
                </c:pt>
                <c:pt idx="1610">
                  <c:v>0.29065740168198489</c:v>
                </c:pt>
                <c:pt idx="1611">
                  <c:v>0.28442310782295949</c:v>
                </c:pt>
                <c:pt idx="1612">
                  <c:v>0.2813438068006846</c:v>
                </c:pt>
                <c:pt idx="1613">
                  <c:v>0.28878280154749819</c:v>
                </c:pt>
                <c:pt idx="1614">
                  <c:v>0.2748989517841321</c:v>
                </c:pt>
                <c:pt idx="1615">
                  <c:v>0.21495444843475853</c:v>
                </c:pt>
                <c:pt idx="1616">
                  <c:v>0.16748176108200277</c:v>
                </c:pt>
                <c:pt idx="1617">
                  <c:v>0.13849609131421356</c:v>
                </c:pt>
                <c:pt idx="1618">
                  <c:v>0.11694398357771255</c:v>
                </c:pt>
                <c:pt idx="1619">
                  <c:v>0.1187701816941433</c:v>
                </c:pt>
                <c:pt idx="1620">
                  <c:v>0.27672506351066689</c:v>
                </c:pt>
                <c:pt idx="1621">
                  <c:v>0.31606170608196343</c:v>
                </c:pt>
                <c:pt idx="1622">
                  <c:v>0.38563024638066534</c:v>
                </c:pt>
                <c:pt idx="1623">
                  <c:v>0.4530062988626849</c:v>
                </c:pt>
                <c:pt idx="1624">
                  <c:v>0.42254284086948563</c:v>
                </c:pt>
                <c:pt idx="1625">
                  <c:v>0.4610162400492826</c:v>
                </c:pt>
                <c:pt idx="1626">
                  <c:v>0.5646351334793589</c:v>
                </c:pt>
                <c:pt idx="1627">
                  <c:v>0.63170549530917497</c:v>
                </c:pt>
                <c:pt idx="1628">
                  <c:v>0.64374052987524844</c:v>
                </c:pt>
                <c:pt idx="1629">
                  <c:v>0.71968069569467019</c:v>
                </c:pt>
                <c:pt idx="1630">
                  <c:v>0.69988168392300354</c:v>
                </c:pt>
                <c:pt idx="1631">
                  <c:v>0.69846926676438037</c:v>
                </c:pt>
                <c:pt idx="1632">
                  <c:v>0.70053730722321483</c:v>
                </c:pt>
                <c:pt idx="1633">
                  <c:v>0.66548208719747859</c:v>
                </c:pt>
                <c:pt idx="1634">
                  <c:v>0.62537783704229111</c:v>
                </c:pt>
                <c:pt idx="1635">
                  <c:v>0.62825514825770823</c:v>
                </c:pt>
                <c:pt idx="1636">
                  <c:v>0.67694859941125274</c:v>
                </c:pt>
                <c:pt idx="1637">
                  <c:v>0.71933324778615904</c:v>
                </c:pt>
                <c:pt idx="1638">
                  <c:v>0.68832223205115572</c:v>
                </c:pt>
                <c:pt idx="1639">
                  <c:v>0.6701908431152509</c:v>
                </c:pt>
                <c:pt idx="1640">
                  <c:v>0.61083986143004954</c:v>
                </c:pt>
                <c:pt idx="1641">
                  <c:v>0.51235061281797578</c:v>
                </c:pt>
                <c:pt idx="1642">
                  <c:v>0.50593494313768017</c:v>
                </c:pt>
                <c:pt idx="1643">
                  <c:v>0.45849893877679582</c:v>
                </c:pt>
                <c:pt idx="1644">
                  <c:v>0.32208028471452277</c:v>
                </c:pt>
                <c:pt idx="1645">
                  <c:v>0.28339283962851602</c:v>
                </c:pt>
                <c:pt idx="1646">
                  <c:v>0.19476831731470776</c:v>
                </c:pt>
                <c:pt idx="1647">
                  <c:v>0.11260066643378797</c:v>
                </c:pt>
                <c:pt idx="1648">
                  <c:v>2.601094267144298E-2</c:v>
                </c:pt>
                <c:pt idx="1649">
                  <c:v>-3.8097351352293203E-2</c:v>
                </c:pt>
                <c:pt idx="1650">
                  <c:v>-0.20627562975253344</c:v>
                </c:pt>
                <c:pt idx="1651">
                  <c:v>-0.26912040510575247</c:v>
                </c:pt>
                <c:pt idx="1652">
                  <c:v>-0.32993783722126402</c:v>
                </c:pt>
                <c:pt idx="1653">
                  <c:v>-0.41289496501534823</c:v>
                </c:pt>
                <c:pt idx="1654">
                  <c:v>-0.44062459720085184</c:v>
                </c:pt>
                <c:pt idx="1655">
                  <c:v>-0.46906182549118275</c:v>
                </c:pt>
                <c:pt idx="1656">
                  <c:v>-0.5603556153368493</c:v>
                </c:pt>
                <c:pt idx="1657">
                  <c:v>-0.68934579546612718</c:v>
                </c:pt>
                <c:pt idx="1658">
                  <c:v>-0.82055638801233199</c:v>
                </c:pt>
                <c:pt idx="1659">
                  <c:v>-0.89184033243171024</c:v>
                </c:pt>
                <c:pt idx="1660">
                  <c:v>-1.0210861602546526</c:v>
                </c:pt>
                <c:pt idx="1661">
                  <c:v>-1.0721389952194518</c:v>
                </c:pt>
                <c:pt idx="1662">
                  <c:v>-1.1763654962125021</c:v>
                </c:pt>
                <c:pt idx="1663">
                  <c:v>-1.3050947725034989</c:v>
                </c:pt>
                <c:pt idx="1664">
                  <c:v>-1.410986764909445</c:v>
                </c:pt>
                <c:pt idx="1665">
                  <c:v>-1.3667447175730638</c:v>
                </c:pt>
                <c:pt idx="1666">
                  <c:v>-1.3859828928958609</c:v>
                </c:pt>
                <c:pt idx="1667">
                  <c:v>-1.4023558004954617</c:v>
                </c:pt>
                <c:pt idx="1668">
                  <c:v>-1.4101149595596607</c:v>
                </c:pt>
                <c:pt idx="1669">
                  <c:v>-1.3461732715998684</c:v>
                </c:pt>
                <c:pt idx="1670">
                  <c:v>-1.3070681143212031</c:v>
                </c:pt>
                <c:pt idx="1671">
                  <c:v>-1.248030229113372</c:v>
                </c:pt>
                <c:pt idx="1672">
                  <c:v>-1.2205016813939633</c:v>
                </c:pt>
                <c:pt idx="1673">
                  <c:v>-1.2537132840303442</c:v>
                </c:pt>
                <c:pt idx="1674">
                  <c:v>-1.3169305109379787</c:v>
                </c:pt>
                <c:pt idx="1675">
                  <c:v>-1.3855511144272141</c:v>
                </c:pt>
                <c:pt idx="1676">
                  <c:v>-1.3995044751226335</c:v>
                </c:pt>
                <c:pt idx="1677">
                  <c:v>-1.3294383306053303</c:v>
                </c:pt>
                <c:pt idx="1678">
                  <c:v>-1.2599111667929588</c:v>
                </c:pt>
                <c:pt idx="1679">
                  <c:v>-1.1401663643114193</c:v>
                </c:pt>
                <c:pt idx="1680">
                  <c:v>-1.0898896037822816</c:v>
                </c:pt>
                <c:pt idx="1681">
                  <c:v>-0.94487288437155892</c:v>
                </c:pt>
                <c:pt idx="1682">
                  <c:v>-0.81743230650155529</c:v>
                </c:pt>
                <c:pt idx="1683">
                  <c:v>-0.78559585096630857</c:v>
                </c:pt>
                <c:pt idx="1684">
                  <c:v>-0.68526672466855887</c:v>
                </c:pt>
                <c:pt idx="1685">
                  <c:v>-0.60426901031365188</c:v>
                </c:pt>
                <c:pt idx="1686">
                  <c:v>-0.57751072798897829</c:v>
                </c:pt>
                <c:pt idx="1687">
                  <c:v>-0.48112552968108041</c:v>
                </c:pt>
                <c:pt idx="1688">
                  <c:v>-0.45199878399640708</c:v>
                </c:pt>
                <c:pt idx="1689">
                  <c:v>-0.41956958094160024</c:v>
                </c:pt>
                <c:pt idx="1690">
                  <c:v>-0.40383308905302751</c:v>
                </c:pt>
                <c:pt idx="1691">
                  <c:v>-0.34676098835983221</c:v>
                </c:pt>
                <c:pt idx="1692">
                  <c:v>-0.29977511998906115</c:v>
                </c:pt>
                <c:pt idx="1693">
                  <c:v>-0.26911976474905636</c:v>
                </c:pt>
                <c:pt idx="1694">
                  <c:v>-0.1824128706015718</c:v>
                </c:pt>
                <c:pt idx="1695">
                  <c:v>-1.3733936727423185E-2</c:v>
                </c:pt>
                <c:pt idx="1696">
                  <c:v>0.18097411356450821</c:v>
                </c:pt>
                <c:pt idx="1697">
                  <c:v>0.30889450008839847</c:v>
                </c:pt>
                <c:pt idx="1698">
                  <c:v>0.40157086835757555</c:v>
                </c:pt>
                <c:pt idx="1699">
                  <c:v>0.49795355441266842</c:v>
                </c:pt>
                <c:pt idx="1700">
                  <c:v>0.55175475766429738</c:v>
                </c:pt>
                <c:pt idx="1701">
                  <c:v>0.69268309573145193</c:v>
                </c:pt>
                <c:pt idx="1702">
                  <c:v>0.74808042176448486</c:v>
                </c:pt>
                <c:pt idx="1703">
                  <c:v>0.7553491934492822</c:v>
                </c:pt>
                <c:pt idx="1704">
                  <c:v>0.84503865901481268</c:v>
                </c:pt>
                <c:pt idx="1705">
                  <c:v>0.86312039085463721</c:v>
                </c:pt>
                <c:pt idx="1706">
                  <c:v>0.88316775199153763</c:v>
                </c:pt>
                <c:pt idx="1707">
                  <c:v>0.91773696032198837</c:v>
                </c:pt>
                <c:pt idx="1708">
                  <c:v>0.90846690845874789</c:v>
                </c:pt>
                <c:pt idx="1709">
                  <c:v>0.93322445957301259</c:v>
                </c:pt>
                <c:pt idx="1710">
                  <c:v>1.0018922624764734</c:v>
                </c:pt>
                <c:pt idx="1711">
                  <c:v>1.0251715227623805</c:v>
                </c:pt>
                <c:pt idx="1712">
                  <c:v>1.001156339964663</c:v>
                </c:pt>
                <c:pt idx="1713">
                  <c:v>1.0351409639398541</c:v>
                </c:pt>
                <c:pt idx="1714">
                  <c:v>1.0418321848464789</c:v>
                </c:pt>
                <c:pt idx="1715">
                  <c:v>1.0331389172609775</c:v>
                </c:pt>
                <c:pt idx="1716">
                  <c:v>0.940017576288385</c:v>
                </c:pt>
                <c:pt idx="1717">
                  <c:v>0.83140520282814268</c:v>
                </c:pt>
                <c:pt idx="1718">
                  <c:v>0.76642771961625922</c:v>
                </c:pt>
                <c:pt idx="1719">
                  <c:v>0.63455945415303094</c:v>
                </c:pt>
                <c:pt idx="1720">
                  <c:v>0.54237633456856194</c:v>
                </c:pt>
                <c:pt idx="1721">
                  <c:v>0.44441919391253387</c:v>
                </c:pt>
                <c:pt idx="1722">
                  <c:v>0.30191835680205792</c:v>
                </c:pt>
                <c:pt idx="1723">
                  <c:v>0.20128440794071303</c:v>
                </c:pt>
                <c:pt idx="1724">
                  <c:v>0.11974739167539131</c:v>
                </c:pt>
                <c:pt idx="1725">
                  <c:v>0.11950035628083389</c:v>
                </c:pt>
                <c:pt idx="1726">
                  <c:v>6.4511420143678944E-2</c:v>
                </c:pt>
                <c:pt idx="1727">
                  <c:v>1.3839021263064893E-2</c:v>
                </c:pt>
                <c:pt idx="1728">
                  <c:v>-8.059787989255196E-2</c:v>
                </c:pt>
                <c:pt idx="1729">
                  <c:v>-0.18518011502160192</c:v>
                </c:pt>
                <c:pt idx="1730">
                  <c:v>-0.26452741819092845</c:v>
                </c:pt>
                <c:pt idx="1731">
                  <c:v>-0.40243282292903598</c:v>
                </c:pt>
                <c:pt idx="1732">
                  <c:v>-0.53857437506188444</c:v>
                </c:pt>
                <c:pt idx="1733">
                  <c:v>-0.66532679377176784</c:v>
                </c:pt>
                <c:pt idx="1734">
                  <c:v>-0.79247309677896693</c:v>
                </c:pt>
                <c:pt idx="1735">
                  <c:v>-0.86812650783710477</c:v>
                </c:pt>
                <c:pt idx="1736">
                  <c:v>-0.90083132990909698</c:v>
                </c:pt>
                <c:pt idx="1737">
                  <c:v>-0.91100724591581961</c:v>
                </c:pt>
                <c:pt idx="1738">
                  <c:v>-0.91034241941748617</c:v>
                </c:pt>
                <c:pt idx="1739">
                  <c:v>-0.91910481265160593</c:v>
                </c:pt>
                <c:pt idx="1740">
                  <c:v>-0.868817291171332</c:v>
                </c:pt>
                <c:pt idx="1741">
                  <c:v>-0.82791806978914617</c:v>
                </c:pt>
                <c:pt idx="1742">
                  <c:v>-0.81132882718484323</c:v>
                </c:pt>
                <c:pt idx="1743">
                  <c:v>-0.72510440114323749</c:v>
                </c:pt>
                <c:pt idx="1744">
                  <c:v>-0.66949809079811284</c:v>
                </c:pt>
                <c:pt idx="1745">
                  <c:v>-0.58627183728975563</c:v>
                </c:pt>
                <c:pt idx="1746">
                  <c:v>-0.62516000209060629</c:v>
                </c:pt>
                <c:pt idx="1747">
                  <c:v>-0.61364760104134397</c:v>
                </c:pt>
                <c:pt idx="1748">
                  <c:v>-0.5913200060995506</c:v>
                </c:pt>
                <c:pt idx="1749">
                  <c:v>-0.5368586925873855</c:v>
                </c:pt>
                <c:pt idx="1750">
                  <c:v>-0.4507835252802192</c:v>
                </c:pt>
                <c:pt idx="1751">
                  <c:v>-0.41584654501867002</c:v>
                </c:pt>
                <c:pt idx="1752">
                  <c:v>-0.38702485885783616</c:v>
                </c:pt>
                <c:pt idx="1753">
                  <c:v>-0.27423429007710248</c:v>
                </c:pt>
                <c:pt idx="1754">
                  <c:v>-0.15779002522111818</c:v>
                </c:pt>
                <c:pt idx="1755">
                  <c:v>-5.2494910952732489E-2</c:v>
                </c:pt>
                <c:pt idx="1756">
                  <c:v>5.3727957995183262E-2</c:v>
                </c:pt>
                <c:pt idx="1757">
                  <c:v>8.3412355324669327E-2</c:v>
                </c:pt>
                <c:pt idx="1758">
                  <c:v>9.8615411681105838E-2</c:v>
                </c:pt>
                <c:pt idx="1759">
                  <c:v>0.10252735851786832</c:v>
                </c:pt>
                <c:pt idx="1760">
                  <c:v>7.2969106741476969E-2</c:v>
                </c:pt>
                <c:pt idx="1761">
                  <c:v>0.12962977348408933</c:v>
                </c:pt>
                <c:pt idx="1762">
                  <c:v>0.1124904953305278</c:v>
                </c:pt>
                <c:pt idx="1763">
                  <c:v>5.5548478373825122E-2</c:v>
                </c:pt>
                <c:pt idx="1764">
                  <c:v>4.8387406471858997E-2</c:v>
                </c:pt>
                <c:pt idx="1765">
                  <c:v>4.8841728435623032E-2</c:v>
                </c:pt>
                <c:pt idx="1766">
                  <c:v>0.10635591422020037</c:v>
                </c:pt>
                <c:pt idx="1767">
                  <c:v>0.16755123384300208</c:v>
                </c:pt>
                <c:pt idx="1768">
                  <c:v>0.26100940528397315</c:v>
                </c:pt>
                <c:pt idx="1769">
                  <c:v>0.32419417400668327</c:v>
                </c:pt>
                <c:pt idx="1770">
                  <c:v>0.34754824805855639</c:v>
                </c:pt>
                <c:pt idx="1771">
                  <c:v>0.3152692077916342</c:v>
                </c:pt>
                <c:pt idx="1772">
                  <c:v>0.33932799310675898</c:v>
                </c:pt>
                <c:pt idx="1773">
                  <c:v>0.38206763615609513</c:v>
                </c:pt>
                <c:pt idx="1774">
                  <c:v>0.33027597323790453</c:v>
                </c:pt>
                <c:pt idx="1775">
                  <c:v>0.31259345239582459</c:v>
                </c:pt>
                <c:pt idx="1776">
                  <c:v>0.2448627036683782</c:v>
                </c:pt>
                <c:pt idx="1777">
                  <c:v>0.21046700942023419</c:v>
                </c:pt>
                <c:pt idx="1778">
                  <c:v>0.2778827959774911</c:v>
                </c:pt>
                <c:pt idx="1779">
                  <c:v>0.33908471654997602</c:v>
                </c:pt>
                <c:pt idx="1780">
                  <c:v>0.37895531369711172</c:v>
                </c:pt>
                <c:pt idx="1781">
                  <c:v>0.47007009433017277</c:v>
                </c:pt>
                <c:pt idx="1782">
                  <c:v>0.46781642095025072</c:v>
                </c:pt>
                <c:pt idx="1783">
                  <c:v>0.53507327264762394</c:v>
                </c:pt>
                <c:pt idx="1784">
                  <c:v>0.58595644136516278</c:v>
                </c:pt>
                <c:pt idx="1785">
                  <c:v>0.59795932093814808</c:v>
                </c:pt>
                <c:pt idx="1786">
                  <c:v>0.61701517189109745</c:v>
                </c:pt>
                <c:pt idx="1787">
                  <c:v>0.58092083351684398</c:v>
                </c:pt>
                <c:pt idx="1788">
                  <c:v>0.55418884989680828</c:v>
                </c:pt>
                <c:pt idx="1789">
                  <c:v>0.53333580179251017</c:v>
                </c:pt>
                <c:pt idx="1790">
                  <c:v>0.47257324963419278</c:v>
                </c:pt>
                <c:pt idx="1791">
                  <c:v>0.45880389381478404</c:v>
                </c:pt>
                <c:pt idx="1792">
                  <c:v>0.44035894832852818</c:v>
                </c:pt>
                <c:pt idx="1793">
                  <c:v>0.42576726444473634</c:v>
                </c:pt>
                <c:pt idx="1794">
                  <c:v>0.39863733435855048</c:v>
                </c:pt>
                <c:pt idx="1795">
                  <c:v>0.36640244647995229</c:v>
                </c:pt>
                <c:pt idx="1796">
                  <c:v>0.33231298986406194</c:v>
                </c:pt>
                <c:pt idx="1797">
                  <c:v>0.30847192905885223</c:v>
                </c:pt>
                <c:pt idx="1798">
                  <c:v>0.27391665862629699</c:v>
                </c:pt>
                <c:pt idx="1799">
                  <c:v>0.21576643183779265</c:v>
                </c:pt>
                <c:pt idx="1800">
                  <c:v>0.19184527296900228</c:v>
                </c:pt>
                <c:pt idx="1801">
                  <c:v>0.17470570777508254</c:v>
                </c:pt>
                <c:pt idx="1802">
                  <c:v>9.3604559559796033E-2</c:v>
                </c:pt>
                <c:pt idx="1803">
                  <c:v>5.4792057760628787E-2</c:v>
                </c:pt>
                <c:pt idx="1804">
                  <c:v>-1.5039658777945582E-2</c:v>
                </c:pt>
                <c:pt idx="1805">
                  <c:v>-5.2624061523408615E-2</c:v>
                </c:pt>
                <c:pt idx="1806">
                  <c:v>-9.53339411957492E-2</c:v>
                </c:pt>
                <c:pt idx="1807">
                  <c:v>-0.15254018885097365</c:v>
                </c:pt>
                <c:pt idx="1808">
                  <c:v>-0.15292132969564634</c:v>
                </c:pt>
                <c:pt idx="1809">
                  <c:v>-0.11820600408417717</c:v>
                </c:pt>
                <c:pt idx="1810">
                  <c:v>-8.7789537779651206E-2</c:v>
                </c:pt>
                <c:pt idx="1811">
                  <c:v>1.3792587151904054E-2</c:v>
                </c:pt>
                <c:pt idx="1812">
                  <c:v>7.6756098592417166E-2</c:v>
                </c:pt>
                <c:pt idx="1813">
                  <c:v>0.1905154165231791</c:v>
                </c:pt>
                <c:pt idx="1814">
                  <c:v>0.31537818894863057</c:v>
                </c:pt>
                <c:pt idx="1815">
                  <c:v>0.44475238702854153</c:v>
                </c:pt>
                <c:pt idx="1816">
                  <c:v>0.56535070713701696</c:v>
                </c:pt>
                <c:pt idx="1817">
                  <c:v>0.70242846587922247</c:v>
                </c:pt>
                <c:pt idx="1818">
                  <c:v>0.84781815623143419</c:v>
                </c:pt>
                <c:pt idx="1819">
                  <c:v>0.9640517518324706</c:v>
                </c:pt>
                <c:pt idx="1820">
                  <c:v>1.0932519443902677</c:v>
                </c:pt>
                <c:pt idx="1821">
                  <c:v>1.1798419457115339</c:v>
                </c:pt>
                <c:pt idx="1822">
                  <c:v>1.2736830425538892</c:v>
                </c:pt>
                <c:pt idx="1823">
                  <c:v>1.3731904939987205</c:v>
                </c:pt>
                <c:pt idx="1824">
                  <c:v>1.4981869882236185</c:v>
                </c:pt>
                <c:pt idx="1825">
                  <c:v>1.5911179560216615</c:v>
                </c:pt>
                <c:pt idx="1826">
                  <c:v>1.7580676776565614</c:v>
                </c:pt>
                <c:pt idx="1827">
                  <c:v>1.8719133192616799</c:v>
                </c:pt>
                <c:pt idx="1828">
                  <c:v>2.0057309376165571</c:v>
                </c:pt>
                <c:pt idx="1829">
                  <c:v>2.0769867262838728</c:v>
                </c:pt>
                <c:pt idx="1830">
                  <c:v>2.1352465872561428</c:v>
                </c:pt>
                <c:pt idx="1831">
                  <c:v>2.1804548929509875</c:v>
                </c:pt>
                <c:pt idx="1832">
                  <c:v>2.2360233005577941</c:v>
                </c:pt>
                <c:pt idx="1833">
                  <c:v>2.3105439850957068</c:v>
                </c:pt>
                <c:pt idx="1834">
                  <c:v>2.2925449234738715</c:v>
                </c:pt>
                <c:pt idx="1835">
                  <c:v>2.2568061452909953</c:v>
                </c:pt>
                <c:pt idx="1836">
                  <c:v>2.1741418711476683</c:v>
                </c:pt>
                <c:pt idx="1837">
                  <c:v>2.1395776727936688</c:v>
                </c:pt>
                <c:pt idx="1838">
                  <c:v>2.1164209343598808</c:v>
                </c:pt>
                <c:pt idx="1839">
                  <c:v>2.0325246524931031</c:v>
                </c:pt>
                <c:pt idx="1840">
                  <c:v>1.9407112733472414</c:v>
                </c:pt>
                <c:pt idx="1841">
                  <c:v>1.7796657033633001</c:v>
                </c:pt>
                <c:pt idx="1842">
                  <c:v>1.7049204336485395</c:v>
                </c:pt>
                <c:pt idx="1843">
                  <c:v>1.5828369317163162</c:v>
                </c:pt>
                <c:pt idx="1844">
                  <c:v>1.5307355315474953</c:v>
                </c:pt>
                <c:pt idx="1845">
                  <c:v>1.4307705607577281</c:v>
                </c:pt>
                <c:pt idx="1846">
                  <c:v>1.3972662653632759</c:v>
                </c:pt>
                <c:pt idx="1847">
                  <c:v>1.2628023522833713</c:v>
                </c:pt>
                <c:pt idx="1848">
                  <c:v>1.1434717519267132</c:v>
                </c:pt>
                <c:pt idx="1849">
                  <c:v>1.0692125566968993</c:v>
                </c:pt>
                <c:pt idx="1850">
                  <c:v>0.98250369273209937</c:v>
                </c:pt>
                <c:pt idx="1851">
                  <c:v>0.9057199272912031</c:v>
                </c:pt>
                <c:pt idx="1852">
                  <c:v>0.84199472072184711</c:v>
                </c:pt>
                <c:pt idx="1853">
                  <c:v>0.770205066572061</c:v>
                </c:pt>
                <c:pt idx="1854">
                  <c:v>0.69508222691183452</c:v>
                </c:pt>
                <c:pt idx="1855">
                  <c:v>0.67237345163592543</c:v>
                </c:pt>
                <c:pt idx="1856">
                  <c:v>0.62884547620930198</c:v>
                </c:pt>
                <c:pt idx="1857">
                  <c:v>0.62500982081735967</c:v>
                </c:pt>
                <c:pt idx="1858">
                  <c:v>0.60145062542341421</c:v>
                </c:pt>
                <c:pt idx="1859">
                  <c:v>0.57502052950344185</c:v>
                </c:pt>
                <c:pt idx="1860">
                  <c:v>0.56007514958032156</c:v>
                </c:pt>
                <c:pt idx="1861">
                  <c:v>0.56500950527960714</c:v>
                </c:pt>
                <c:pt idx="1862">
                  <c:v>0.62330803544832414</c:v>
                </c:pt>
                <c:pt idx="1863">
                  <c:v>0.63930787693848334</c:v>
                </c:pt>
                <c:pt idx="1864">
                  <c:v>0.66837614060960382</c:v>
                </c:pt>
                <c:pt idx="1865">
                  <c:v>0.71473456955028625</c:v>
                </c:pt>
                <c:pt idx="1866">
                  <c:v>0.75859041806848737</c:v>
                </c:pt>
                <c:pt idx="1867">
                  <c:v>0.78199408558463424</c:v>
                </c:pt>
                <c:pt idx="1868">
                  <c:v>0.82632846502172685</c:v>
                </c:pt>
                <c:pt idx="1869">
                  <c:v>0.83169049247214233</c:v>
                </c:pt>
                <c:pt idx="1870">
                  <c:v>0.82988393371451308</c:v>
                </c:pt>
                <c:pt idx="1871">
                  <c:v>0.83976054244078135</c:v>
                </c:pt>
                <c:pt idx="1872">
                  <c:v>0.82214380319049329</c:v>
                </c:pt>
                <c:pt idx="1873">
                  <c:v>0.81046462730524171</c:v>
                </c:pt>
                <c:pt idx="1874">
                  <c:v>0.7244929722995479</c:v>
                </c:pt>
                <c:pt idx="1875">
                  <c:v>0.63198153447355876</c:v>
                </c:pt>
                <c:pt idx="1876">
                  <c:v>0.57674821105967222</c:v>
                </c:pt>
                <c:pt idx="1877">
                  <c:v>0.52378492311228564</c:v>
                </c:pt>
                <c:pt idx="1878">
                  <c:v>0.5115832901039552</c:v>
                </c:pt>
                <c:pt idx="1879">
                  <c:v>0.46444097626655728</c:v>
                </c:pt>
                <c:pt idx="1880">
                  <c:v>0.37024078156783813</c:v>
                </c:pt>
                <c:pt idx="1881">
                  <c:v>0.31904312944739904</c:v>
                </c:pt>
                <c:pt idx="1882">
                  <c:v>0.29947266118259053</c:v>
                </c:pt>
                <c:pt idx="1883">
                  <c:v>0.25700432929087524</c:v>
                </c:pt>
                <c:pt idx="1884">
                  <c:v>0.23941935584695961</c:v>
                </c:pt>
                <c:pt idx="1885">
                  <c:v>0.24384936584328648</c:v>
                </c:pt>
                <c:pt idx="1886">
                  <c:v>0.25235778041248436</c:v>
                </c:pt>
                <c:pt idx="1887">
                  <c:v>0.26062597265071757</c:v>
                </c:pt>
                <c:pt idx="1888">
                  <c:v>0.24954806316337921</c:v>
                </c:pt>
                <c:pt idx="1889">
                  <c:v>0.22112512077072552</c:v>
                </c:pt>
                <c:pt idx="1890">
                  <c:v>0.23256189093420981</c:v>
                </c:pt>
                <c:pt idx="1891">
                  <c:v>0.1918909272685167</c:v>
                </c:pt>
                <c:pt idx="1892">
                  <c:v>0.17670648538042827</c:v>
                </c:pt>
                <c:pt idx="1893">
                  <c:v>0.19333168238139808</c:v>
                </c:pt>
                <c:pt idx="1894">
                  <c:v>0.18591302440172816</c:v>
                </c:pt>
                <c:pt idx="1895">
                  <c:v>0.25538108381539126</c:v>
                </c:pt>
                <c:pt idx="1896">
                  <c:v>0.29906586512187849</c:v>
                </c:pt>
                <c:pt idx="1897">
                  <c:v>0.32204774371503886</c:v>
                </c:pt>
                <c:pt idx="1898">
                  <c:v>0.41582929107453082</c:v>
                </c:pt>
                <c:pt idx="1899">
                  <c:v>0.43211491861746526</c:v>
                </c:pt>
                <c:pt idx="1900">
                  <c:v>0.47310235559159652</c:v>
                </c:pt>
                <c:pt idx="1901">
                  <c:v>0.58722713083578026</c:v>
                </c:pt>
                <c:pt idx="1902">
                  <c:v>0.65434622355248551</c:v>
                </c:pt>
                <c:pt idx="1903">
                  <c:v>0.68065862549289902</c:v>
                </c:pt>
                <c:pt idx="1904">
                  <c:v>0.69594848624557559</c:v>
                </c:pt>
                <c:pt idx="1905">
                  <c:v>0.66498345004176485</c:v>
                </c:pt>
                <c:pt idx="1906">
                  <c:v>0.62900482247314127</c:v>
                </c:pt>
                <c:pt idx="1907">
                  <c:v>0.56674973542234619</c:v>
                </c:pt>
                <c:pt idx="1908">
                  <c:v>0.50868501745066719</c:v>
                </c:pt>
                <c:pt idx="1909">
                  <c:v>0.42656607723201218</c:v>
                </c:pt>
                <c:pt idx="1910">
                  <c:v>0.4038824987587426</c:v>
                </c:pt>
                <c:pt idx="1911">
                  <c:v>0.40329679158260262</c:v>
                </c:pt>
                <c:pt idx="1912">
                  <c:v>0.41531009997343443</c:v>
                </c:pt>
                <c:pt idx="1913">
                  <c:v>0.39913541881564446</c:v>
                </c:pt>
                <c:pt idx="1914">
                  <c:v>0.33967419203158389</c:v>
                </c:pt>
                <c:pt idx="1915">
                  <c:v>0.29481762399434824</c:v>
                </c:pt>
                <c:pt idx="1916">
                  <c:v>0.26978378421451821</c:v>
                </c:pt>
                <c:pt idx="1917">
                  <c:v>0.34736199004453872</c:v>
                </c:pt>
                <c:pt idx="1918">
                  <c:v>0.39625572923121105</c:v>
                </c:pt>
                <c:pt idx="1919">
                  <c:v>0.4411916986461395</c:v>
                </c:pt>
                <c:pt idx="1920">
                  <c:v>0.45786350040532342</c:v>
                </c:pt>
                <c:pt idx="1921">
                  <c:v>0.53236185815925552</c:v>
                </c:pt>
                <c:pt idx="1922">
                  <c:v>0.54673780862940291</c:v>
                </c:pt>
                <c:pt idx="1923">
                  <c:v>0.60167649679860158</c:v>
                </c:pt>
                <c:pt idx="1924">
                  <c:v>0.63422389574964089</c:v>
                </c:pt>
                <c:pt idx="1925">
                  <c:v>0.69773685129250607</c:v>
                </c:pt>
                <c:pt idx="1926">
                  <c:v>0.78994521682168406</c:v>
                </c:pt>
                <c:pt idx="1927">
                  <c:v>0.90232405855811082</c:v>
                </c:pt>
                <c:pt idx="1928">
                  <c:v>0.9936229542511581</c:v>
                </c:pt>
                <c:pt idx="1929">
                  <c:v>1.0944557115619002</c:v>
                </c:pt>
                <c:pt idx="1930">
                  <c:v>1.2098571992995666</c:v>
                </c:pt>
                <c:pt idx="1931">
                  <c:v>1.3046005173543074</c:v>
                </c:pt>
                <c:pt idx="1932">
                  <c:v>1.3375383968174315</c:v>
                </c:pt>
                <c:pt idx="1933">
                  <c:v>1.3022727691415799</c:v>
                </c:pt>
                <c:pt idx="1934">
                  <c:v>1.3419018573732806</c:v>
                </c:pt>
                <c:pt idx="1935">
                  <c:v>1.4183527656611954</c:v>
                </c:pt>
                <c:pt idx="1936">
                  <c:v>1.5040147186795063</c:v>
                </c:pt>
                <c:pt idx="1937">
                  <c:v>1.5621184247116731</c:v>
                </c:pt>
                <c:pt idx="1938">
                  <c:v>1.4962696779022748</c:v>
                </c:pt>
                <c:pt idx="1939">
                  <c:v>1.4759842134751504</c:v>
                </c:pt>
                <c:pt idx="1940">
                  <c:v>1.3836441172382681</c:v>
                </c:pt>
                <c:pt idx="1941">
                  <c:v>1.3704793982977099</c:v>
                </c:pt>
                <c:pt idx="1942">
                  <c:v>1.2744622773533187</c:v>
                </c:pt>
                <c:pt idx="1943">
                  <c:v>1.2010152959823113</c:v>
                </c:pt>
                <c:pt idx="1944">
                  <c:v>1.1605209559506091</c:v>
                </c:pt>
                <c:pt idx="1945">
                  <c:v>1.1765908956296574</c:v>
                </c:pt>
                <c:pt idx="1946">
                  <c:v>1.2125450903919908</c:v>
                </c:pt>
                <c:pt idx="1947">
                  <c:v>1.2345070304177614</c:v>
                </c:pt>
                <c:pt idx="1948">
                  <c:v>1.2084190392628478</c:v>
                </c:pt>
                <c:pt idx="1949">
                  <c:v>1.1538332991266862</c:v>
                </c:pt>
                <c:pt idx="1950">
                  <c:v>1.0837796741084469</c:v>
                </c:pt>
                <c:pt idx="1951">
                  <c:v>1.0355445838965618</c:v>
                </c:pt>
                <c:pt idx="1952">
                  <c:v>0.97420722736896759</c:v>
                </c:pt>
                <c:pt idx="1953">
                  <c:v>0.92206618192711531</c:v>
                </c:pt>
                <c:pt idx="1954">
                  <c:v>1.0258489906169728</c:v>
                </c:pt>
                <c:pt idx="1955">
                  <c:v>1.0289439824689173</c:v>
                </c:pt>
                <c:pt idx="1956">
                  <c:v>0.96529147341010391</c:v>
                </c:pt>
                <c:pt idx="1957">
                  <c:v>0.92228568106697184</c:v>
                </c:pt>
                <c:pt idx="1958">
                  <c:v>0.83455962461880362</c:v>
                </c:pt>
                <c:pt idx="1959">
                  <c:v>0.80468977485018145</c:v>
                </c:pt>
                <c:pt idx="1960">
                  <c:v>0.79628295987070608</c:v>
                </c:pt>
                <c:pt idx="1961">
                  <c:v>0.83037033284883877</c:v>
                </c:pt>
                <c:pt idx="1962">
                  <c:v>0.83736176223308922</c:v>
                </c:pt>
                <c:pt idx="1963">
                  <c:v>0.85043984135250628</c:v>
                </c:pt>
                <c:pt idx="1964">
                  <c:v>0.91229061698208547</c:v>
                </c:pt>
                <c:pt idx="1965">
                  <c:v>0.94024305835547994</c:v>
                </c:pt>
                <c:pt idx="1966">
                  <c:v>0.904016482942679</c:v>
                </c:pt>
                <c:pt idx="1967">
                  <c:v>0.82003720984890349</c:v>
                </c:pt>
                <c:pt idx="1968">
                  <c:v>0.74636205585347426</c:v>
                </c:pt>
                <c:pt idx="1969">
                  <c:v>0.69141188276783438</c:v>
                </c:pt>
                <c:pt idx="1970">
                  <c:v>0.67069402248345023</c:v>
                </c:pt>
                <c:pt idx="1971">
                  <c:v>0.62482826999970242</c:v>
                </c:pt>
                <c:pt idx="1972">
                  <c:v>0.56475834911229406</c:v>
                </c:pt>
                <c:pt idx="1973">
                  <c:v>0.5622341969606921</c:v>
                </c:pt>
                <c:pt idx="1974">
                  <c:v>0.57407965632813995</c:v>
                </c:pt>
                <c:pt idx="1975">
                  <c:v>0.52459064313144166</c:v>
                </c:pt>
                <c:pt idx="1976">
                  <c:v>0.51140538047504613</c:v>
                </c:pt>
                <c:pt idx="1977">
                  <c:v>0.52253236549675985</c:v>
                </c:pt>
                <c:pt idx="1978">
                  <c:v>0.4979784613199732</c:v>
                </c:pt>
                <c:pt idx="1979">
                  <c:v>0.56220874895042061</c:v>
                </c:pt>
                <c:pt idx="1980">
                  <c:v>0.5998401469484077</c:v>
                </c:pt>
                <c:pt idx="1981">
                  <c:v>0.61407045584513831</c:v>
                </c:pt>
                <c:pt idx="1982">
                  <c:v>0.63954206816291315</c:v>
                </c:pt>
                <c:pt idx="1983">
                  <c:v>0.6361049105951343</c:v>
                </c:pt>
                <c:pt idx="1984">
                  <c:v>0.64893913254118152</c:v>
                </c:pt>
                <c:pt idx="1985">
                  <c:v>0.62726250553799157</c:v>
                </c:pt>
                <c:pt idx="1986">
                  <c:v>0.59125427968189148</c:v>
                </c:pt>
                <c:pt idx="1987">
                  <c:v>0.60340830256913858</c:v>
                </c:pt>
                <c:pt idx="1988">
                  <c:v>0.68263725325411573</c:v>
                </c:pt>
                <c:pt idx="1989">
                  <c:v>0.7429697696380001</c:v>
                </c:pt>
                <c:pt idx="1990">
                  <c:v>0.78702411957109719</c:v>
                </c:pt>
                <c:pt idx="1991">
                  <c:v>0.78752194590911806</c:v>
                </c:pt>
                <c:pt idx="1992">
                  <c:v>0.85664407053041713</c:v>
                </c:pt>
                <c:pt idx="1993">
                  <c:v>0.90290635140445907</c:v>
                </c:pt>
                <c:pt idx="1994">
                  <c:v>0.90085309605479891</c:v>
                </c:pt>
                <c:pt idx="1995">
                  <c:v>0.93292469950758361</c:v>
                </c:pt>
                <c:pt idx="1996">
                  <c:v>0.93715965733958528</c:v>
                </c:pt>
                <c:pt idx="1997">
                  <c:v>0.91672964394837342</c:v>
                </c:pt>
                <c:pt idx="1998">
                  <c:v>0.94061947882464514</c:v>
                </c:pt>
                <c:pt idx="1999">
                  <c:v>0.97545455665603165</c:v>
                </c:pt>
                <c:pt idx="2000">
                  <c:v>0.97755406736483774</c:v>
                </c:pt>
                <c:pt idx="2001">
                  <c:v>1.0356921739257585</c:v>
                </c:pt>
                <c:pt idx="2002">
                  <c:v>1.077579366600518</c:v>
                </c:pt>
                <c:pt idx="2003">
                  <c:v>1.076046939454208</c:v>
                </c:pt>
                <c:pt idx="2004">
                  <c:v>1.1258618069701105</c:v>
                </c:pt>
                <c:pt idx="2005">
                  <c:v>1.1635348337493028</c:v>
                </c:pt>
                <c:pt idx="2006">
                  <c:v>1.1717386649752757</c:v>
                </c:pt>
                <c:pt idx="2007">
                  <c:v>1.1725271329389646</c:v>
                </c:pt>
                <c:pt idx="2008">
                  <c:v>1.1778756064870799</c:v>
                </c:pt>
                <c:pt idx="2009">
                  <c:v>1.1184594493070905</c:v>
                </c:pt>
                <c:pt idx="2010">
                  <c:v>1.0867368371907635</c:v>
                </c:pt>
                <c:pt idx="2011">
                  <c:v>1.0879147920414936</c:v>
                </c:pt>
                <c:pt idx="2012">
                  <c:v>1.14864757600102</c:v>
                </c:pt>
                <c:pt idx="2013">
                  <c:v>1.1696435080669687</c:v>
                </c:pt>
                <c:pt idx="2014">
                  <c:v>1.2098212748240555</c:v>
                </c:pt>
                <c:pt idx="2015">
                  <c:v>1.2678175449686429</c:v>
                </c:pt>
                <c:pt idx="2016">
                  <c:v>1.2910572953511614</c:v>
                </c:pt>
                <c:pt idx="2017">
                  <c:v>1.2965071986156054</c:v>
                </c:pt>
                <c:pt idx="2018">
                  <c:v>1.3464440542414062</c:v>
                </c:pt>
                <c:pt idx="2019">
                  <c:v>1.3730431880295095</c:v>
                </c:pt>
                <c:pt idx="2020">
                  <c:v>1.3022817313285608</c:v>
                </c:pt>
                <c:pt idx="2021">
                  <c:v>1.2374177920066596</c:v>
                </c:pt>
                <c:pt idx="2022">
                  <c:v>1.1465514885729422</c:v>
                </c:pt>
                <c:pt idx="2023">
                  <c:v>1.1104619446979369</c:v>
                </c:pt>
                <c:pt idx="2024">
                  <c:v>1.102114515726081</c:v>
                </c:pt>
                <c:pt idx="2025">
                  <c:v>1.0802214153355592</c:v>
                </c:pt>
                <c:pt idx="2026">
                  <c:v>1.0757693095346486</c:v>
                </c:pt>
                <c:pt idx="2027">
                  <c:v>1.090158917930284</c:v>
                </c:pt>
                <c:pt idx="2028">
                  <c:v>1.1010379190474666</c:v>
                </c:pt>
                <c:pt idx="2029">
                  <c:v>1.1124175398628786</c:v>
                </c:pt>
                <c:pt idx="2030">
                  <c:v>1.1011139521498772</c:v>
                </c:pt>
                <c:pt idx="2031">
                  <c:v>1.0794198964394297</c:v>
                </c:pt>
                <c:pt idx="2032">
                  <c:v>1.0366425228658576</c:v>
                </c:pt>
                <c:pt idx="2033">
                  <c:v>0.96468784579794664</c:v>
                </c:pt>
                <c:pt idx="2034">
                  <c:v>0.85494093144431726</c:v>
                </c:pt>
                <c:pt idx="2035">
                  <c:v>0.8448964183428207</c:v>
                </c:pt>
                <c:pt idx="2036">
                  <c:v>0.78195655802886954</c:v>
                </c:pt>
                <c:pt idx="2037">
                  <c:v>0.75504734720003441</c:v>
                </c:pt>
                <c:pt idx="2038">
                  <c:v>0.77122713735370751</c:v>
                </c:pt>
                <c:pt idx="2039">
                  <c:v>0.73329061172991794</c:v>
                </c:pt>
                <c:pt idx="2040">
                  <c:v>0.70501281802352578</c:v>
                </c:pt>
                <c:pt idx="2041">
                  <c:v>0.75686242953795724</c:v>
                </c:pt>
                <c:pt idx="2042">
                  <c:v>0.79718633677050987</c:v>
                </c:pt>
                <c:pt idx="2043">
                  <c:v>0.80241114152598869</c:v>
                </c:pt>
                <c:pt idx="2044">
                  <c:v>0.80576756638658509</c:v>
                </c:pt>
                <c:pt idx="2045">
                  <c:v>0.81547710845780053</c:v>
                </c:pt>
                <c:pt idx="2046">
                  <c:v>0.81021296160656797</c:v>
                </c:pt>
                <c:pt idx="2047">
                  <c:v>0.80387698307405697</c:v>
                </c:pt>
                <c:pt idx="2048">
                  <c:v>0.79637666879278735</c:v>
                </c:pt>
                <c:pt idx="2049">
                  <c:v>0.85223410413325085</c:v>
                </c:pt>
                <c:pt idx="2050">
                  <c:v>0.84973055639768347</c:v>
                </c:pt>
                <c:pt idx="2051">
                  <c:v>0.87938074695677426</c:v>
                </c:pt>
                <c:pt idx="2052">
                  <c:v>0.87436487847391586</c:v>
                </c:pt>
                <c:pt idx="2053">
                  <c:v>0.94765798855656835</c:v>
                </c:pt>
                <c:pt idx="2054">
                  <c:v>1.014094823239811</c:v>
                </c:pt>
                <c:pt idx="2055">
                  <c:v>1.1322033466288328</c:v>
                </c:pt>
                <c:pt idx="2056">
                  <c:v>1.1204871960936134</c:v>
                </c:pt>
                <c:pt idx="2057">
                  <c:v>1.1509791764185018</c:v>
                </c:pt>
                <c:pt idx="2058">
                  <c:v>1.1469736012131657</c:v>
                </c:pt>
                <c:pt idx="2059">
                  <c:v>1.113304625615996</c:v>
                </c:pt>
                <c:pt idx="2060">
                  <c:v>1.1168344790408167</c:v>
                </c:pt>
                <c:pt idx="2061">
                  <c:v>1.1207930086363909</c:v>
                </c:pt>
                <c:pt idx="2062">
                  <c:v>1.098774019178981</c:v>
                </c:pt>
                <c:pt idx="2063">
                  <c:v>1.1272690951853579</c:v>
                </c:pt>
                <c:pt idx="2064">
                  <c:v>1.1553169705434434</c:v>
                </c:pt>
                <c:pt idx="2065">
                  <c:v>1.1332324504114044</c:v>
                </c:pt>
                <c:pt idx="2066">
                  <c:v>1.1156610733549779</c:v>
                </c:pt>
                <c:pt idx="2067">
                  <c:v>1.1510272602893246</c:v>
                </c:pt>
                <c:pt idx="2068">
                  <c:v>1.1805099896801925</c:v>
                </c:pt>
                <c:pt idx="2069">
                  <c:v>1.2109673653478539</c:v>
                </c:pt>
                <c:pt idx="2070">
                  <c:v>1.1666180472242624</c:v>
                </c:pt>
                <c:pt idx="2071">
                  <c:v>1.1437784775663959</c:v>
                </c:pt>
                <c:pt idx="2072">
                  <c:v>1.0953488171267074</c:v>
                </c:pt>
                <c:pt idx="2073">
                  <c:v>1.0824864226236441</c:v>
                </c:pt>
                <c:pt idx="2074">
                  <c:v>1.0563677809668244</c:v>
                </c:pt>
                <c:pt idx="2075">
                  <c:v>0.98344989905454039</c:v>
                </c:pt>
                <c:pt idx="2076">
                  <c:v>0.9138373878608439</c:v>
                </c:pt>
                <c:pt idx="2077">
                  <c:v>0.90264890320510571</c:v>
                </c:pt>
                <c:pt idx="2078">
                  <c:v>0.83533881996918768</c:v>
                </c:pt>
                <c:pt idx="2079">
                  <c:v>0.71332306355348807</c:v>
                </c:pt>
                <c:pt idx="2080">
                  <c:v>0.62433952005616911</c:v>
                </c:pt>
                <c:pt idx="2081">
                  <c:v>0.53107713425927772</c:v>
                </c:pt>
                <c:pt idx="2082">
                  <c:v>0.47524182070506105</c:v>
                </c:pt>
                <c:pt idx="2083">
                  <c:v>0.49328038189837625</c:v>
                </c:pt>
                <c:pt idx="2084">
                  <c:v>0.44925224377321532</c:v>
                </c:pt>
                <c:pt idx="2085">
                  <c:v>0.47447028793717427</c:v>
                </c:pt>
                <c:pt idx="2086">
                  <c:v>0.49430945320180153</c:v>
                </c:pt>
                <c:pt idx="2087">
                  <c:v>0.40889933616942398</c:v>
                </c:pt>
                <c:pt idx="2088">
                  <c:v>0.31819739651389067</c:v>
                </c:pt>
                <c:pt idx="2089">
                  <c:v>0.29543764297495606</c:v>
                </c:pt>
                <c:pt idx="2090">
                  <c:v>0.20259164406833313</c:v>
                </c:pt>
                <c:pt idx="2091">
                  <c:v>0.18780507824169065</c:v>
                </c:pt>
                <c:pt idx="2092">
                  <c:v>0.171806411533618</c:v>
                </c:pt>
                <c:pt idx="2093">
                  <c:v>0.21208279480231301</c:v>
                </c:pt>
                <c:pt idx="2094">
                  <c:v>0.18562785589505668</c:v>
                </c:pt>
                <c:pt idx="2095">
                  <c:v>0.13447952533593263</c:v>
                </c:pt>
                <c:pt idx="2096">
                  <c:v>0.1286679946107592</c:v>
                </c:pt>
                <c:pt idx="2097">
                  <c:v>0.13812858143148452</c:v>
                </c:pt>
                <c:pt idx="2098">
                  <c:v>5.7518694136712532E-2</c:v>
                </c:pt>
                <c:pt idx="2099">
                  <c:v>0.10126469958821314</c:v>
                </c:pt>
                <c:pt idx="2100">
                  <c:v>0.22888252994496155</c:v>
                </c:pt>
                <c:pt idx="2101">
                  <c:v>0.33951425375758615</c:v>
                </c:pt>
                <c:pt idx="2102">
                  <c:v>0.43176484519179292</c:v>
                </c:pt>
                <c:pt idx="2103">
                  <c:v>0.51080881357435348</c:v>
                </c:pt>
                <c:pt idx="2104">
                  <c:v>0.52073111810738437</c:v>
                </c:pt>
                <c:pt idx="2105">
                  <c:v>0.48694146929158277</c:v>
                </c:pt>
                <c:pt idx="2106">
                  <c:v>0.46101926639455604</c:v>
                </c:pt>
                <c:pt idx="2107">
                  <c:v>0.47512080830073633</c:v>
                </c:pt>
                <c:pt idx="2108">
                  <c:v>0.54376942025220942</c:v>
                </c:pt>
                <c:pt idx="2109">
                  <c:v>0.61318332871230241</c:v>
                </c:pt>
                <c:pt idx="2110">
                  <c:v>0.6145879354698387</c:v>
                </c:pt>
                <c:pt idx="2111">
                  <c:v>0.7434861245654435</c:v>
                </c:pt>
                <c:pt idx="2112">
                  <c:v>0.7517106879252613</c:v>
                </c:pt>
                <c:pt idx="2113">
                  <c:v>0.76648213869851889</c:v>
                </c:pt>
                <c:pt idx="2114">
                  <c:v>0.73616634797845204</c:v>
                </c:pt>
                <c:pt idx="2115">
                  <c:v>0.80188979214424794</c:v>
                </c:pt>
                <c:pt idx="2116">
                  <c:v>0.81125043814329756</c:v>
                </c:pt>
                <c:pt idx="2117">
                  <c:v>0.77332820237796973</c:v>
                </c:pt>
                <c:pt idx="2118">
                  <c:v>0.7139344407173891</c:v>
                </c:pt>
                <c:pt idx="2119">
                  <c:v>0.67776546968015328</c:v>
                </c:pt>
                <c:pt idx="2120">
                  <c:v>0.64398664855231136</c:v>
                </c:pt>
                <c:pt idx="2121">
                  <c:v>0.55401181565933599</c:v>
                </c:pt>
                <c:pt idx="2122">
                  <c:v>0.52024034892490023</c:v>
                </c:pt>
                <c:pt idx="2123">
                  <c:v>0.48964183333994815</c:v>
                </c:pt>
                <c:pt idx="2124">
                  <c:v>0.43310321322197348</c:v>
                </c:pt>
                <c:pt idx="2125">
                  <c:v>0.41868785147666154</c:v>
                </c:pt>
                <c:pt idx="2126">
                  <c:v>0.40452973226197114</c:v>
                </c:pt>
                <c:pt idx="2127">
                  <c:v>0.35182966654531794</c:v>
                </c:pt>
                <c:pt idx="2128">
                  <c:v>0.25072491378935685</c:v>
                </c:pt>
                <c:pt idx="2129">
                  <c:v>0.16709680147515166</c:v>
                </c:pt>
                <c:pt idx="2130">
                  <c:v>1.6646179206287512E-2</c:v>
                </c:pt>
                <c:pt idx="2131">
                  <c:v>-0.12691480758458476</c:v>
                </c:pt>
                <c:pt idx="2132">
                  <c:v>-0.30002168996719331</c:v>
                </c:pt>
                <c:pt idx="2133">
                  <c:v>-0.43636556375895358</c:v>
                </c:pt>
                <c:pt idx="2134">
                  <c:v>-0.5116667968479639</c:v>
                </c:pt>
                <c:pt idx="2135">
                  <c:v>-0.59037797388007496</c:v>
                </c:pt>
                <c:pt idx="2136">
                  <c:v>-0.71200846113230321</c:v>
                </c:pt>
                <c:pt idx="2137">
                  <c:v>-0.81418542849128506</c:v>
                </c:pt>
                <c:pt idx="2138">
                  <c:v>-0.81921603088738948</c:v>
                </c:pt>
                <c:pt idx="2139">
                  <c:v>-0.83126937819659963</c:v>
                </c:pt>
                <c:pt idx="2140">
                  <c:v>-0.81551680133901705</c:v>
                </c:pt>
                <c:pt idx="2141">
                  <c:v>-0.86622277056669617</c:v>
                </c:pt>
                <c:pt idx="2142">
                  <c:v>-0.88197444467800801</c:v>
                </c:pt>
                <c:pt idx="2143">
                  <c:v>-0.94618807712794528</c:v>
                </c:pt>
                <c:pt idx="2144">
                  <c:v>-0.95338550586543702</c:v>
                </c:pt>
                <c:pt idx="2145">
                  <c:v>-0.95184808681537714</c:v>
                </c:pt>
                <c:pt idx="2146">
                  <c:v>-0.96322555114029351</c:v>
                </c:pt>
                <c:pt idx="2147">
                  <c:v>-0.97199298291815028</c:v>
                </c:pt>
                <c:pt idx="2148">
                  <c:v>-1.0029633386433487</c:v>
                </c:pt>
                <c:pt idx="2149">
                  <c:v>-1.0044560804422134</c:v>
                </c:pt>
                <c:pt idx="2150">
                  <c:v>-1.0030018460410257</c:v>
                </c:pt>
                <c:pt idx="2151">
                  <c:v>-0.99600133118735301</c:v>
                </c:pt>
                <c:pt idx="2152">
                  <c:v>-0.9419488924761551</c:v>
                </c:pt>
                <c:pt idx="2153">
                  <c:v>-0.93800390676945078</c:v>
                </c:pt>
                <c:pt idx="2154">
                  <c:v>-0.91141693752795239</c:v>
                </c:pt>
                <c:pt idx="2155">
                  <c:v>-0.94402411676330544</c:v>
                </c:pt>
                <c:pt idx="2156">
                  <c:v>-0.92511252629273744</c:v>
                </c:pt>
                <c:pt idx="2157">
                  <c:v>-0.94325711739479379</c:v>
                </c:pt>
                <c:pt idx="2158">
                  <c:v>-0.88372056389621712</c:v>
                </c:pt>
                <c:pt idx="2159">
                  <c:v>-0.87089106717253606</c:v>
                </c:pt>
                <c:pt idx="2160">
                  <c:v>-0.92874123051198487</c:v>
                </c:pt>
                <c:pt idx="2161">
                  <c:v>-0.90773099433177618</c:v>
                </c:pt>
                <c:pt idx="2162">
                  <c:v>-0.89450275227659715</c:v>
                </c:pt>
                <c:pt idx="2163">
                  <c:v>-0.86127550491628291</c:v>
                </c:pt>
                <c:pt idx="2164">
                  <c:v>-0.83990658253056238</c:v>
                </c:pt>
                <c:pt idx="2165">
                  <c:v>-0.90534422485362076</c:v>
                </c:pt>
                <c:pt idx="2166">
                  <c:v>-0.95744867225587649</c:v>
                </c:pt>
                <c:pt idx="2167">
                  <c:v>-0.96964226562814171</c:v>
                </c:pt>
                <c:pt idx="2168">
                  <c:v>-0.93325832463385561</c:v>
                </c:pt>
                <c:pt idx="2169">
                  <c:v>-0.90166650084992084</c:v>
                </c:pt>
                <c:pt idx="2170">
                  <c:v>-0.87158176305889956</c:v>
                </c:pt>
                <c:pt idx="2171">
                  <c:v>-0.84483402153971365</c:v>
                </c:pt>
                <c:pt idx="2172">
                  <c:v>-0.7922962430742323</c:v>
                </c:pt>
                <c:pt idx="2173">
                  <c:v>-0.76834514179747981</c:v>
                </c:pt>
                <c:pt idx="2174">
                  <c:v>-0.71927868976484077</c:v>
                </c:pt>
                <c:pt idx="2175">
                  <c:v>-0.62397459308863812</c:v>
                </c:pt>
                <c:pt idx="2176">
                  <c:v>-0.52405155617434163</c:v>
                </c:pt>
                <c:pt idx="2177">
                  <c:v>-0.45889936936614439</c:v>
                </c:pt>
                <c:pt idx="2178">
                  <c:v>-0.37269392813850877</c:v>
                </c:pt>
                <c:pt idx="2179">
                  <c:v>-0.3410819429457026</c:v>
                </c:pt>
                <c:pt idx="2180">
                  <c:v>-0.29696665777140085</c:v>
                </c:pt>
                <c:pt idx="2181">
                  <c:v>-0.22483932837415901</c:v>
                </c:pt>
                <c:pt idx="2182">
                  <c:v>-0.19821838126883515</c:v>
                </c:pt>
                <c:pt idx="2183">
                  <c:v>-0.11358274122572397</c:v>
                </c:pt>
                <c:pt idx="2184">
                  <c:v>-6.6868037109942866E-2</c:v>
                </c:pt>
                <c:pt idx="2185">
                  <c:v>-9.1454692945350621E-2</c:v>
                </c:pt>
                <c:pt idx="2186">
                  <c:v>-4.0892823199528236E-2</c:v>
                </c:pt>
                <c:pt idx="2187">
                  <c:v>-3.6116903492954544E-2</c:v>
                </c:pt>
                <c:pt idx="2188">
                  <c:v>-7.6972262910781686E-2</c:v>
                </c:pt>
                <c:pt idx="2189">
                  <c:v>-8.5847616645605002E-2</c:v>
                </c:pt>
                <c:pt idx="2190">
                  <c:v>-9.4510794211808011E-2</c:v>
                </c:pt>
                <c:pt idx="2191">
                  <c:v>-8.8275853017069417E-2</c:v>
                </c:pt>
                <c:pt idx="2192">
                  <c:v>-4.0252741974275114E-2</c:v>
                </c:pt>
                <c:pt idx="2193">
                  <c:v>2.2363976024097905E-2</c:v>
                </c:pt>
                <c:pt idx="2194">
                  <c:v>8.1885362792539565E-2</c:v>
                </c:pt>
                <c:pt idx="2195">
                  <c:v>0.10577492944751932</c:v>
                </c:pt>
                <c:pt idx="2196">
                  <c:v>0.15182221191601167</c:v>
                </c:pt>
                <c:pt idx="2197">
                  <c:v>0.13389632411445324</c:v>
                </c:pt>
                <c:pt idx="2198">
                  <c:v>0.15206162216454489</c:v>
                </c:pt>
                <c:pt idx="2199">
                  <c:v>0.1527492136197649</c:v>
                </c:pt>
                <c:pt idx="2200">
                  <c:v>0.21333548256369669</c:v>
                </c:pt>
                <c:pt idx="2201">
                  <c:v>0.23822962004487069</c:v>
                </c:pt>
                <c:pt idx="2202">
                  <c:v>0.25393860636815135</c:v>
                </c:pt>
                <c:pt idx="2203">
                  <c:v>0.25839528428585024</c:v>
                </c:pt>
                <c:pt idx="2204">
                  <c:v>0.28554916863082097</c:v>
                </c:pt>
                <c:pt idx="2205">
                  <c:v>0.27130244379321122</c:v>
                </c:pt>
                <c:pt idx="2206">
                  <c:v>0.32656579481906539</c:v>
                </c:pt>
                <c:pt idx="2207">
                  <c:v>0.38081212920392926</c:v>
                </c:pt>
                <c:pt idx="2208">
                  <c:v>0.44901646930501571</c:v>
                </c:pt>
                <c:pt idx="2209">
                  <c:v>0.53300021315426993</c:v>
                </c:pt>
                <c:pt idx="2210">
                  <c:v>0.58514814197798581</c:v>
                </c:pt>
                <c:pt idx="2211">
                  <c:v>0.66112906440042984</c:v>
                </c:pt>
                <c:pt idx="2212">
                  <c:v>0.69938709813781774</c:v>
                </c:pt>
                <c:pt idx="2213">
                  <c:v>0.65465862489025861</c:v>
                </c:pt>
                <c:pt idx="2214">
                  <c:v>0.61235670455838853</c:v>
                </c:pt>
                <c:pt idx="2215">
                  <c:v>0.56046191595280803</c:v>
                </c:pt>
                <c:pt idx="2216">
                  <c:v>0.53171096145374519</c:v>
                </c:pt>
                <c:pt idx="2217">
                  <c:v>0.46759109366342155</c:v>
                </c:pt>
                <c:pt idx="2218">
                  <c:v>0.44487206826502645</c:v>
                </c:pt>
                <c:pt idx="2219">
                  <c:v>0.39773792180289891</c:v>
                </c:pt>
                <c:pt idx="2220">
                  <c:v>0.44340455252186023</c:v>
                </c:pt>
                <c:pt idx="2221">
                  <c:v>0.44908934016633767</c:v>
                </c:pt>
                <c:pt idx="2222">
                  <c:v>0.48702548227036135</c:v>
                </c:pt>
                <c:pt idx="2223">
                  <c:v>0.55808055295338688</c:v>
                </c:pt>
                <c:pt idx="2224">
                  <c:v>0.57501463911501083</c:v>
                </c:pt>
                <c:pt idx="2225">
                  <c:v>0.48095885237088831</c:v>
                </c:pt>
                <c:pt idx="2226">
                  <c:v>0.49343609913165742</c:v>
                </c:pt>
                <c:pt idx="2227">
                  <c:v>0.50374410755243582</c:v>
                </c:pt>
                <c:pt idx="2228">
                  <c:v>0.47470198881305403</c:v>
                </c:pt>
                <c:pt idx="2229">
                  <c:v>0.48232130392793465</c:v>
                </c:pt>
                <c:pt idx="2230">
                  <c:v>0.50380030658593777</c:v>
                </c:pt>
                <c:pt idx="2231">
                  <c:v>0.53769514938572072</c:v>
                </c:pt>
                <c:pt idx="2232">
                  <c:v>0.59681900369047136</c:v>
                </c:pt>
                <c:pt idx="2233">
                  <c:v>0.65585094651275166</c:v>
                </c:pt>
                <c:pt idx="2234">
                  <c:v>0.79930226998537512</c:v>
                </c:pt>
                <c:pt idx="2235">
                  <c:v>0.80060371163738364</c:v>
                </c:pt>
                <c:pt idx="2236">
                  <c:v>0.82264830872416383</c:v>
                </c:pt>
                <c:pt idx="2237">
                  <c:v>0.88433818150743826</c:v>
                </c:pt>
                <c:pt idx="2238">
                  <c:v>1.0033655823130401</c:v>
                </c:pt>
                <c:pt idx="2239">
                  <c:v>1.0906267110213026</c:v>
                </c:pt>
                <c:pt idx="2240">
                  <c:v>1.1063645878859274</c:v>
                </c:pt>
                <c:pt idx="2241">
                  <c:v>1.0637491215780939</c:v>
                </c:pt>
                <c:pt idx="2242">
                  <c:v>0.99860394935071195</c:v>
                </c:pt>
                <c:pt idx="2243">
                  <c:v>0.84523374788527883</c:v>
                </c:pt>
                <c:pt idx="2244">
                  <c:v>0.74583208241282839</c:v>
                </c:pt>
                <c:pt idx="2245">
                  <c:v>0.69998455523528813</c:v>
                </c:pt>
                <c:pt idx="2246">
                  <c:v>0.70020759537616484</c:v>
                </c:pt>
                <c:pt idx="2247">
                  <c:v>0.68069839280423405</c:v>
                </c:pt>
                <c:pt idx="2248">
                  <c:v>0.70565994754776429</c:v>
                </c:pt>
                <c:pt idx="2249">
                  <c:v>0.77852852636039271</c:v>
                </c:pt>
                <c:pt idx="2250">
                  <c:v>0.83180627094757886</c:v>
                </c:pt>
                <c:pt idx="2251">
                  <c:v>0.87414628971494546</c:v>
                </c:pt>
                <c:pt idx="2252">
                  <c:v>0.93867104734689011</c:v>
                </c:pt>
                <c:pt idx="2253">
                  <c:v>0.91011397023940754</c:v>
                </c:pt>
                <c:pt idx="2254">
                  <c:v>0.93354623076233567</c:v>
                </c:pt>
                <c:pt idx="2255">
                  <c:v>0.87596925373789758</c:v>
                </c:pt>
                <c:pt idx="2256">
                  <c:v>0.95850965610864913</c:v>
                </c:pt>
                <c:pt idx="2257">
                  <c:v>0.98417181573554546</c:v>
                </c:pt>
                <c:pt idx="2258">
                  <c:v>0.97052146190108801</c:v>
                </c:pt>
                <c:pt idx="2259">
                  <c:v>0.93187722829210162</c:v>
                </c:pt>
                <c:pt idx="2260">
                  <c:v>1.026494101779966</c:v>
                </c:pt>
                <c:pt idx="2261">
                  <c:v>1.043133517348817</c:v>
                </c:pt>
                <c:pt idx="2262">
                  <c:v>1.0851837097593913</c:v>
                </c:pt>
                <c:pt idx="2263">
                  <c:v>1.1237273067078073</c:v>
                </c:pt>
                <c:pt idx="2264">
                  <c:v>1.1883137506770705</c:v>
                </c:pt>
                <c:pt idx="2265">
                  <c:v>1.2332912538728122</c:v>
                </c:pt>
                <c:pt idx="2266">
                  <c:v>1.2879160585161089</c:v>
                </c:pt>
                <c:pt idx="2267">
                  <c:v>1.3151477350213754</c:v>
                </c:pt>
                <c:pt idx="2268">
                  <c:v>1.3258063384224705</c:v>
                </c:pt>
                <c:pt idx="2269">
                  <c:v>1.3604232266480578</c:v>
                </c:pt>
                <c:pt idx="2270">
                  <c:v>1.3494642922791569</c:v>
                </c:pt>
                <c:pt idx="2271">
                  <c:v>1.3339598616772244</c:v>
                </c:pt>
                <c:pt idx="2272">
                  <c:v>1.2611554248790877</c:v>
                </c:pt>
                <c:pt idx="2273">
                  <c:v>1.1904411779174979</c:v>
                </c:pt>
                <c:pt idx="2274">
                  <c:v>1.1483624980422655</c:v>
                </c:pt>
                <c:pt idx="2275">
                  <c:v>1.068065097893214</c:v>
                </c:pt>
                <c:pt idx="2276">
                  <c:v>1.0253903788490202</c:v>
                </c:pt>
                <c:pt idx="2277">
                  <c:v>0.94000744606481512</c:v>
                </c:pt>
                <c:pt idx="2278">
                  <c:v>0.92209593589880023</c:v>
                </c:pt>
                <c:pt idx="2279">
                  <c:v>0.92926685287841293</c:v>
                </c:pt>
                <c:pt idx="2280">
                  <c:v>0.87290351353902751</c:v>
                </c:pt>
                <c:pt idx="2281">
                  <c:v>0.69943327200959171</c:v>
                </c:pt>
                <c:pt idx="2282">
                  <c:v>0.70801155363198853</c:v>
                </c:pt>
                <c:pt idx="2283">
                  <c:v>0.6751570509091851</c:v>
                </c:pt>
                <c:pt idx="2284">
                  <c:v>0.6189578151316294</c:v>
                </c:pt>
                <c:pt idx="2285">
                  <c:v>0.61239915484970131</c:v>
                </c:pt>
                <c:pt idx="2286">
                  <c:v>0.59827386244426894</c:v>
                </c:pt>
                <c:pt idx="2287">
                  <c:v>0.58000024744336875</c:v>
                </c:pt>
                <c:pt idx="2288">
                  <c:v>0.6045289714012243</c:v>
                </c:pt>
                <c:pt idx="2289">
                  <c:v>0.57081091063755618</c:v>
                </c:pt>
                <c:pt idx="2290">
                  <c:v>0.49829018547462739</c:v>
                </c:pt>
                <c:pt idx="2291">
                  <c:v>0.42022817193602802</c:v>
                </c:pt>
                <c:pt idx="2292">
                  <c:v>0.38569605616453101</c:v>
                </c:pt>
                <c:pt idx="2293">
                  <c:v>0.34085093058323912</c:v>
                </c:pt>
                <c:pt idx="2294">
                  <c:v>0.3193337954029325</c:v>
                </c:pt>
                <c:pt idx="2295">
                  <c:v>0.31772808155153198</c:v>
                </c:pt>
                <c:pt idx="2296">
                  <c:v>0.30058278912776626</c:v>
                </c:pt>
                <c:pt idx="2297">
                  <c:v>0.28304721466682886</c:v>
                </c:pt>
                <c:pt idx="2298">
                  <c:v>0.31549455663147252</c:v>
                </c:pt>
                <c:pt idx="2299">
                  <c:v>0.29899088514608219</c:v>
                </c:pt>
                <c:pt idx="2300">
                  <c:v>0.22224893896287062</c:v>
                </c:pt>
                <c:pt idx="2301">
                  <c:v>0.17232054567065674</c:v>
                </c:pt>
                <c:pt idx="2302">
                  <c:v>0.17949222601135739</c:v>
                </c:pt>
                <c:pt idx="2303">
                  <c:v>0.15429386456371444</c:v>
                </c:pt>
                <c:pt idx="2304">
                  <c:v>0.13904315031905509</c:v>
                </c:pt>
                <c:pt idx="2305">
                  <c:v>0.20691974450858677</c:v>
                </c:pt>
                <c:pt idx="2306">
                  <c:v>0.30332425225687482</c:v>
                </c:pt>
                <c:pt idx="2307">
                  <c:v>0.34416739559850934</c:v>
                </c:pt>
                <c:pt idx="2308">
                  <c:v>0.35830764307231533</c:v>
                </c:pt>
                <c:pt idx="2309">
                  <c:v>0.41216394153620539</c:v>
                </c:pt>
                <c:pt idx="2310">
                  <c:v>0.48572814825941113</c:v>
                </c:pt>
                <c:pt idx="2311">
                  <c:v>0.57393274877503975</c:v>
                </c:pt>
                <c:pt idx="2312">
                  <c:v>0.64769021979403996</c:v>
                </c:pt>
                <c:pt idx="2313">
                  <c:v>0.74454990473474125</c:v>
                </c:pt>
                <c:pt idx="2314">
                  <c:v>0.86746635303501007</c:v>
                </c:pt>
                <c:pt idx="2315">
                  <c:v>0.91987124879085447</c:v>
                </c:pt>
                <c:pt idx="2316">
                  <c:v>0.98894506847280805</c:v>
                </c:pt>
                <c:pt idx="2317">
                  <c:v>1.09343835140405</c:v>
                </c:pt>
                <c:pt idx="2318">
                  <c:v>1.2052333942525255</c:v>
                </c:pt>
                <c:pt idx="2319">
                  <c:v>1.3147011501863974</c:v>
                </c:pt>
                <c:pt idx="2320">
                  <c:v>1.4159712236536055</c:v>
                </c:pt>
                <c:pt idx="2321">
                  <c:v>1.5384094922454046</c:v>
                </c:pt>
                <c:pt idx="2322">
                  <c:v>1.7024162985187665</c:v>
                </c:pt>
                <c:pt idx="2323">
                  <c:v>1.8449734552434696</c:v>
                </c:pt>
                <c:pt idx="2324">
                  <c:v>1.9818880841415378</c:v>
                </c:pt>
                <c:pt idx="2325">
                  <c:v>2.0655625109070748</c:v>
                </c:pt>
                <c:pt idx="2326">
                  <c:v>2.0871551912197139</c:v>
                </c:pt>
                <c:pt idx="2327">
                  <c:v>2.0203600910861588</c:v>
                </c:pt>
                <c:pt idx="2328">
                  <c:v>2.0571336772819317</c:v>
                </c:pt>
                <c:pt idx="2329">
                  <c:v>2.1241728100737727</c:v>
                </c:pt>
                <c:pt idx="2330">
                  <c:v>2.1288331510267295</c:v>
                </c:pt>
                <c:pt idx="2331">
                  <c:v>2.1727795367354323</c:v>
                </c:pt>
                <c:pt idx="2332">
                  <c:v>2.1457952635419781</c:v>
                </c:pt>
                <c:pt idx="2333">
                  <c:v>2.1491109074550256</c:v>
                </c:pt>
                <c:pt idx="2334">
                  <c:v>2.0877084686442555</c:v>
                </c:pt>
                <c:pt idx="2335">
                  <c:v>2.0544955382574064</c:v>
                </c:pt>
                <c:pt idx="2336">
                  <c:v>2.0341155884953683</c:v>
                </c:pt>
                <c:pt idx="2337">
                  <c:v>2.0010617294688564</c:v>
                </c:pt>
                <c:pt idx="2338">
                  <c:v>1.9299593509923105</c:v>
                </c:pt>
                <c:pt idx="2339">
                  <c:v>1.8577891144066725</c:v>
                </c:pt>
                <c:pt idx="2340">
                  <c:v>1.7527516282799263</c:v>
                </c:pt>
                <c:pt idx="2341">
                  <c:v>1.6507211045050676</c:v>
                </c:pt>
                <c:pt idx="2342">
                  <c:v>1.5762490069817909</c:v>
                </c:pt>
                <c:pt idx="2343">
                  <c:v>1.4418574701020979</c:v>
                </c:pt>
                <c:pt idx="2344">
                  <c:v>1.2763657738387655</c:v>
                </c:pt>
                <c:pt idx="2345">
                  <c:v>1.1167315684463031</c:v>
                </c:pt>
                <c:pt idx="2346">
                  <c:v>1.0268680624714963</c:v>
                </c:pt>
                <c:pt idx="2347">
                  <c:v>0.88937033093680284</c:v>
                </c:pt>
                <c:pt idx="2348">
                  <c:v>0.83675743212434428</c:v>
                </c:pt>
                <c:pt idx="2349">
                  <c:v>0.74116621817070338</c:v>
                </c:pt>
                <c:pt idx="2350">
                  <c:v>0.64667618385367853</c:v>
                </c:pt>
                <c:pt idx="2351">
                  <c:v>0.5606679312014845</c:v>
                </c:pt>
                <c:pt idx="2352">
                  <c:v>0.42042257957850721</c:v>
                </c:pt>
                <c:pt idx="2353">
                  <c:v>0.31477292099878235</c:v>
                </c:pt>
                <c:pt idx="2354">
                  <c:v>0.21012970635832243</c:v>
                </c:pt>
                <c:pt idx="2355">
                  <c:v>9.2915161669870391E-2</c:v>
                </c:pt>
                <c:pt idx="2356">
                  <c:v>-3.0283480447217846E-3</c:v>
                </c:pt>
                <c:pt idx="2357">
                  <c:v>-0.10915201100611352</c:v>
                </c:pt>
                <c:pt idx="2358">
                  <c:v>-0.18079314012630229</c:v>
                </c:pt>
                <c:pt idx="2359">
                  <c:v>-0.22330024590462347</c:v>
                </c:pt>
                <c:pt idx="2360">
                  <c:v>-0.2921319366782309</c:v>
                </c:pt>
                <c:pt idx="2361">
                  <c:v>-0.3299882559939093</c:v>
                </c:pt>
                <c:pt idx="2362">
                  <c:v>-0.3404804372374543</c:v>
                </c:pt>
                <c:pt idx="2363">
                  <c:v>-0.36018276378153297</c:v>
                </c:pt>
                <c:pt idx="2364">
                  <c:v>-0.36430698836967873</c:v>
                </c:pt>
                <c:pt idx="2365">
                  <c:v>-0.33063923642902787</c:v>
                </c:pt>
                <c:pt idx="2366">
                  <c:v>-0.34235398822212554</c:v>
                </c:pt>
                <c:pt idx="2367">
                  <c:v>-0.32923822192146518</c:v>
                </c:pt>
                <c:pt idx="2368">
                  <c:v>-0.29516249493656971</c:v>
                </c:pt>
                <c:pt idx="2369">
                  <c:v>-0.24316534519698127</c:v>
                </c:pt>
                <c:pt idx="2370">
                  <c:v>-0.23237346519377908</c:v>
                </c:pt>
                <c:pt idx="2371">
                  <c:v>-0.21449841940092162</c:v>
                </c:pt>
                <c:pt idx="2372">
                  <c:v>-0.19992532325389697</c:v>
                </c:pt>
                <c:pt idx="2373">
                  <c:v>-0.17496753735145695</c:v>
                </c:pt>
                <c:pt idx="2374">
                  <c:v>-0.14316889075513622</c:v>
                </c:pt>
                <c:pt idx="2375">
                  <c:v>-0.11637762471175539</c:v>
                </c:pt>
                <c:pt idx="2376">
                  <c:v>-4.840184572576873E-3</c:v>
                </c:pt>
                <c:pt idx="2377">
                  <c:v>2.3210358818352598E-2</c:v>
                </c:pt>
                <c:pt idx="2378">
                  <c:v>5.7742065830283379E-2</c:v>
                </c:pt>
                <c:pt idx="2379">
                  <c:v>7.8288267710122567E-2</c:v>
                </c:pt>
                <c:pt idx="2380">
                  <c:v>9.668599041061085E-2</c:v>
                </c:pt>
                <c:pt idx="2381">
                  <c:v>0.15143314632651744</c:v>
                </c:pt>
                <c:pt idx="2382">
                  <c:v>0.1811543598179233</c:v>
                </c:pt>
                <c:pt idx="2383">
                  <c:v>0.2055857918625183</c:v>
                </c:pt>
                <c:pt idx="2384">
                  <c:v>0.20001373746219486</c:v>
                </c:pt>
                <c:pt idx="2385">
                  <c:v>0.21893666316283061</c:v>
                </c:pt>
                <c:pt idx="2386">
                  <c:v>0.18502312235050974</c:v>
                </c:pt>
                <c:pt idx="2387">
                  <c:v>0.24752405037909103</c:v>
                </c:pt>
                <c:pt idx="2388">
                  <c:v>0.26584745315361402</c:v>
                </c:pt>
                <c:pt idx="2389">
                  <c:v>0.34198909030009128</c:v>
                </c:pt>
                <c:pt idx="2390">
                  <c:v>0.32619127072543702</c:v>
                </c:pt>
                <c:pt idx="2391">
                  <c:v>0.34055432560977122</c:v>
                </c:pt>
                <c:pt idx="2392">
                  <c:v>0.37278528057105009</c:v>
                </c:pt>
                <c:pt idx="2393">
                  <c:v>0.3611199740631465</c:v>
                </c:pt>
                <c:pt idx="2394">
                  <c:v>0.39754299629164347</c:v>
                </c:pt>
                <c:pt idx="2395">
                  <c:v>0.43949952394873554</c:v>
                </c:pt>
                <c:pt idx="2396">
                  <c:v>0.47214409939028912</c:v>
                </c:pt>
                <c:pt idx="2397">
                  <c:v>0.46594744457555165</c:v>
                </c:pt>
                <c:pt idx="2398">
                  <c:v>0.54340827589157714</c:v>
                </c:pt>
                <c:pt idx="2399">
                  <c:v>0.5283739711319918</c:v>
                </c:pt>
                <c:pt idx="2400">
                  <c:v>0.54952573797282589</c:v>
                </c:pt>
                <c:pt idx="2401">
                  <c:v>0.53234788558428903</c:v>
                </c:pt>
                <c:pt idx="2402">
                  <c:v>0.57161575488239635</c:v>
                </c:pt>
                <c:pt idx="2403">
                  <c:v>0.57543504349839802</c:v>
                </c:pt>
                <c:pt idx="2404">
                  <c:v>0.58768270404575107</c:v>
                </c:pt>
                <c:pt idx="2405">
                  <c:v>0.61016666005628672</c:v>
                </c:pt>
                <c:pt idx="2406">
                  <c:v>0.64126018339122737</c:v>
                </c:pt>
                <c:pt idx="2407">
                  <c:v>0.63989472629394806</c:v>
                </c:pt>
                <c:pt idx="2408">
                  <c:v>0.59226146529152779</c:v>
                </c:pt>
                <c:pt idx="2409">
                  <c:v>0.58466418668456877</c:v>
                </c:pt>
                <c:pt idx="2410">
                  <c:v>0.57163163427001773</c:v>
                </c:pt>
                <c:pt idx="2411">
                  <c:v>0.58320696487380153</c:v>
                </c:pt>
                <c:pt idx="2412">
                  <c:v>0.59996955278528241</c:v>
                </c:pt>
                <c:pt idx="2413">
                  <c:v>0.55894783964686234</c:v>
                </c:pt>
                <c:pt idx="2414">
                  <c:v>0.57612961615331726</c:v>
                </c:pt>
                <c:pt idx="2415">
                  <c:v>0.59393561816755946</c:v>
                </c:pt>
                <c:pt idx="2416">
                  <c:v>0.61047275397629941</c:v>
                </c:pt>
                <c:pt idx="2417">
                  <c:v>0.63465777105789789</c:v>
                </c:pt>
                <c:pt idx="2418">
                  <c:v>0.61291068865783094</c:v>
                </c:pt>
                <c:pt idx="2419">
                  <c:v>0.55378633936161248</c:v>
                </c:pt>
                <c:pt idx="2420">
                  <c:v>0.56922199400287377</c:v>
                </c:pt>
                <c:pt idx="2421">
                  <c:v>0.53607518687462141</c:v>
                </c:pt>
                <c:pt idx="2422">
                  <c:v>0.50428143585768082</c:v>
                </c:pt>
                <c:pt idx="2423">
                  <c:v>0.47961906565638651</c:v>
                </c:pt>
                <c:pt idx="2424">
                  <c:v>0.4544393861764025</c:v>
                </c:pt>
                <c:pt idx="2425">
                  <c:v>0.44920880452717959</c:v>
                </c:pt>
                <c:pt idx="2426">
                  <c:v>0.42683516239933589</c:v>
                </c:pt>
                <c:pt idx="2427">
                  <c:v>0.39990737540857468</c:v>
                </c:pt>
                <c:pt idx="2428">
                  <c:v>0.43868931749752116</c:v>
                </c:pt>
                <c:pt idx="2429">
                  <c:v>0.4322269573229125</c:v>
                </c:pt>
                <c:pt idx="2430">
                  <c:v>0.42002134104519701</c:v>
                </c:pt>
                <c:pt idx="2431">
                  <c:v>0.38191860941087186</c:v>
                </c:pt>
                <c:pt idx="2432">
                  <c:v>0.33474389595187254</c:v>
                </c:pt>
                <c:pt idx="2433">
                  <c:v>0.31624095017442483</c:v>
                </c:pt>
                <c:pt idx="2434">
                  <c:v>0.30581979112901742</c:v>
                </c:pt>
                <c:pt idx="2435">
                  <c:v>0.34250800735345849</c:v>
                </c:pt>
                <c:pt idx="2436">
                  <c:v>0.3478793688651336</c:v>
                </c:pt>
                <c:pt idx="2437">
                  <c:v>0.32130694750701427</c:v>
                </c:pt>
                <c:pt idx="2438">
                  <c:v>0.32962569026958632</c:v>
                </c:pt>
                <c:pt idx="2439">
                  <c:v>0.36615202121873186</c:v>
                </c:pt>
                <c:pt idx="2440">
                  <c:v>0.3644825418878942</c:v>
                </c:pt>
                <c:pt idx="2441">
                  <c:v>0.44338987335719188</c:v>
                </c:pt>
                <c:pt idx="2442">
                  <c:v>0.46852324378756244</c:v>
                </c:pt>
                <c:pt idx="2443">
                  <c:v>0.51541583884803999</c:v>
                </c:pt>
                <c:pt idx="2444">
                  <c:v>0.47931711550474188</c:v>
                </c:pt>
                <c:pt idx="2445">
                  <c:v>0.44719499605404017</c:v>
                </c:pt>
                <c:pt idx="2446">
                  <c:v>0.40665898623291769</c:v>
                </c:pt>
                <c:pt idx="2447">
                  <c:v>0.44856012503444787</c:v>
                </c:pt>
                <c:pt idx="2448">
                  <c:v>0.49998536069586191</c:v>
                </c:pt>
                <c:pt idx="2449">
                  <c:v>0.48814537778404787</c:v>
                </c:pt>
                <c:pt idx="2450">
                  <c:v>0.57282787926025003</c:v>
                </c:pt>
                <c:pt idx="2451">
                  <c:v>0.55081280957882228</c:v>
                </c:pt>
                <c:pt idx="2452">
                  <c:v>0.52753448396923808</c:v>
                </c:pt>
                <c:pt idx="2453">
                  <c:v>0.55149897309724605</c:v>
                </c:pt>
                <c:pt idx="2454">
                  <c:v>0.52838150202608825</c:v>
                </c:pt>
                <c:pt idx="2455">
                  <c:v>0.54443949270620917</c:v>
                </c:pt>
                <c:pt idx="2456">
                  <c:v>0.50937536640392023</c:v>
                </c:pt>
                <c:pt idx="2457">
                  <c:v>0.50025310553950564</c:v>
                </c:pt>
                <c:pt idx="2458">
                  <c:v>0.49488976015718372</c:v>
                </c:pt>
                <c:pt idx="2459">
                  <c:v>0.45001386679164468</c:v>
                </c:pt>
                <c:pt idx="2460">
                  <c:v>0.39723260944771144</c:v>
                </c:pt>
                <c:pt idx="2461">
                  <c:v>0.38647721537434443</c:v>
                </c:pt>
                <c:pt idx="2462">
                  <c:v>0.29747595589761006</c:v>
                </c:pt>
                <c:pt idx="2463">
                  <c:v>0.28872842062808229</c:v>
                </c:pt>
                <c:pt idx="2464">
                  <c:v>0.30519173747964856</c:v>
                </c:pt>
                <c:pt idx="2465">
                  <c:v>0.33018629027591528</c:v>
                </c:pt>
                <c:pt idx="2466">
                  <c:v>0.37480472084011807</c:v>
                </c:pt>
                <c:pt idx="2467">
                  <c:v>0.38638298908943303</c:v>
                </c:pt>
                <c:pt idx="2468">
                  <c:v>0.37656114176932071</c:v>
                </c:pt>
                <c:pt idx="2469">
                  <c:v>0.30979451924082591</c:v>
                </c:pt>
                <c:pt idx="2470">
                  <c:v>0.35950102473468631</c:v>
                </c:pt>
                <c:pt idx="2471">
                  <c:v>0.32269463207602828</c:v>
                </c:pt>
                <c:pt idx="2472">
                  <c:v>0.33090808382395981</c:v>
                </c:pt>
                <c:pt idx="2473">
                  <c:v>0.33684025522893424</c:v>
                </c:pt>
                <c:pt idx="2474">
                  <c:v>0.33979966510147469</c:v>
                </c:pt>
                <c:pt idx="2475">
                  <c:v>0.34746539920357011</c:v>
                </c:pt>
                <c:pt idx="2476">
                  <c:v>0.33429759642712631</c:v>
                </c:pt>
                <c:pt idx="2477">
                  <c:v>0.33743483887061226</c:v>
                </c:pt>
                <c:pt idx="2478">
                  <c:v>0.30052413243746257</c:v>
                </c:pt>
                <c:pt idx="2479">
                  <c:v>0.32923270959516326</c:v>
                </c:pt>
                <c:pt idx="2480">
                  <c:v>0.33721580964209497</c:v>
                </c:pt>
                <c:pt idx="2481">
                  <c:v>0.33243967485245879</c:v>
                </c:pt>
                <c:pt idx="2482">
                  <c:v>0.3346341137281405</c:v>
                </c:pt>
                <c:pt idx="2483">
                  <c:v>0.30523894449895328</c:v>
                </c:pt>
                <c:pt idx="2484">
                  <c:v>0.24146709026331614</c:v>
                </c:pt>
                <c:pt idx="2485">
                  <c:v>0.19577061520157063</c:v>
                </c:pt>
                <c:pt idx="2486">
                  <c:v>0.13874592502542288</c:v>
                </c:pt>
                <c:pt idx="2487">
                  <c:v>7.7694307321494682E-2</c:v>
                </c:pt>
                <c:pt idx="2488">
                  <c:v>5.9414955991151305E-2</c:v>
                </c:pt>
                <c:pt idx="2489">
                  <c:v>-1.0317235169960803E-2</c:v>
                </c:pt>
                <c:pt idx="2490">
                  <c:v>-4.3560147601507025E-2</c:v>
                </c:pt>
                <c:pt idx="2491">
                  <c:v>-4.727277354872636E-2</c:v>
                </c:pt>
                <c:pt idx="2492">
                  <c:v>-8.0055064833916292E-2</c:v>
                </c:pt>
                <c:pt idx="2493">
                  <c:v>-0.11484276621080587</c:v>
                </c:pt>
                <c:pt idx="2494">
                  <c:v>-0.11366115626253663</c:v>
                </c:pt>
                <c:pt idx="2495">
                  <c:v>-8.488849895207265E-2</c:v>
                </c:pt>
                <c:pt idx="2496">
                  <c:v>-7.7953120466877496E-2</c:v>
                </c:pt>
                <c:pt idx="2497">
                  <c:v>-0.12040334797866718</c:v>
                </c:pt>
                <c:pt idx="2498">
                  <c:v>-0.2002851871130587</c:v>
                </c:pt>
                <c:pt idx="2499">
                  <c:v>-0.20491851325531715</c:v>
                </c:pt>
                <c:pt idx="2500">
                  <c:v>-0.32934628547405143</c:v>
                </c:pt>
                <c:pt idx="2501">
                  <c:v>-0.36565652137404997</c:v>
                </c:pt>
                <c:pt idx="2502">
                  <c:v>-0.45192322549556607</c:v>
                </c:pt>
                <c:pt idx="2503">
                  <c:v>-0.51835601834985612</c:v>
                </c:pt>
                <c:pt idx="2504">
                  <c:v>-0.57015656539939286</c:v>
                </c:pt>
                <c:pt idx="2505">
                  <c:v>-0.59947724548244585</c:v>
                </c:pt>
                <c:pt idx="2506">
                  <c:v>-0.6502183502743264</c:v>
                </c:pt>
                <c:pt idx="2507">
                  <c:v>-0.68276466251598378</c:v>
                </c:pt>
                <c:pt idx="2508">
                  <c:v>-0.67676499570106763</c:v>
                </c:pt>
                <c:pt idx="2509">
                  <c:v>-0.64064150217744054</c:v>
                </c:pt>
                <c:pt idx="2510">
                  <c:v>-0.5683903204868006</c:v>
                </c:pt>
                <c:pt idx="2511">
                  <c:v>-0.62768678822010793</c:v>
                </c:pt>
                <c:pt idx="2512">
                  <c:v>-0.8090676430202548</c:v>
                </c:pt>
                <c:pt idx="2513">
                  <c:v>-0.93775821812303406</c:v>
                </c:pt>
                <c:pt idx="2514">
                  <c:v>-1.0180397797796394</c:v>
                </c:pt>
                <c:pt idx="2515">
                  <c:v>-1.0657074091162551</c:v>
                </c:pt>
                <c:pt idx="2516">
                  <c:v>-1.0720549793545067</c:v>
                </c:pt>
                <c:pt idx="2517">
                  <c:v>-1.1188950571696221</c:v>
                </c:pt>
                <c:pt idx="2518">
                  <c:v>-1.0829196301421664</c:v>
                </c:pt>
                <c:pt idx="2519">
                  <c:v>-1.053323712230859</c:v>
                </c:pt>
                <c:pt idx="2520">
                  <c:v>-1.0367271886596023</c:v>
                </c:pt>
                <c:pt idx="2521">
                  <c:v>-0.90711734923637444</c:v>
                </c:pt>
                <c:pt idx="2522">
                  <c:v>-0.91259912732377757</c:v>
                </c:pt>
                <c:pt idx="2523">
                  <c:v>-0.77487652272759888</c:v>
                </c:pt>
                <c:pt idx="2524">
                  <c:v>-0.68200638503709132</c:v>
                </c:pt>
                <c:pt idx="2525">
                  <c:v>-0.58887790385723038</c:v>
                </c:pt>
                <c:pt idx="2526">
                  <c:v>-0.53388290259319648</c:v>
                </c:pt>
                <c:pt idx="2527">
                  <c:v>-0.49922073322623628</c:v>
                </c:pt>
                <c:pt idx="2528">
                  <c:v>-0.44928334632382444</c:v>
                </c:pt>
                <c:pt idx="2529">
                  <c:v>-0.44118636996597099</c:v>
                </c:pt>
                <c:pt idx="2530">
                  <c:v>-0.53338136678471115</c:v>
                </c:pt>
                <c:pt idx="2531">
                  <c:v>-0.58445230195056619</c:v>
                </c:pt>
                <c:pt idx="2532">
                  <c:v>-0.54237844636514343</c:v>
                </c:pt>
                <c:pt idx="2533">
                  <c:v>-0.45206147072559844</c:v>
                </c:pt>
                <c:pt idx="2534">
                  <c:v>-0.36346269598602665</c:v>
                </c:pt>
                <c:pt idx="2535">
                  <c:v>-0.31043430145778067</c:v>
                </c:pt>
                <c:pt idx="2536">
                  <c:v>-0.28375116499472169</c:v>
                </c:pt>
                <c:pt idx="2537">
                  <c:v>-0.31985946617417976</c:v>
                </c:pt>
                <c:pt idx="2538">
                  <c:v>-0.28689227895993269</c:v>
                </c:pt>
                <c:pt idx="2539">
                  <c:v>-0.2859239816974955</c:v>
                </c:pt>
                <c:pt idx="2540">
                  <c:v>-0.23999030725115994</c:v>
                </c:pt>
                <c:pt idx="2541">
                  <c:v>-0.20195221448376569</c:v>
                </c:pt>
                <c:pt idx="2542">
                  <c:v>-0.2205342595035977</c:v>
                </c:pt>
                <c:pt idx="2543">
                  <c:v>-0.20719180269454265</c:v>
                </c:pt>
                <c:pt idx="2544">
                  <c:v>-0.29116259758655383</c:v>
                </c:pt>
                <c:pt idx="2545">
                  <c:v>-0.33707693376865872</c:v>
                </c:pt>
                <c:pt idx="2546">
                  <c:v>-0.39577548167434462</c:v>
                </c:pt>
                <c:pt idx="2547">
                  <c:v>-0.40860353306487768</c:v>
                </c:pt>
                <c:pt idx="2548">
                  <c:v>-0.39517856780823835</c:v>
                </c:pt>
                <c:pt idx="2549">
                  <c:v>-0.40769718951114914</c:v>
                </c:pt>
                <c:pt idx="2550">
                  <c:v>-0.40777896825265458</c:v>
                </c:pt>
                <c:pt idx="2551">
                  <c:v>-0.32277084566562575</c:v>
                </c:pt>
                <c:pt idx="2552">
                  <c:v>-0.25554177657437971</c:v>
                </c:pt>
                <c:pt idx="2553">
                  <c:v>-0.17193670991086782</c:v>
                </c:pt>
                <c:pt idx="2554">
                  <c:v>-9.8939018512426286E-2</c:v>
                </c:pt>
                <c:pt idx="2555">
                  <c:v>-3.1347091219043777E-2</c:v>
                </c:pt>
                <c:pt idx="2556">
                  <c:v>6.7961351515345186E-2</c:v>
                </c:pt>
                <c:pt idx="2557">
                  <c:v>0.14051600763211744</c:v>
                </c:pt>
                <c:pt idx="2558">
                  <c:v>0.18166609091665809</c:v>
                </c:pt>
                <c:pt idx="2559">
                  <c:v>0.22479124033083039</c:v>
                </c:pt>
                <c:pt idx="2560">
                  <c:v>0.22803563440099439</c:v>
                </c:pt>
                <c:pt idx="2561">
                  <c:v>0.22052114889417995</c:v>
                </c:pt>
                <c:pt idx="2562">
                  <c:v>0.16686956112913764</c:v>
                </c:pt>
                <c:pt idx="2563">
                  <c:v>0.1440330715242634</c:v>
                </c:pt>
                <c:pt idx="2564">
                  <c:v>0.18077491137038343</c:v>
                </c:pt>
                <c:pt idx="2565">
                  <c:v>0.23145017040708116</c:v>
                </c:pt>
                <c:pt idx="2566">
                  <c:v>0.31282877737183995</c:v>
                </c:pt>
                <c:pt idx="2567">
                  <c:v>0.40763503018754621</c:v>
                </c:pt>
                <c:pt idx="2568">
                  <c:v>0.47167763463966844</c:v>
                </c:pt>
                <c:pt idx="2569">
                  <c:v>0.49708648936932393</c:v>
                </c:pt>
                <c:pt idx="2570">
                  <c:v>0.5255540762430565</c:v>
                </c:pt>
                <c:pt idx="2571">
                  <c:v>0.59118756156054897</c:v>
                </c:pt>
                <c:pt idx="2572">
                  <c:v>0.61071287357186066</c:v>
                </c:pt>
                <c:pt idx="2573">
                  <c:v>0.63188689510073848</c:v>
                </c:pt>
                <c:pt idx="2574">
                  <c:v>0.63834805568799824</c:v>
                </c:pt>
                <c:pt idx="2575">
                  <c:v>0.68886998997669957</c:v>
                </c:pt>
                <c:pt idx="2576">
                  <c:v>0.71561025957877789</c:v>
                </c:pt>
                <c:pt idx="2577">
                  <c:v>0.68852961607454577</c:v>
                </c:pt>
                <c:pt idx="2578">
                  <c:v>0.62412333184601665</c:v>
                </c:pt>
                <c:pt idx="2579">
                  <c:v>0.64239309540581591</c:v>
                </c:pt>
                <c:pt idx="2580">
                  <c:v>0.66491210161823655</c:v>
                </c:pt>
                <c:pt idx="2581">
                  <c:v>0.67023781602656607</c:v>
                </c:pt>
                <c:pt idx="2582">
                  <c:v>0.66742413219867081</c:v>
                </c:pt>
                <c:pt idx="2583">
                  <c:v>0.69156106626382408</c:v>
                </c:pt>
                <c:pt idx="2584">
                  <c:v>0.66650043652879398</c:v>
                </c:pt>
                <c:pt idx="2585">
                  <c:v>0.69182902192103102</c:v>
                </c:pt>
                <c:pt idx="2586">
                  <c:v>0.62055232342711031</c:v>
                </c:pt>
                <c:pt idx="2587">
                  <c:v>0.59200911263222178</c:v>
                </c:pt>
                <c:pt idx="2588">
                  <c:v>0.54060407066340332</c:v>
                </c:pt>
                <c:pt idx="2589">
                  <c:v>0.5070077250477496</c:v>
                </c:pt>
                <c:pt idx="2590">
                  <c:v>0.5181110271552829</c:v>
                </c:pt>
                <c:pt idx="2591">
                  <c:v>0.52461190165253968</c:v>
                </c:pt>
                <c:pt idx="2592">
                  <c:v>0.53860061082896815</c:v>
                </c:pt>
                <c:pt idx="2593">
                  <c:v>0.54466285707604223</c:v>
                </c:pt>
                <c:pt idx="2594">
                  <c:v>0.51038564455812419</c:v>
                </c:pt>
                <c:pt idx="2595">
                  <c:v>0.47269359188043325</c:v>
                </c:pt>
                <c:pt idx="2596">
                  <c:v>0.41077283949405058</c:v>
                </c:pt>
                <c:pt idx="2597">
                  <c:v>0.37522821056355937</c:v>
                </c:pt>
                <c:pt idx="2598">
                  <c:v>0.38513749257748447</c:v>
                </c:pt>
                <c:pt idx="2599">
                  <c:v>0.45585673653152869</c:v>
                </c:pt>
                <c:pt idx="2600">
                  <c:v>0.44691162189815115</c:v>
                </c:pt>
                <c:pt idx="2601">
                  <c:v>0.41765685856949847</c:v>
                </c:pt>
                <c:pt idx="2602">
                  <c:v>0.43585852279182979</c:v>
                </c:pt>
                <c:pt idx="2603">
                  <c:v>0.49329024740112776</c:v>
                </c:pt>
                <c:pt idx="2604">
                  <c:v>0.54300269678516644</c:v>
                </c:pt>
                <c:pt idx="2605">
                  <c:v>0.64422503609306125</c:v>
                </c:pt>
                <c:pt idx="2606">
                  <c:v>0.63182615685715626</c:v>
                </c:pt>
                <c:pt idx="2607">
                  <c:v>0.66463173197009795</c:v>
                </c:pt>
                <c:pt idx="2608">
                  <c:v>0.66068021439318436</c:v>
                </c:pt>
                <c:pt idx="2609">
                  <c:v>0.71912933554892078</c:v>
                </c:pt>
                <c:pt idx="2610">
                  <c:v>0.75042270355528606</c:v>
                </c:pt>
                <c:pt idx="2611">
                  <c:v>0.75470987930826772</c:v>
                </c:pt>
                <c:pt idx="2612">
                  <c:v>0.71714273376961479</c:v>
                </c:pt>
                <c:pt idx="2613">
                  <c:v>0.63655368375844268</c:v>
                </c:pt>
                <c:pt idx="2614">
                  <c:v>0.56027153919107975</c:v>
                </c:pt>
                <c:pt idx="2615">
                  <c:v>0.49460344955790048</c:v>
                </c:pt>
                <c:pt idx="2616">
                  <c:v>0.4244374237302852</c:v>
                </c:pt>
                <c:pt idx="2617">
                  <c:v>0.36099432755828748</c:v>
                </c:pt>
                <c:pt idx="2618">
                  <c:v>0.26641352581288968</c:v>
                </c:pt>
                <c:pt idx="2619">
                  <c:v>0.18581343101788805</c:v>
                </c:pt>
                <c:pt idx="2620">
                  <c:v>6.26893673217465E-2</c:v>
                </c:pt>
                <c:pt idx="2621">
                  <c:v>-2.5989112042600366E-2</c:v>
                </c:pt>
                <c:pt idx="2622">
                  <c:v>-0.10078916431473152</c:v>
                </c:pt>
                <c:pt idx="2623">
                  <c:v>-0.1589282275729276</c:v>
                </c:pt>
                <c:pt idx="2624">
                  <c:v>-0.2696053410778127</c:v>
                </c:pt>
                <c:pt idx="2625">
                  <c:v>-0.3844787586210735</c:v>
                </c:pt>
                <c:pt idx="2626">
                  <c:v>-0.52283362527881172</c:v>
                </c:pt>
                <c:pt idx="2627">
                  <c:v>-0.579136433699449</c:v>
                </c:pt>
                <c:pt idx="2628">
                  <c:v>-0.61640601311096932</c:v>
                </c:pt>
                <c:pt idx="2629">
                  <c:v>-0.69566076628473061</c:v>
                </c:pt>
                <c:pt idx="2630">
                  <c:v>-0.76365027205168334</c:v>
                </c:pt>
                <c:pt idx="2631">
                  <c:v>-0.79768716626129543</c:v>
                </c:pt>
                <c:pt idx="2632">
                  <c:v>-0.78677266484474595</c:v>
                </c:pt>
                <c:pt idx="2633">
                  <c:v>-0.75416480611351577</c:v>
                </c:pt>
                <c:pt idx="2634">
                  <c:v>-0.73966588477908557</c:v>
                </c:pt>
                <c:pt idx="2635">
                  <c:v>-0.71027544412088617</c:v>
                </c:pt>
                <c:pt idx="2636">
                  <c:v>-0.69851295693245807</c:v>
                </c:pt>
                <c:pt idx="2637">
                  <c:v>-0.6360570162115039</c:v>
                </c:pt>
                <c:pt idx="2638">
                  <c:v>-0.5667390936147807</c:v>
                </c:pt>
                <c:pt idx="2639">
                  <c:v>-0.48970496332620844</c:v>
                </c:pt>
                <c:pt idx="2640">
                  <c:v>-0.50953325466708621</c:v>
                </c:pt>
                <c:pt idx="2641">
                  <c:v>-0.48723922833846262</c:v>
                </c:pt>
                <c:pt idx="2642">
                  <c:v>-0.44763962223770221</c:v>
                </c:pt>
                <c:pt idx="2643">
                  <c:v>-0.47813277403285265</c:v>
                </c:pt>
                <c:pt idx="2644">
                  <c:v>-0.47162909649769752</c:v>
                </c:pt>
                <c:pt idx="2645">
                  <c:v>-0.43504082984832881</c:v>
                </c:pt>
                <c:pt idx="2646">
                  <c:v>-0.38378939049323058</c:v>
                </c:pt>
                <c:pt idx="2647">
                  <c:v>-0.32213763381382748</c:v>
                </c:pt>
                <c:pt idx="2648">
                  <c:v>-0.25689938690781483</c:v>
                </c:pt>
                <c:pt idx="2649">
                  <c:v>-0.16224253794442356</c:v>
                </c:pt>
                <c:pt idx="2650">
                  <c:v>-9.4376103116632068E-2</c:v>
                </c:pt>
                <c:pt idx="2651">
                  <c:v>3.0274285964070505E-3</c:v>
                </c:pt>
                <c:pt idx="2652">
                  <c:v>3.3761139942778275E-2</c:v>
                </c:pt>
                <c:pt idx="2653">
                  <c:v>3.8480675381783708E-2</c:v>
                </c:pt>
                <c:pt idx="2654">
                  <c:v>2.5579948617662128E-2</c:v>
                </c:pt>
                <c:pt idx="2655">
                  <c:v>8.5000438094242237E-2</c:v>
                </c:pt>
                <c:pt idx="2656">
                  <c:v>4.8162113346290968E-2</c:v>
                </c:pt>
                <c:pt idx="2657">
                  <c:v>5.5934799091628434E-2</c:v>
                </c:pt>
                <c:pt idx="2658">
                  <c:v>6.433442278990896E-2</c:v>
                </c:pt>
                <c:pt idx="2659">
                  <c:v>7.4687149665242647E-2</c:v>
                </c:pt>
                <c:pt idx="2660">
                  <c:v>0.11999456957512614</c:v>
                </c:pt>
                <c:pt idx="2661">
                  <c:v>0.20820684043696094</c:v>
                </c:pt>
                <c:pt idx="2662">
                  <c:v>0.21763319330082961</c:v>
                </c:pt>
                <c:pt idx="2663">
                  <c:v>0.19033758231973372</c:v>
                </c:pt>
                <c:pt idx="2664">
                  <c:v>0.30854257775445731</c:v>
                </c:pt>
                <c:pt idx="2665">
                  <c:v>0.34831541882397038</c:v>
                </c:pt>
                <c:pt idx="2666">
                  <c:v>0.38504682675155238</c:v>
                </c:pt>
                <c:pt idx="2667">
                  <c:v>0.43598263962273265</c:v>
                </c:pt>
                <c:pt idx="2668">
                  <c:v>0.43509183365155901</c:v>
                </c:pt>
                <c:pt idx="2669">
                  <c:v>0.44502733911994119</c:v>
                </c:pt>
                <c:pt idx="2670">
                  <c:v>0.38149079009145365</c:v>
                </c:pt>
                <c:pt idx="2671">
                  <c:v>0.36185600676433405</c:v>
                </c:pt>
                <c:pt idx="2672">
                  <c:v>0.27057357678656635</c:v>
                </c:pt>
                <c:pt idx="2673">
                  <c:v>0.21389992143326816</c:v>
                </c:pt>
                <c:pt idx="2674">
                  <c:v>0.18310134113786031</c:v>
                </c:pt>
                <c:pt idx="2675">
                  <c:v>0.20557851704343694</c:v>
                </c:pt>
                <c:pt idx="2676">
                  <c:v>0.16147312500711755</c:v>
                </c:pt>
                <c:pt idx="2677">
                  <c:v>0.24565704746855488</c:v>
                </c:pt>
                <c:pt idx="2678">
                  <c:v>0.23837564874216943</c:v>
                </c:pt>
                <c:pt idx="2679">
                  <c:v>0.27189132946812417</c:v>
                </c:pt>
                <c:pt idx="2680">
                  <c:v>0.27504206786127022</c:v>
                </c:pt>
                <c:pt idx="2681">
                  <c:v>0.25864838644774879</c:v>
                </c:pt>
                <c:pt idx="2682">
                  <c:v>0.2824153972145414</c:v>
                </c:pt>
                <c:pt idx="2683">
                  <c:v>0.36234604002388809</c:v>
                </c:pt>
                <c:pt idx="2684">
                  <c:v>0.44424288881742446</c:v>
                </c:pt>
                <c:pt idx="2685">
                  <c:v>0.45367074315745498</c:v>
                </c:pt>
                <c:pt idx="2686">
                  <c:v>0.50633664508052401</c:v>
                </c:pt>
                <c:pt idx="2687">
                  <c:v>0.51669122471660822</c:v>
                </c:pt>
                <c:pt idx="2688">
                  <c:v>0.50895045405017969</c:v>
                </c:pt>
                <c:pt idx="2689">
                  <c:v>0.56519577250371389</c:v>
                </c:pt>
                <c:pt idx="2690">
                  <c:v>0.56572997509377787</c:v>
                </c:pt>
                <c:pt idx="2691">
                  <c:v>0.63477789382797944</c:v>
                </c:pt>
                <c:pt idx="2692">
                  <c:v>0.64504482765935323</c:v>
                </c:pt>
                <c:pt idx="2693">
                  <c:v>0.72082293685631871</c:v>
                </c:pt>
                <c:pt idx="2694">
                  <c:v>0.81512000240201599</c:v>
                </c:pt>
                <c:pt idx="2695">
                  <c:v>0.82795618253705849</c:v>
                </c:pt>
                <c:pt idx="2696">
                  <c:v>0.84757098270659503</c:v>
                </c:pt>
                <c:pt idx="2697">
                  <c:v>0.89741599085302726</c:v>
                </c:pt>
                <c:pt idx="2698">
                  <c:v>0.88055014773730911</c:v>
                </c:pt>
                <c:pt idx="2699">
                  <c:v>0.93070066289998399</c:v>
                </c:pt>
                <c:pt idx="2700">
                  <c:v>0.94022135675728491</c:v>
                </c:pt>
                <c:pt idx="2701">
                  <c:v>0.97981718577971921</c:v>
                </c:pt>
                <c:pt idx="2702">
                  <c:v>1.0163669382872136</c:v>
                </c:pt>
                <c:pt idx="2703">
                  <c:v>1.0670167027256758</c:v>
                </c:pt>
                <c:pt idx="2704">
                  <c:v>1.1207507490885142</c:v>
                </c:pt>
                <c:pt idx="2705">
                  <c:v>1.1517430163479181</c:v>
                </c:pt>
                <c:pt idx="2706">
                  <c:v>1.1642637083652836</c:v>
                </c:pt>
                <c:pt idx="2707">
                  <c:v>1.1475572652759976</c:v>
                </c:pt>
                <c:pt idx="2708">
                  <c:v>1.1608992755402257</c:v>
                </c:pt>
                <c:pt idx="2709">
                  <c:v>1.1694259326252696</c:v>
                </c:pt>
                <c:pt idx="2710">
                  <c:v>1.1786049713644307</c:v>
                </c:pt>
                <c:pt idx="2711">
                  <c:v>1.1673380816083185</c:v>
                </c:pt>
                <c:pt idx="2712">
                  <c:v>1.1853691839314806</c:v>
                </c:pt>
                <c:pt idx="2713">
                  <c:v>1.2345511819731287</c:v>
                </c:pt>
                <c:pt idx="2714">
                  <c:v>1.2193187097279621</c:v>
                </c:pt>
                <c:pt idx="2715">
                  <c:v>1.2023659319509821</c:v>
                </c:pt>
                <c:pt idx="2716">
                  <c:v>1.2040904431593265</c:v>
                </c:pt>
                <c:pt idx="2717">
                  <c:v>1.1628316901610747</c:v>
                </c:pt>
                <c:pt idx="2718">
                  <c:v>1.1076469159229554</c:v>
                </c:pt>
                <c:pt idx="2719">
                  <c:v>1.078535929906524</c:v>
                </c:pt>
                <c:pt idx="2720">
                  <c:v>1.0617577347139602</c:v>
                </c:pt>
                <c:pt idx="2721">
                  <c:v>1.0475155607803721</c:v>
                </c:pt>
                <c:pt idx="2722">
                  <c:v>1.0130390514977383</c:v>
                </c:pt>
                <c:pt idx="2723">
                  <c:v>0.95691910085937626</c:v>
                </c:pt>
                <c:pt idx="2724">
                  <c:v>0.89218770774814704</c:v>
                </c:pt>
                <c:pt idx="2725">
                  <c:v>0.817399456359027</c:v>
                </c:pt>
                <c:pt idx="2726">
                  <c:v>0.73402424384001763</c:v>
                </c:pt>
                <c:pt idx="2727">
                  <c:v>0.65823984319405493</c:v>
                </c:pt>
                <c:pt idx="2728">
                  <c:v>0.60600795970651022</c:v>
                </c:pt>
                <c:pt idx="2729">
                  <c:v>0.57516603629780172</c:v>
                </c:pt>
                <c:pt idx="2730">
                  <c:v>0.54122944763918346</c:v>
                </c:pt>
                <c:pt idx="2731">
                  <c:v>0.50400434902886382</c:v>
                </c:pt>
                <c:pt idx="2732">
                  <c:v>0.51514927636249486</c:v>
                </c:pt>
                <c:pt idx="2733">
                  <c:v>0.45530154323091004</c:v>
                </c:pt>
                <c:pt idx="2734">
                  <c:v>0.39999497846271398</c:v>
                </c:pt>
                <c:pt idx="2735">
                  <c:v>0.37819541370647825</c:v>
                </c:pt>
                <c:pt idx="2736">
                  <c:v>0.35800314018313845</c:v>
                </c:pt>
                <c:pt idx="2737">
                  <c:v>0.38044723993576091</c:v>
                </c:pt>
                <c:pt idx="2738">
                  <c:v>0.37087968490444501</c:v>
                </c:pt>
                <c:pt idx="2739">
                  <c:v>0.39293291563309196</c:v>
                </c:pt>
                <c:pt idx="2740">
                  <c:v>0.39084762457409822</c:v>
                </c:pt>
                <c:pt idx="2741">
                  <c:v>0.40131344439653766</c:v>
                </c:pt>
                <c:pt idx="2742">
                  <c:v>0.37189692805510033</c:v>
                </c:pt>
                <c:pt idx="2743">
                  <c:v>0.33404086709905906</c:v>
                </c:pt>
                <c:pt idx="2744">
                  <c:v>0.33288392231033609</c:v>
                </c:pt>
                <c:pt idx="2745">
                  <c:v>0.34028347183083901</c:v>
                </c:pt>
                <c:pt idx="2746">
                  <c:v>0.33951711536061696</c:v>
                </c:pt>
                <c:pt idx="2747">
                  <c:v>0.37072599246818433</c:v>
                </c:pt>
                <c:pt idx="2748">
                  <c:v>0.45536950082498123</c:v>
                </c:pt>
                <c:pt idx="2749">
                  <c:v>0.51364043785787361</c:v>
                </c:pt>
                <c:pt idx="2750">
                  <c:v>0.54198667652210986</c:v>
                </c:pt>
                <c:pt idx="2751">
                  <c:v>0.55589987051721701</c:v>
                </c:pt>
                <c:pt idx="2752">
                  <c:v>0.58536345740911755</c:v>
                </c:pt>
                <c:pt idx="2753">
                  <c:v>0.51368186771836599</c:v>
                </c:pt>
                <c:pt idx="2754">
                  <c:v>0.56464389036385532</c:v>
                </c:pt>
                <c:pt idx="2755">
                  <c:v>0.67734101076983144</c:v>
                </c:pt>
                <c:pt idx="2756">
                  <c:v>0.69138222821151296</c:v>
                </c:pt>
                <c:pt idx="2757">
                  <c:v>0.70121807925098123</c:v>
                </c:pt>
                <c:pt idx="2758">
                  <c:v>0.72880628381893342</c:v>
                </c:pt>
                <c:pt idx="2759">
                  <c:v>0.81347941240190902</c:v>
                </c:pt>
                <c:pt idx="2760">
                  <c:v>0.82862844894599685</c:v>
                </c:pt>
                <c:pt idx="2761">
                  <c:v>0.89702644341603455</c:v>
                </c:pt>
                <c:pt idx="2762">
                  <c:v>0.9502576562906585</c:v>
                </c:pt>
                <c:pt idx="2763">
                  <c:v>1.0095272639002395</c:v>
                </c:pt>
                <c:pt idx="2764">
                  <c:v>1.1286240284156985</c:v>
                </c:pt>
                <c:pt idx="2765">
                  <c:v>1.1894454032101995</c:v>
                </c:pt>
                <c:pt idx="2766">
                  <c:v>1.2073782690411909</c:v>
                </c:pt>
                <c:pt idx="2767">
                  <c:v>1.2510496192061229</c:v>
                </c:pt>
                <c:pt idx="2768">
                  <c:v>1.3003263168825212</c:v>
                </c:pt>
                <c:pt idx="2769">
                  <c:v>1.2622314517881166</c:v>
                </c:pt>
                <c:pt idx="2770">
                  <c:v>1.2120804909287286</c:v>
                </c:pt>
                <c:pt idx="2771">
                  <c:v>1.2177739853765441</c:v>
                </c:pt>
                <c:pt idx="2772">
                  <c:v>1.1737864324932852</c:v>
                </c:pt>
                <c:pt idx="2773">
                  <c:v>1.0570213648885303</c:v>
                </c:pt>
                <c:pt idx="2774">
                  <c:v>1.0351110631047724</c:v>
                </c:pt>
                <c:pt idx="2775">
                  <c:v>0.94696769336194953</c:v>
                </c:pt>
                <c:pt idx="2776">
                  <c:v>0.73994046178844108</c:v>
                </c:pt>
                <c:pt idx="2777">
                  <c:v>0.64722021184565304</c:v>
                </c:pt>
                <c:pt idx="2778">
                  <c:v>0.56823675935432372</c:v>
                </c:pt>
                <c:pt idx="2779">
                  <c:v>0.4433949270291766</c:v>
                </c:pt>
                <c:pt idx="2780">
                  <c:v>0.36767459640637401</c:v>
                </c:pt>
                <c:pt idx="2781">
                  <c:v>0.33252545073733952</c:v>
                </c:pt>
                <c:pt idx="2782">
                  <c:v>0.25902740946353137</c:v>
                </c:pt>
                <c:pt idx="2783">
                  <c:v>0.12429736908943087</c:v>
                </c:pt>
                <c:pt idx="2784">
                  <c:v>5.2820766594479485E-2</c:v>
                </c:pt>
                <c:pt idx="2785">
                  <c:v>-2.7083435864337754E-2</c:v>
                </c:pt>
                <c:pt idx="2786">
                  <c:v>-6.3132126957765905E-2</c:v>
                </c:pt>
                <c:pt idx="2787">
                  <c:v>-5.0541255247663501E-2</c:v>
                </c:pt>
                <c:pt idx="2788">
                  <c:v>-8.5047543115934252E-2</c:v>
                </c:pt>
                <c:pt idx="2789">
                  <c:v>-0.1101885521055679</c:v>
                </c:pt>
                <c:pt idx="2790">
                  <c:v>-9.4971247504965439E-2</c:v>
                </c:pt>
                <c:pt idx="2791">
                  <c:v>-5.6794413687996238E-2</c:v>
                </c:pt>
                <c:pt idx="2792">
                  <c:v>-7.7615918086539462E-2</c:v>
                </c:pt>
                <c:pt idx="2793">
                  <c:v>-2.8337584413336433E-4</c:v>
                </c:pt>
                <c:pt idx="2794">
                  <c:v>8.7969455789770168E-2</c:v>
                </c:pt>
                <c:pt idx="2795">
                  <c:v>0.1908835168072929</c:v>
                </c:pt>
                <c:pt idx="2796">
                  <c:v>0.30661667746005794</c:v>
                </c:pt>
                <c:pt idx="2797">
                  <c:v>0.46701136309251229</c:v>
                </c:pt>
                <c:pt idx="2798">
                  <c:v>0.62016281920145844</c:v>
                </c:pt>
                <c:pt idx="2799">
                  <c:v>0.75627533812808434</c:v>
                </c:pt>
                <c:pt idx="2800">
                  <c:v>0.85809536409805465</c:v>
                </c:pt>
                <c:pt idx="2801">
                  <c:v>0.92783290356929882</c:v>
                </c:pt>
                <c:pt idx="2802">
                  <c:v>0.97785974107106532</c:v>
                </c:pt>
                <c:pt idx="2803">
                  <c:v>1.051285255300096</c:v>
                </c:pt>
                <c:pt idx="2804">
                  <c:v>1.1944390848926398</c:v>
                </c:pt>
                <c:pt idx="2805">
                  <c:v>1.2534755205003134</c:v>
                </c:pt>
                <c:pt idx="2806">
                  <c:v>1.2965979114535979</c:v>
                </c:pt>
                <c:pt idx="2807">
                  <c:v>1.3401151970094163</c:v>
                </c:pt>
                <c:pt idx="2808">
                  <c:v>1.3600251740684304</c:v>
                </c:pt>
                <c:pt idx="2809">
                  <c:v>1.4283758843095853</c:v>
                </c:pt>
                <c:pt idx="2810">
                  <c:v>1.4405214597982763</c:v>
                </c:pt>
                <c:pt idx="2811">
                  <c:v>1.4809811704989091</c:v>
                </c:pt>
                <c:pt idx="2812">
                  <c:v>1.5530190199228331</c:v>
                </c:pt>
                <c:pt idx="2813">
                  <c:v>1.5892359082447236</c:v>
                </c:pt>
                <c:pt idx="2814">
                  <c:v>1.5832142495852719</c:v>
                </c:pt>
                <c:pt idx="2815">
                  <c:v>1.5820476922623952</c:v>
                </c:pt>
                <c:pt idx="2816">
                  <c:v>1.5077969747723625</c:v>
                </c:pt>
                <c:pt idx="2817">
                  <c:v>1.413579849156176</c:v>
                </c:pt>
                <c:pt idx="2818">
                  <c:v>1.3032755944039514</c:v>
                </c:pt>
                <c:pt idx="2819">
                  <c:v>1.1779542860939272</c:v>
                </c:pt>
                <c:pt idx="2820">
                  <c:v>1.0555130690708101</c:v>
                </c:pt>
                <c:pt idx="2821">
                  <c:v>0.95944340013454821</c:v>
                </c:pt>
                <c:pt idx="2822">
                  <c:v>0.84188150576965848</c:v>
                </c:pt>
                <c:pt idx="2823">
                  <c:v>0.72996971068760641</c:v>
                </c:pt>
                <c:pt idx="2824">
                  <c:v>0.67551520119050512</c:v>
                </c:pt>
                <c:pt idx="2825">
                  <c:v>0.57736760634985129</c:v>
                </c:pt>
                <c:pt idx="2826">
                  <c:v>0.53157265356931149</c:v>
                </c:pt>
                <c:pt idx="2827">
                  <c:v>0.44743434522388581</c:v>
                </c:pt>
                <c:pt idx="2828">
                  <c:v>0.35323704185349097</c:v>
                </c:pt>
                <c:pt idx="2829">
                  <c:v>0.26358975545541519</c:v>
                </c:pt>
                <c:pt idx="2830">
                  <c:v>0.18569261940544382</c:v>
                </c:pt>
                <c:pt idx="2831">
                  <c:v>0.13609201136210947</c:v>
                </c:pt>
                <c:pt idx="2832">
                  <c:v>3.4245578081365066E-2</c:v>
                </c:pt>
                <c:pt idx="2833">
                  <c:v>-9.3516200786162768E-2</c:v>
                </c:pt>
                <c:pt idx="2834">
                  <c:v>-0.19655202937693303</c:v>
                </c:pt>
                <c:pt idx="2835">
                  <c:v>-0.24807266902045208</c:v>
                </c:pt>
                <c:pt idx="2836">
                  <c:v>-0.23469116859509759</c:v>
                </c:pt>
                <c:pt idx="2837">
                  <c:v>-0.20331754322204695</c:v>
                </c:pt>
                <c:pt idx="2838">
                  <c:v>-0.1336328891986093</c:v>
                </c:pt>
                <c:pt idx="2839">
                  <c:v>-9.4982923092706631E-3</c:v>
                </c:pt>
                <c:pt idx="2840">
                  <c:v>5.0572380690329523E-2</c:v>
                </c:pt>
                <c:pt idx="2841">
                  <c:v>0.13882063351136695</c:v>
                </c:pt>
                <c:pt idx="2842">
                  <c:v>0.23496960687718188</c:v>
                </c:pt>
                <c:pt idx="2843">
                  <c:v>0.32372273055149087</c:v>
                </c:pt>
                <c:pt idx="2844">
                  <c:v>0.43255508310559748</c:v>
                </c:pt>
                <c:pt idx="2845">
                  <c:v>0.44140694124341179</c:v>
                </c:pt>
                <c:pt idx="2846">
                  <c:v>0.50590997940121141</c:v>
                </c:pt>
                <c:pt idx="2847">
                  <c:v>0.5304788506119803</c:v>
                </c:pt>
                <c:pt idx="2848">
                  <c:v>0.50940476092028042</c:v>
                </c:pt>
                <c:pt idx="2849">
                  <c:v>0.53379165207162349</c:v>
                </c:pt>
                <c:pt idx="2850">
                  <c:v>0.52621613417676172</c:v>
                </c:pt>
                <c:pt idx="2851">
                  <c:v>0.42890703073855813</c:v>
                </c:pt>
                <c:pt idx="2852">
                  <c:v>0.38303486076778603</c:v>
                </c:pt>
                <c:pt idx="2853">
                  <c:v>0.37087625445071765</c:v>
                </c:pt>
                <c:pt idx="2854">
                  <c:v>0.44685659218218632</c:v>
                </c:pt>
                <c:pt idx="2855">
                  <c:v>0.51943155941729136</c:v>
                </c:pt>
                <c:pt idx="2856">
                  <c:v>0.54335163323808466</c:v>
                </c:pt>
                <c:pt idx="2857">
                  <c:v>0.49916469914170025</c:v>
                </c:pt>
                <c:pt idx="2858">
                  <c:v>0.42887644033297584</c:v>
                </c:pt>
                <c:pt idx="2859">
                  <c:v>0.33212488785961225</c:v>
                </c:pt>
                <c:pt idx="2860">
                  <c:v>0.21845538226934913</c:v>
                </c:pt>
                <c:pt idx="2861">
                  <c:v>0.16396021905495384</c:v>
                </c:pt>
                <c:pt idx="2862">
                  <c:v>7.8504508676928444E-2</c:v>
                </c:pt>
                <c:pt idx="2863">
                  <c:v>-1.3552416366517687E-3</c:v>
                </c:pt>
                <c:pt idx="2864">
                  <c:v>-8.0174139867710686E-2</c:v>
                </c:pt>
                <c:pt idx="2865">
                  <c:v>-0.15402360584584035</c:v>
                </c:pt>
                <c:pt idx="2866">
                  <c:v>-0.16817656709034429</c:v>
                </c:pt>
                <c:pt idx="2867">
                  <c:v>-0.22643793305490001</c:v>
                </c:pt>
                <c:pt idx="2868">
                  <c:v>-0.26845327225352383</c:v>
                </c:pt>
                <c:pt idx="2869">
                  <c:v>-0.26670898250000097</c:v>
                </c:pt>
                <c:pt idx="2870">
                  <c:v>-0.28808749570438286</c:v>
                </c:pt>
                <c:pt idx="2871">
                  <c:v>-0.2519290030501784</c:v>
                </c:pt>
                <c:pt idx="2872">
                  <c:v>-0.19818781093369395</c:v>
                </c:pt>
                <c:pt idx="2873">
                  <c:v>-0.15194653714309331</c:v>
                </c:pt>
                <c:pt idx="2874">
                  <c:v>-0.13218037230553828</c:v>
                </c:pt>
                <c:pt idx="2875">
                  <c:v>-0.17866202164915229</c:v>
                </c:pt>
                <c:pt idx="2876">
                  <c:v>-0.19665754762543614</c:v>
                </c:pt>
                <c:pt idx="2877">
                  <c:v>-0.21706240627159587</c:v>
                </c:pt>
                <c:pt idx="2878">
                  <c:v>-0.21080447231798757</c:v>
                </c:pt>
                <c:pt idx="2879">
                  <c:v>-0.16116666141174793</c:v>
                </c:pt>
                <c:pt idx="2880">
                  <c:v>-9.0255457406997613E-2</c:v>
                </c:pt>
                <c:pt idx="2881">
                  <c:v>-5.3041736176898339E-3</c:v>
                </c:pt>
                <c:pt idx="2882">
                  <c:v>4.5867828962463664E-2</c:v>
                </c:pt>
                <c:pt idx="2883">
                  <c:v>0.12367894077895791</c:v>
                </c:pt>
                <c:pt idx="2884">
                  <c:v>0.22354844518316352</c:v>
                </c:pt>
                <c:pt idx="2885">
                  <c:v>0.32915017181747069</c:v>
                </c:pt>
                <c:pt idx="2886">
                  <c:v>0.41416726052035996</c:v>
                </c:pt>
                <c:pt idx="2887">
                  <c:v>0.47555443568830974</c:v>
                </c:pt>
                <c:pt idx="2888">
                  <c:v>0.54120626831296503</c:v>
                </c:pt>
                <c:pt idx="2889">
                  <c:v>0.59164111121757912</c:v>
                </c:pt>
                <c:pt idx="2890">
                  <c:v>0.63811485807685175</c:v>
                </c:pt>
                <c:pt idx="2891">
                  <c:v>0.6779214608586025</c:v>
                </c:pt>
                <c:pt idx="2892">
                  <c:v>0.71454337563028203</c:v>
                </c:pt>
                <c:pt idx="2893">
                  <c:v>0.82684166814989668</c:v>
                </c:pt>
                <c:pt idx="2894">
                  <c:v>0.88610415697199196</c:v>
                </c:pt>
                <c:pt idx="2895">
                  <c:v>0.92271630930597681</c:v>
                </c:pt>
                <c:pt idx="2896">
                  <c:v>0.95982584455619113</c:v>
                </c:pt>
                <c:pt idx="2897">
                  <c:v>1.0640275364537961</c:v>
                </c:pt>
                <c:pt idx="2898">
                  <c:v>1.1187186421333588</c:v>
                </c:pt>
                <c:pt idx="2899">
                  <c:v>1.1575300408702121</c:v>
                </c:pt>
                <c:pt idx="2900">
                  <c:v>1.1424729026008318</c:v>
                </c:pt>
                <c:pt idx="2901">
                  <c:v>1.1417771531008731</c:v>
                </c:pt>
                <c:pt idx="2902">
                  <c:v>1.0978009820265626</c:v>
                </c:pt>
                <c:pt idx="2903">
                  <c:v>1.0831392046685979</c:v>
                </c:pt>
                <c:pt idx="2904">
                  <c:v>1.0432936469641634</c:v>
                </c:pt>
                <c:pt idx="2905">
                  <c:v>0.99851763814498795</c:v>
                </c:pt>
                <c:pt idx="2906">
                  <c:v>0.97437985722291909</c:v>
                </c:pt>
                <c:pt idx="2907">
                  <c:v>0.95949011802005724</c:v>
                </c:pt>
                <c:pt idx="2908">
                  <c:v>0.91350650138954614</c:v>
                </c:pt>
                <c:pt idx="2909">
                  <c:v>0.85116577001299298</c:v>
                </c:pt>
                <c:pt idx="2910">
                  <c:v>0.81061052506790254</c:v>
                </c:pt>
                <c:pt idx="2911">
                  <c:v>0.8031553201960806</c:v>
                </c:pt>
                <c:pt idx="2912">
                  <c:v>0.7432226280533929</c:v>
                </c:pt>
                <c:pt idx="2913">
                  <c:v>0.64430863624934998</c:v>
                </c:pt>
                <c:pt idx="2914">
                  <c:v>0.51871929372384795</c:v>
                </c:pt>
                <c:pt idx="2915">
                  <c:v>0.41315623919557221</c:v>
                </c:pt>
                <c:pt idx="2916">
                  <c:v>0.31432978756836871</c:v>
                </c:pt>
                <c:pt idx="2917">
                  <c:v>0.19844888120505733</c:v>
                </c:pt>
                <c:pt idx="2918">
                  <c:v>-1.5466742088955029E-2</c:v>
                </c:pt>
                <c:pt idx="2919">
                  <c:v>-0.20856574574187953</c:v>
                </c:pt>
                <c:pt idx="2920">
                  <c:v>-0.34604109765949087</c:v>
                </c:pt>
                <c:pt idx="2921">
                  <c:v>-0.43037388335866261</c:v>
                </c:pt>
                <c:pt idx="2922">
                  <c:v>-0.53425052511184878</c:v>
                </c:pt>
                <c:pt idx="2923">
                  <c:v>-0.63884535635785489</c:v>
                </c:pt>
                <c:pt idx="2924">
                  <c:v>-0.73745707477102418</c:v>
                </c:pt>
                <c:pt idx="2925">
                  <c:v>-0.8613326928015036</c:v>
                </c:pt>
                <c:pt idx="2926">
                  <c:v>-0.90454544311080276</c:v>
                </c:pt>
                <c:pt idx="2927">
                  <c:v>-0.9737166133022207</c:v>
                </c:pt>
                <c:pt idx="2928">
                  <c:v>-1.0636117493266344</c:v>
                </c:pt>
                <c:pt idx="2929">
                  <c:v>-1.1004471385379351</c:v>
                </c:pt>
                <c:pt idx="2930">
                  <c:v>-1.1165804340176884</c:v>
                </c:pt>
                <c:pt idx="2931">
                  <c:v>-1.1357054862140445</c:v>
                </c:pt>
                <c:pt idx="2932">
                  <c:v>-1.0981038235287568</c:v>
                </c:pt>
                <c:pt idx="2933">
                  <c:v>-1.001470147605608</c:v>
                </c:pt>
                <c:pt idx="2934">
                  <c:v>-0.88940242712162842</c:v>
                </c:pt>
                <c:pt idx="2935">
                  <c:v>-0.80099391983709578</c:v>
                </c:pt>
                <c:pt idx="2936">
                  <c:v>-0.71985552175487433</c:v>
                </c:pt>
                <c:pt idx="2937">
                  <c:v>-0.61664176090976253</c:v>
                </c:pt>
                <c:pt idx="2938">
                  <c:v>-0.51349098858122777</c:v>
                </c:pt>
                <c:pt idx="2939">
                  <c:v>-0.42213906500564463</c:v>
                </c:pt>
                <c:pt idx="2940">
                  <c:v>-0.28871962045670152</c:v>
                </c:pt>
                <c:pt idx="2941">
                  <c:v>-0.17193598900983689</c:v>
                </c:pt>
                <c:pt idx="2942">
                  <c:v>-2.9905779228617514E-2</c:v>
                </c:pt>
                <c:pt idx="2943">
                  <c:v>5.6264536610925321E-2</c:v>
                </c:pt>
                <c:pt idx="2944">
                  <c:v>0.17979569963882996</c:v>
                </c:pt>
                <c:pt idx="2945">
                  <c:v>0.31416088967379374</c:v>
                </c:pt>
                <c:pt idx="2946">
                  <c:v>0.47207097374166007</c:v>
                </c:pt>
                <c:pt idx="2947">
                  <c:v>0.50173503013757081</c:v>
                </c:pt>
                <c:pt idx="2948">
                  <c:v>0.5784406687631346</c:v>
                </c:pt>
                <c:pt idx="2949">
                  <c:v>0.63894469076377636</c:v>
                </c:pt>
                <c:pt idx="2950">
                  <c:v>0.68282726585019438</c:v>
                </c:pt>
                <c:pt idx="2951">
                  <c:v>0.70752668936184826</c:v>
                </c:pt>
                <c:pt idx="2952">
                  <c:v>0.77312719958074583</c:v>
                </c:pt>
                <c:pt idx="2953">
                  <c:v>0.71893725110441886</c:v>
                </c:pt>
                <c:pt idx="2954">
                  <c:v>0.63119895147823935</c:v>
                </c:pt>
                <c:pt idx="2955">
                  <c:v>0.56780432495651323</c:v>
                </c:pt>
                <c:pt idx="2956">
                  <c:v>0.51494212240994086</c:v>
                </c:pt>
                <c:pt idx="2957">
                  <c:v>0.46073501077624651</c:v>
                </c:pt>
                <c:pt idx="2958">
                  <c:v>0.39500333793496822</c:v>
                </c:pt>
                <c:pt idx="2959">
                  <c:v>0.36955139643829593</c:v>
                </c:pt>
                <c:pt idx="2960">
                  <c:v>0.38363420114980173</c:v>
                </c:pt>
                <c:pt idx="2961">
                  <c:v>0.35641461110079165</c:v>
                </c:pt>
                <c:pt idx="2962">
                  <c:v>0.34264487757803203</c:v>
                </c:pt>
                <c:pt idx="2963">
                  <c:v>0.29670924756306105</c:v>
                </c:pt>
                <c:pt idx="2964">
                  <c:v>0.26125471332773809</c:v>
                </c:pt>
                <c:pt idx="2965">
                  <c:v>0.25611210429920478</c:v>
                </c:pt>
                <c:pt idx="2966">
                  <c:v>0.22830658072864271</c:v>
                </c:pt>
                <c:pt idx="2967">
                  <c:v>0.15183843869177954</c:v>
                </c:pt>
                <c:pt idx="2968">
                  <c:v>0.1193230056769647</c:v>
                </c:pt>
                <c:pt idx="2969">
                  <c:v>5.4540414647960979E-2</c:v>
                </c:pt>
                <c:pt idx="2970">
                  <c:v>6.8760527953842673E-2</c:v>
                </c:pt>
                <c:pt idx="2971">
                  <c:v>7.1521473272568331E-2</c:v>
                </c:pt>
                <c:pt idx="2972">
                  <c:v>5.1452029596712315E-2</c:v>
                </c:pt>
                <c:pt idx="2973">
                  <c:v>1.1691897390214473E-2</c:v>
                </c:pt>
                <c:pt idx="2974">
                  <c:v>-3.4067494499367421E-3</c:v>
                </c:pt>
                <c:pt idx="2975">
                  <c:v>-1.630302169765423E-2</c:v>
                </c:pt>
                <c:pt idx="2976">
                  <c:v>-2.2824458713528482E-2</c:v>
                </c:pt>
                <c:pt idx="2977">
                  <c:v>-5.4648561513261681E-2</c:v>
                </c:pt>
                <c:pt idx="2978">
                  <c:v>-7.6915335527349665E-2</c:v>
                </c:pt>
                <c:pt idx="2979">
                  <c:v>-4.1068838705707392E-2</c:v>
                </c:pt>
                <c:pt idx="2980">
                  <c:v>-6.4067197951889129E-2</c:v>
                </c:pt>
                <c:pt idx="2981">
                  <c:v>-6.3903863438120767E-2</c:v>
                </c:pt>
                <c:pt idx="2982">
                  <c:v>-5.0354428777920806E-3</c:v>
                </c:pt>
                <c:pt idx="2983">
                  <c:v>-2.5211858604403545E-2</c:v>
                </c:pt>
                <c:pt idx="2984">
                  <c:v>-2.8814711717595871E-2</c:v>
                </c:pt>
                <c:pt idx="2985">
                  <c:v>1.0399720466298725E-2</c:v>
                </c:pt>
                <c:pt idx="2986">
                  <c:v>3.6776999347285753E-2</c:v>
                </c:pt>
                <c:pt idx="2987">
                  <c:v>6.7465734221031054E-2</c:v>
                </c:pt>
                <c:pt idx="2988">
                  <c:v>0.1316163194674205</c:v>
                </c:pt>
                <c:pt idx="2989">
                  <c:v>0.2029010839732579</c:v>
                </c:pt>
                <c:pt idx="2990">
                  <c:v>0.25636748389672809</c:v>
                </c:pt>
                <c:pt idx="2991">
                  <c:v>0.26899128405784262</c:v>
                </c:pt>
                <c:pt idx="2992">
                  <c:v>0.26135676931441598</c:v>
                </c:pt>
                <c:pt idx="2993">
                  <c:v>0.25918458706899233</c:v>
                </c:pt>
                <c:pt idx="2994">
                  <c:v>0.24647141729375227</c:v>
                </c:pt>
                <c:pt idx="2995">
                  <c:v>0.31012618729877223</c:v>
                </c:pt>
                <c:pt idx="2996">
                  <c:v>0.38034900172718872</c:v>
                </c:pt>
                <c:pt idx="2997">
                  <c:v>0.39345830986789415</c:v>
                </c:pt>
                <c:pt idx="2998">
                  <c:v>0.44723541733204836</c:v>
                </c:pt>
                <c:pt idx="2999">
                  <c:v>0.49164689019935381</c:v>
                </c:pt>
                <c:pt idx="3000">
                  <c:v>0.51441667827164461</c:v>
                </c:pt>
                <c:pt idx="3001">
                  <c:v>0.57246006518680814</c:v>
                </c:pt>
                <c:pt idx="3002">
                  <c:v>0.58587039984474454</c:v>
                </c:pt>
                <c:pt idx="3003">
                  <c:v>0.63684117096901882</c:v>
                </c:pt>
                <c:pt idx="3004">
                  <c:v>0.76824243131562231</c:v>
                </c:pt>
                <c:pt idx="3005">
                  <c:v>0.86143501097642106</c:v>
                </c:pt>
                <c:pt idx="3006">
                  <c:v>0.89764390583187914</c:v>
                </c:pt>
                <c:pt idx="3007">
                  <c:v>0.91450525166681795</c:v>
                </c:pt>
                <c:pt idx="3008">
                  <c:v>0.90459920017937445</c:v>
                </c:pt>
                <c:pt idx="3009">
                  <c:v>0.90533635635440868</c:v>
                </c:pt>
                <c:pt idx="3010">
                  <c:v>0.87923249590464003</c:v>
                </c:pt>
                <c:pt idx="3011">
                  <c:v>0.84768500245394474</c:v>
                </c:pt>
                <c:pt idx="3012">
                  <c:v>0.85111054374537698</c:v>
                </c:pt>
                <c:pt idx="3013">
                  <c:v>0.86671281741689488</c:v>
                </c:pt>
                <c:pt idx="3014">
                  <c:v>0.93234448654925461</c:v>
                </c:pt>
                <c:pt idx="3015">
                  <c:v>0.94228066784199849</c:v>
                </c:pt>
                <c:pt idx="3016">
                  <c:v>0.92018752341031362</c:v>
                </c:pt>
                <c:pt idx="3017">
                  <c:v>0.9093176531698226</c:v>
                </c:pt>
                <c:pt idx="3018">
                  <c:v>0.91585433948704209</c:v>
                </c:pt>
              </c:numCache>
            </c:numRef>
          </c:val>
          <c:smooth val="0"/>
          <c:extLst>
            <c:ext xmlns:c16="http://schemas.microsoft.com/office/drawing/2014/chart" uri="{C3380CC4-5D6E-409C-BE32-E72D297353CC}">
              <c16:uniqueId val="{00000000-D17C-4AF1-B566-B2FA88984DDA}"/>
            </c:ext>
          </c:extLst>
        </c:ser>
        <c:dLbls>
          <c:showLegendKey val="0"/>
          <c:showVal val="0"/>
          <c:showCatName val="0"/>
          <c:showSerName val="0"/>
          <c:showPercent val="0"/>
          <c:showBubbleSize val="0"/>
        </c:dLbls>
        <c:smooth val="0"/>
        <c:axId val="12345631"/>
        <c:axId val="1711100431"/>
      </c:lineChart>
      <c:dateAx>
        <c:axId val="12345631"/>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711100431"/>
        <c:crosses val="autoZero"/>
        <c:auto val="1"/>
        <c:lblOffset val="100"/>
        <c:baseTimeUnit val="days"/>
        <c:majorUnit val="1"/>
        <c:majorTimeUnit val="years"/>
      </c:dateAx>
      <c:valAx>
        <c:axId val="1711100431"/>
        <c:scaling>
          <c:orientation val="minMax"/>
        </c:scaling>
        <c:delete val="0"/>
        <c:axPos val="l"/>
        <c:majorGridlines>
          <c:spPr>
            <a:ln w="9525"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345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154344197339364E-2"/>
          <c:y val="6.0346565742311571E-2"/>
          <c:w val="0.91728034531015512"/>
          <c:h val="0.71816522810077199"/>
        </c:manualLayout>
      </c:layout>
      <c:lineChart>
        <c:grouping val="standard"/>
        <c:varyColors val="0"/>
        <c:ser>
          <c:idx val="0"/>
          <c:order val="0"/>
          <c:spPr>
            <a:ln w="19050" cap="rnd">
              <a:solidFill>
                <a:srgbClr val="1F2F44"/>
              </a:solidFill>
              <a:round/>
            </a:ln>
            <a:effectLst/>
          </c:spPr>
          <c:marker>
            <c:symbol val="none"/>
          </c:marker>
          <c:cat>
            <c:numRef>
              <c:f>'Short Interest'!$A$26:$A$3044</c:f>
              <c:numCache>
                <c:formatCode>yyyy\-mm\-dd</c:formatCode>
                <c:ptCount val="3019"/>
                <c:pt idx="0">
                  <c:v>41803</c:v>
                </c:pt>
                <c:pt idx="1">
                  <c:v>41806</c:v>
                </c:pt>
                <c:pt idx="2">
                  <c:v>41807</c:v>
                </c:pt>
                <c:pt idx="3">
                  <c:v>41808</c:v>
                </c:pt>
                <c:pt idx="4">
                  <c:v>41810</c:v>
                </c:pt>
                <c:pt idx="5">
                  <c:v>41813</c:v>
                </c:pt>
                <c:pt idx="6">
                  <c:v>41814</c:v>
                </c:pt>
                <c:pt idx="7">
                  <c:v>41815</c:v>
                </c:pt>
                <c:pt idx="8">
                  <c:v>41816</c:v>
                </c:pt>
                <c:pt idx="9">
                  <c:v>41817</c:v>
                </c:pt>
                <c:pt idx="10">
                  <c:v>41820</c:v>
                </c:pt>
                <c:pt idx="11">
                  <c:v>41821</c:v>
                </c:pt>
                <c:pt idx="12">
                  <c:v>41822</c:v>
                </c:pt>
                <c:pt idx="13">
                  <c:v>41823</c:v>
                </c:pt>
                <c:pt idx="14">
                  <c:v>41824</c:v>
                </c:pt>
                <c:pt idx="15">
                  <c:v>41827</c:v>
                </c:pt>
                <c:pt idx="16">
                  <c:v>41828</c:v>
                </c:pt>
                <c:pt idx="17">
                  <c:v>41830</c:v>
                </c:pt>
                <c:pt idx="18">
                  <c:v>41831</c:v>
                </c:pt>
                <c:pt idx="19">
                  <c:v>41834</c:v>
                </c:pt>
                <c:pt idx="20">
                  <c:v>41835</c:v>
                </c:pt>
                <c:pt idx="21">
                  <c:v>41836</c:v>
                </c:pt>
                <c:pt idx="22">
                  <c:v>41837</c:v>
                </c:pt>
                <c:pt idx="23">
                  <c:v>41838</c:v>
                </c:pt>
                <c:pt idx="24">
                  <c:v>41841</c:v>
                </c:pt>
                <c:pt idx="25">
                  <c:v>41842</c:v>
                </c:pt>
                <c:pt idx="26">
                  <c:v>41843</c:v>
                </c:pt>
                <c:pt idx="27">
                  <c:v>41844</c:v>
                </c:pt>
                <c:pt idx="28">
                  <c:v>41845</c:v>
                </c:pt>
                <c:pt idx="29">
                  <c:v>41848</c:v>
                </c:pt>
                <c:pt idx="30">
                  <c:v>41849</c:v>
                </c:pt>
                <c:pt idx="31">
                  <c:v>41850</c:v>
                </c:pt>
                <c:pt idx="32">
                  <c:v>41851</c:v>
                </c:pt>
                <c:pt idx="33">
                  <c:v>41852</c:v>
                </c:pt>
                <c:pt idx="34">
                  <c:v>41855</c:v>
                </c:pt>
                <c:pt idx="35">
                  <c:v>41856</c:v>
                </c:pt>
                <c:pt idx="36">
                  <c:v>41857</c:v>
                </c:pt>
                <c:pt idx="37">
                  <c:v>41858</c:v>
                </c:pt>
                <c:pt idx="38">
                  <c:v>41859</c:v>
                </c:pt>
                <c:pt idx="39">
                  <c:v>41862</c:v>
                </c:pt>
                <c:pt idx="40">
                  <c:v>41863</c:v>
                </c:pt>
                <c:pt idx="41">
                  <c:v>41864</c:v>
                </c:pt>
                <c:pt idx="42">
                  <c:v>41865</c:v>
                </c:pt>
                <c:pt idx="43">
                  <c:v>41866</c:v>
                </c:pt>
                <c:pt idx="44">
                  <c:v>41869</c:v>
                </c:pt>
                <c:pt idx="45">
                  <c:v>41870</c:v>
                </c:pt>
                <c:pt idx="46">
                  <c:v>41871</c:v>
                </c:pt>
                <c:pt idx="47">
                  <c:v>41872</c:v>
                </c:pt>
                <c:pt idx="48">
                  <c:v>41873</c:v>
                </c:pt>
                <c:pt idx="49">
                  <c:v>41876</c:v>
                </c:pt>
                <c:pt idx="50">
                  <c:v>41877</c:v>
                </c:pt>
                <c:pt idx="51">
                  <c:v>41878</c:v>
                </c:pt>
                <c:pt idx="52">
                  <c:v>41879</c:v>
                </c:pt>
                <c:pt idx="53">
                  <c:v>41880</c:v>
                </c:pt>
                <c:pt idx="54">
                  <c:v>41883</c:v>
                </c:pt>
                <c:pt idx="55">
                  <c:v>41884</c:v>
                </c:pt>
                <c:pt idx="56">
                  <c:v>41885</c:v>
                </c:pt>
                <c:pt idx="57">
                  <c:v>41886</c:v>
                </c:pt>
                <c:pt idx="58">
                  <c:v>41887</c:v>
                </c:pt>
                <c:pt idx="59">
                  <c:v>41890</c:v>
                </c:pt>
                <c:pt idx="60">
                  <c:v>41891</c:v>
                </c:pt>
                <c:pt idx="61">
                  <c:v>41892</c:v>
                </c:pt>
                <c:pt idx="62">
                  <c:v>41893</c:v>
                </c:pt>
                <c:pt idx="63">
                  <c:v>41894</c:v>
                </c:pt>
                <c:pt idx="64">
                  <c:v>41897</c:v>
                </c:pt>
                <c:pt idx="65">
                  <c:v>41898</c:v>
                </c:pt>
                <c:pt idx="66">
                  <c:v>41899</c:v>
                </c:pt>
                <c:pt idx="67">
                  <c:v>41900</c:v>
                </c:pt>
                <c:pt idx="68">
                  <c:v>41901</c:v>
                </c:pt>
                <c:pt idx="69">
                  <c:v>41904</c:v>
                </c:pt>
                <c:pt idx="70">
                  <c:v>41905</c:v>
                </c:pt>
                <c:pt idx="71">
                  <c:v>41906</c:v>
                </c:pt>
                <c:pt idx="72">
                  <c:v>41907</c:v>
                </c:pt>
                <c:pt idx="73">
                  <c:v>41908</c:v>
                </c:pt>
                <c:pt idx="74">
                  <c:v>41911</c:v>
                </c:pt>
                <c:pt idx="75">
                  <c:v>41912</c:v>
                </c:pt>
                <c:pt idx="76">
                  <c:v>41913</c:v>
                </c:pt>
                <c:pt idx="77">
                  <c:v>41914</c:v>
                </c:pt>
                <c:pt idx="78">
                  <c:v>41915</c:v>
                </c:pt>
                <c:pt idx="79">
                  <c:v>41918</c:v>
                </c:pt>
                <c:pt idx="80">
                  <c:v>41919</c:v>
                </c:pt>
                <c:pt idx="81">
                  <c:v>41920</c:v>
                </c:pt>
                <c:pt idx="82">
                  <c:v>41921</c:v>
                </c:pt>
                <c:pt idx="83">
                  <c:v>41922</c:v>
                </c:pt>
                <c:pt idx="84">
                  <c:v>41925</c:v>
                </c:pt>
                <c:pt idx="85">
                  <c:v>41926</c:v>
                </c:pt>
                <c:pt idx="86">
                  <c:v>41927</c:v>
                </c:pt>
                <c:pt idx="87">
                  <c:v>41928</c:v>
                </c:pt>
                <c:pt idx="88">
                  <c:v>41929</c:v>
                </c:pt>
                <c:pt idx="89">
                  <c:v>41932</c:v>
                </c:pt>
                <c:pt idx="90">
                  <c:v>41933</c:v>
                </c:pt>
                <c:pt idx="91">
                  <c:v>41934</c:v>
                </c:pt>
                <c:pt idx="92">
                  <c:v>41935</c:v>
                </c:pt>
                <c:pt idx="93">
                  <c:v>41936</c:v>
                </c:pt>
                <c:pt idx="94">
                  <c:v>41939</c:v>
                </c:pt>
                <c:pt idx="95">
                  <c:v>41940</c:v>
                </c:pt>
                <c:pt idx="96">
                  <c:v>41941</c:v>
                </c:pt>
                <c:pt idx="97">
                  <c:v>41942</c:v>
                </c:pt>
                <c:pt idx="98">
                  <c:v>41943</c:v>
                </c:pt>
                <c:pt idx="99">
                  <c:v>41946</c:v>
                </c:pt>
                <c:pt idx="100">
                  <c:v>41947</c:v>
                </c:pt>
                <c:pt idx="101">
                  <c:v>41948</c:v>
                </c:pt>
                <c:pt idx="102">
                  <c:v>41949</c:v>
                </c:pt>
                <c:pt idx="103">
                  <c:v>41950</c:v>
                </c:pt>
                <c:pt idx="104">
                  <c:v>41953</c:v>
                </c:pt>
                <c:pt idx="105">
                  <c:v>41954</c:v>
                </c:pt>
                <c:pt idx="106">
                  <c:v>41955</c:v>
                </c:pt>
                <c:pt idx="107">
                  <c:v>41956</c:v>
                </c:pt>
                <c:pt idx="108">
                  <c:v>41957</c:v>
                </c:pt>
                <c:pt idx="109">
                  <c:v>41960</c:v>
                </c:pt>
                <c:pt idx="110">
                  <c:v>41961</c:v>
                </c:pt>
                <c:pt idx="111">
                  <c:v>41962</c:v>
                </c:pt>
                <c:pt idx="112">
                  <c:v>41964</c:v>
                </c:pt>
                <c:pt idx="113">
                  <c:v>41967</c:v>
                </c:pt>
                <c:pt idx="114">
                  <c:v>41968</c:v>
                </c:pt>
                <c:pt idx="115">
                  <c:v>41969</c:v>
                </c:pt>
                <c:pt idx="116">
                  <c:v>41970</c:v>
                </c:pt>
                <c:pt idx="117">
                  <c:v>41971</c:v>
                </c:pt>
                <c:pt idx="118">
                  <c:v>41974</c:v>
                </c:pt>
                <c:pt idx="119">
                  <c:v>41975</c:v>
                </c:pt>
                <c:pt idx="120">
                  <c:v>41976</c:v>
                </c:pt>
                <c:pt idx="121">
                  <c:v>41977</c:v>
                </c:pt>
                <c:pt idx="122">
                  <c:v>41978</c:v>
                </c:pt>
                <c:pt idx="123">
                  <c:v>41981</c:v>
                </c:pt>
                <c:pt idx="124">
                  <c:v>41982</c:v>
                </c:pt>
                <c:pt idx="125">
                  <c:v>41983</c:v>
                </c:pt>
                <c:pt idx="126">
                  <c:v>41984</c:v>
                </c:pt>
                <c:pt idx="127">
                  <c:v>41985</c:v>
                </c:pt>
                <c:pt idx="128">
                  <c:v>41988</c:v>
                </c:pt>
                <c:pt idx="129">
                  <c:v>41989</c:v>
                </c:pt>
                <c:pt idx="130">
                  <c:v>41990</c:v>
                </c:pt>
                <c:pt idx="131">
                  <c:v>41991</c:v>
                </c:pt>
                <c:pt idx="132">
                  <c:v>41992</c:v>
                </c:pt>
                <c:pt idx="133">
                  <c:v>41995</c:v>
                </c:pt>
                <c:pt idx="134">
                  <c:v>41996</c:v>
                </c:pt>
                <c:pt idx="135">
                  <c:v>41999</c:v>
                </c:pt>
                <c:pt idx="136">
                  <c:v>42002</c:v>
                </c:pt>
                <c:pt idx="137">
                  <c:v>42003</c:v>
                </c:pt>
                <c:pt idx="138">
                  <c:v>42006</c:v>
                </c:pt>
                <c:pt idx="139">
                  <c:v>42009</c:v>
                </c:pt>
                <c:pt idx="140">
                  <c:v>42010</c:v>
                </c:pt>
                <c:pt idx="141">
                  <c:v>42011</c:v>
                </c:pt>
                <c:pt idx="142">
                  <c:v>42012</c:v>
                </c:pt>
                <c:pt idx="143">
                  <c:v>42013</c:v>
                </c:pt>
                <c:pt idx="144">
                  <c:v>42016</c:v>
                </c:pt>
                <c:pt idx="145">
                  <c:v>42017</c:v>
                </c:pt>
                <c:pt idx="146">
                  <c:v>42018</c:v>
                </c:pt>
                <c:pt idx="147">
                  <c:v>42019</c:v>
                </c:pt>
                <c:pt idx="148">
                  <c:v>42020</c:v>
                </c:pt>
                <c:pt idx="149">
                  <c:v>42023</c:v>
                </c:pt>
                <c:pt idx="150">
                  <c:v>42024</c:v>
                </c:pt>
                <c:pt idx="151">
                  <c:v>42025</c:v>
                </c:pt>
                <c:pt idx="152">
                  <c:v>42026</c:v>
                </c:pt>
                <c:pt idx="153">
                  <c:v>42027</c:v>
                </c:pt>
                <c:pt idx="154">
                  <c:v>42030</c:v>
                </c:pt>
                <c:pt idx="155">
                  <c:v>42031</c:v>
                </c:pt>
                <c:pt idx="156">
                  <c:v>42032</c:v>
                </c:pt>
                <c:pt idx="157">
                  <c:v>42033</c:v>
                </c:pt>
                <c:pt idx="158">
                  <c:v>42034</c:v>
                </c:pt>
                <c:pt idx="159">
                  <c:v>42037</c:v>
                </c:pt>
                <c:pt idx="160">
                  <c:v>42038</c:v>
                </c:pt>
                <c:pt idx="161">
                  <c:v>42039</c:v>
                </c:pt>
                <c:pt idx="162">
                  <c:v>42040</c:v>
                </c:pt>
                <c:pt idx="163">
                  <c:v>42041</c:v>
                </c:pt>
                <c:pt idx="164">
                  <c:v>42044</c:v>
                </c:pt>
                <c:pt idx="165">
                  <c:v>42045</c:v>
                </c:pt>
                <c:pt idx="166">
                  <c:v>42046</c:v>
                </c:pt>
                <c:pt idx="167">
                  <c:v>42047</c:v>
                </c:pt>
                <c:pt idx="168">
                  <c:v>42048</c:v>
                </c:pt>
                <c:pt idx="169">
                  <c:v>42053</c:v>
                </c:pt>
                <c:pt idx="170">
                  <c:v>42054</c:v>
                </c:pt>
                <c:pt idx="171">
                  <c:v>42055</c:v>
                </c:pt>
                <c:pt idx="172">
                  <c:v>42058</c:v>
                </c:pt>
                <c:pt idx="173">
                  <c:v>42059</c:v>
                </c:pt>
                <c:pt idx="174">
                  <c:v>42060</c:v>
                </c:pt>
                <c:pt idx="175">
                  <c:v>42061</c:v>
                </c:pt>
                <c:pt idx="176">
                  <c:v>42062</c:v>
                </c:pt>
                <c:pt idx="177">
                  <c:v>42065</c:v>
                </c:pt>
                <c:pt idx="178">
                  <c:v>42066</c:v>
                </c:pt>
                <c:pt idx="179">
                  <c:v>42067</c:v>
                </c:pt>
                <c:pt idx="180">
                  <c:v>42068</c:v>
                </c:pt>
                <c:pt idx="181">
                  <c:v>42069</c:v>
                </c:pt>
                <c:pt idx="182">
                  <c:v>42072</c:v>
                </c:pt>
                <c:pt idx="183">
                  <c:v>42073</c:v>
                </c:pt>
                <c:pt idx="184">
                  <c:v>42074</c:v>
                </c:pt>
                <c:pt idx="185">
                  <c:v>42075</c:v>
                </c:pt>
                <c:pt idx="186">
                  <c:v>42076</c:v>
                </c:pt>
                <c:pt idx="187">
                  <c:v>42079</c:v>
                </c:pt>
                <c:pt idx="188">
                  <c:v>42080</c:v>
                </c:pt>
                <c:pt idx="189">
                  <c:v>42081</c:v>
                </c:pt>
                <c:pt idx="190">
                  <c:v>42082</c:v>
                </c:pt>
                <c:pt idx="191">
                  <c:v>42083</c:v>
                </c:pt>
                <c:pt idx="192">
                  <c:v>42086</c:v>
                </c:pt>
                <c:pt idx="193">
                  <c:v>42087</c:v>
                </c:pt>
                <c:pt idx="194">
                  <c:v>42088</c:v>
                </c:pt>
                <c:pt idx="195">
                  <c:v>42089</c:v>
                </c:pt>
                <c:pt idx="196">
                  <c:v>42090</c:v>
                </c:pt>
                <c:pt idx="197">
                  <c:v>42093</c:v>
                </c:pt>
                <c:pt idx="198">
                  <c:v>42094</c:v>
                </c:pt>
                <c:pt idx="199">
                  <c:v>42095</c:v>
                </c:pt>
                <c:pt idx="200">
                  <c:v>42096</c:v>
                </c:pt>
                <c:pt idx="201">
                  <c:v>42100</c:v>
                </c:pt>
                <c:pt idx="202">
                  <c:v>42101</c:v>
                </c:pt>
                <c:pt idx="203">
                  <c:v>42102</c:v>
                </c:pt>
                <c:pt idx="204">
                  <c:v>42103</c:v>
                </c:pt>
                <c:pt idx="205">
                  <c:v>42104</c:v>
                </c:pt>
                <c:pt idx="206">
                  <c:v>42107</c:v>
                </c:pt>
                <c:pt idx="207">
                  <c:v>42108</c:v>
                </c:pt>
                <c:pt idx="208">
                  <c:v>42109</c:v>
                </c:pt>
                <c:pt idx="209">
                  <c:v>42110</c:v>
                </c:pt>
                <c:pt idx="210">
                  <c:v>42111</c:v>
                </c:pt>
                <c:pt idx="211">
                  <c:v>42114</c:v>
                </c:pt>
                <c:pt idx="212">
                  <c:v>42116</c:v>
                </c:pt>
                <c:pt idx="213">
                  <c:v>42117</c:v>
                </c:pt>
                <c:pt idx="214">
                  <c:v>42118</c:v>
                </c:pt>
                <c:pt idx="215">
                  <c:v>42121</c:v>
                </c:pt>
                <c:pt idx="216">
                  <c:v>42122</c:v>
                </c:pt>
                <c:pt idx="217">
                  <c:v>42123</c:v>
                </c:pt>
                <c:pt idx="218">
                  <c:v>42124</c:v>
                </c:pt>
                <c:pt idx="219">
                  <c:v>42128</c:v>
                </c:pt>
                <c:pt idx="220">
                  <c:v>42129</c:v>
                </c:pt>
                <c:pt idx="221">
                  <c:v>42130</c:v>
                </c:pt>
                <c:pt idx="222">
                  <c:v>42131</c:v>
                </c:pt>
                <c:pt idx="223">
                  <c:v>42132</c:v>
                </c:pt>
                <c:pt idx="224">
                  <c:v>42135</c:v>
                </c:pt>
                <c:pt idx="225">
                  <c:v>42136</c:v>
                </c:pt>
                <c:pt idx="226">
                  <c:v>42137</c:v>
                </c:pt>
                <c:pt idx="227">
                  <c:v>42138</c:v>
                </c:pt>
                <c:pt idx="228">
                  <c:v>42139</c:v>
                </c:pt>
                <c:pt idx="229">
                  <c:v>42142</c:v>
                </c:pt>
                <c:pt idx="230">
                  <c:v>42143</c:v>
                </c:pt>
                <c:pt idx="231">
                  <c:v>42144</c:v>
                </c:pt>
                <c:pt idx="232">
                  <c:v>42145</c:v>
                </c:pt>
                <c:pt idx="233">
                  <c:v>42146</c:v>
                </c:pt>
                <c:pt idx="234">
                  <c:v>42149</c:v>
                </c:pt>
                <c:pt idx="235">
                  <c:v>42150</c:v>
                </c:pt>
                <c:pt idx="236">
                  <c:v>42151</c:v>
                </c:pt>
                <c:pt idx="237">
                  <c:v>42152</c:v>
                </c:pt>
                <c:pt idx="238">
                  <c:v>42153</c:v>
                </c:pt>
                <c:pt idx="239">
                  <c:v>42156</c:v>
                </c:pt>
                <c:pt idx="240">
                  <c:v>42157</c:v>
                </c:pt>
                <c:pt idx="241">
                  <c:v>42158</c:v>
                </c:pt>
                <c:pt idx="242">
                  <c:v>42160</c:v>
                </c:pt>
                <c:pt idx="243">
                  <c:v>42163</c:v>
                </c:pt>
                <c:pt idx="244">
                  <c:v>42164</c:v>
                </c:pt>
                <c:pt idx="245">
                  <c:v>42165</c:v>
                </c:pt>
                <c:pt idx="246">
                  <c:v>42166</c:v>
                </c:pt>
                <c:pt idx="247">
                  <c:v>42167</c:v>
                </c:pt>
                <c:pt idx="248">
                  <c:v>42170</c:v>
                </c:pt>
                <c:pt idx="249">
                  <c:v>42171</c:v>
                </c:pt>
                <c:pt idx="250">
                  <c:v>42172</c:v>
                </c:pt>
                <c:pt idx="251">
                  <c:v>42173</c:v>
                </c:pt>
                <c:pt idx="252">
                  <c:v>42174</c:v>
                </c:pt>
                <c:pt idx="253">
                  <c:v>42177</c:v>
                </c:pt>
                <c:pt idx="254">
                  <c:v>42178</c:v>
                </c:pt>
                <c:pt idx="255">
                  <c:v>42179</c:v>
                </c:pt>
                <c:pt idx="256">
                  <c:v>42180</c:v>
                </c:pt>
                <c:pt idx="257">
                  <c:v>42181</c:v>
                </c:pt>
                <c:pt idx="258">
                  <c:v>42184</c:v>
                </c:pt>
                <c:pt idx="259">
                  <c:v>42185</c:v>
                </c:pt>
                <c:pt idx="260">
                  <c:v>42186</c:v>
                </c:pt>
                <c:pt idx="261">
                  <c:v>42187</c:v>
                </c:pt>
                <c:pt idx="262">
                  <c:v>42188</c:v>
                </c:pt>
                <c:pt idx="263">
                  <c:v>42191</c:v>
                </c:pt>
                <c:pt idx="264">
                  <c:v>42192</c:v>
                </c:pt>
                <c:pt idx="265">
                  <c:v>42193</c:v>
                </c:pt>
                <c:pt idx="266">
                  <c:v>42195</c:v>
                </c:pt>
                <c:pt idx="267">
                  <c:v>42198</c:v>
                </c:pt>
                <c:pt idx="268">
                  <c:v>42199</c:v>
                </c:pt>
                <c:pt idx="269">
                  <c:v>42200</c:v>
                </c:pt>
                <c:pt idx="270">
                  <c:v>42201</c:v>
                </c:pt>
                <c:pt idx="271">
                  <c:v>42202</c:v>
                </c:pt>
                <c:pt idx="272">
                  <c:v>42205</c:v>
                </c:pt>
                <c:pt idx="273">
                  <c:v>42206</c:v>
                </c:pt>
                <c:pt idx="274">
                  <c:v>42207</c:v>
                </c:pt>
                <c:pt idx="275">
                  <c:v>42208</c:v>
                </c:pt>
                <c:pt idx="276">
                  <c:v>42209</c:v>
                </c:pt>
                <c:pt idx="277">
                  <c:v>42212</c:v>
                </c:pt>
                <c:pt idx="278">
                  <c:v>42213</c:v>
                </c:pt>
                <c:pt idx="279">
                  <c:v>42214</c:v>
                </c:pt>
                <c:pt idx="280">
                  <c:v>42215</c:v>
                </c:pt>
                <c:pt idx="281">
                  <c:v>42216</c:v>
                </c:pt>
                <c:pt idx="282">
                  <c:v>42219</c:v>
                </c:pt>
                <c:pt idx="283">
                  <c:v>42220</c:v>
                </c:pt>
                <c:pt idx="284">
                  <c:v>42221</c:v>
                </c:pt>
                <c:pt idx="285">
                  <c:v>42222</c:v>
                </c:pt>
                <c:pt idx="286">
                  <c:v>42223</c:v>
                </c:pt>
                <c:pt idx="287">
                  <c:v>42226</c:v>
                </c:pt>
                <c:pt idx="288">
                  <c:v>42227</c:v>
                </c:pt>
                <c:pt idx="289">
                  <c:v>42228</c:v>
                </c:pt>
                <c:pt idx="290">
                  <c:v>42229</c:v>
                </c:pt>
                <c:pt idx="291">
                  <c:v>42230</c:v>
                </c:pt>
                <c:pt idx="292">
                  <c:v>42233</c:v>
                </c:pt>
                <c:pt idx="293">
                  <c:v>42234</c:v>
                </c:pt>
                <c:pt idx="294">
                  <c:v>42235</c:v>
                </c:pt>
                <c:pt idx="295">
                  <c:v>42236</c:v>
                </c:pt>
                <c:pt idx="296">
                  <c:v>42237</c:v>
                </c:pt>
                <c:pt idx="297">
                  <c:v>42240</c:v>
                </c:pt>
                <c:pt idx="298">
                  <c:v>42241</c:v>
                </c:pt>
                <c:pt idx="299">
                  <c:v>42242</c:v>
                </c:pt>
                <c:pt idx="300">
                  <c:v>42243</c:v>
                </c:pt>
                <c:pt idx="301">
                  <c:v>42244</c:v>
                </c:pt>
                <c:pt idx="302">
                  <c:v>42247</c:v>
                </c:pt>
                <c:pt idx="303">
                  <c:v>42248</c:v>
                </c:pt>
                <c:pt idx="304">
                  <c:v>42249</c:v>
                </c:pt>
                <c:pt idx="305">
                  <c:v>42250</c:v>
                </c:pt>
                <c:pt idx="306">
                  <c:v>42251</c:v>
                </c:pt>
                <c:pt idx="307">
                  <c:v>42255</c:v>
                </c:pt>
                <c:pt idx="308">
                  <c:v>42256</c:v>
                </c:pt>
                <c:pt idx="309">
                  <c:v>42257</c:v>
                </c:pt>
                <c:pt idx="310">
                  <c:v>42258</c:v>
                </c:pt>
                <c:pt idx="311">
                  <c:v>42261</c:v>
                </c:pt>
                <c:pt idx="312">
                  <c:v>42262</c:v>
                </c:pt>
                <c:pt idx="313">
                  <c:v>42263</c:v>
                </c:pt>
                <c:pt idx="314">
                  <c:v>42264</c:v>
                </c:pt>
                <c:pt idx="315">
                  <c:v>42265</c:v>
                </c:pt>
                <c:pt idx="316">
                  <c:v>42268</c:v>
                </c:pt>
                <c:pt idx="317">
                  <c:v>42269</c:v>
                </c:pt>
                <c:pt idx="318">
                  <c:v>42270</c:v>
                </c:pt>
                <c:pt idx="319">
                  <c:v>42271</c:v>
                </c:pt>
                <c:pt idx="320">
                  <c:v>42272</c:v>
                </c:pt>
                <c:pt idx="321">
                  <c:v>42275</c:v>
                </c:pt>
                <c:pt idx="322">
                  <c:v>42276</c:v>
                </c:pt>
                <c:pt idx="323">
                  <c:v>42277</c:v>
                </c:pt>
                <c:pt idx="324">
                  <c:v>42278</c:v>
                </c:pt>
                <c:pt idx="325">
                  <c:v>42279</c:v>
                </c:pt>
                <c:pt idx="326">
                  <c:v>42282</c:v>
                </c:pt>
                <c:pt idx="327">
                  <c:v>42283</c:v>
                </c:pt>
                <c:pt idx="328">
                  <c:v>42284</c:v>
                </c:pt>
                <c:pt idx="329">
                  <c:v>42285</c:v>
                </c:pt>
                <c:pt idx="330">
                  <c:v>42286</c:v>
                </c:pt>
                <c:pt idx="331">
                  <c:v>42290</c:v>
                </c:pt>
                <c:pt idx="332">
                  <c:v>42291</c:v>
                </c:pt>
                <c:pt idx="333">
                  <c:v>42292</c:v>
                </c:pt>
                <c:pt idx="334">
                  <c:v>42293</c:v>
                </c:pt>
                <c:pt idx="335">
                  <c:v>42296</c:v>
                </c:pt>
                <c:pt idx="336">
                  <c:v>42297</c:v>
                </c:pt>
                <c:pt idx="337">
                  <c:v>42298</c:v>
                </c:pt>
                <c:pt idx="338">
                  <c:v>42299</c:v>
                </c:pt>
                <c:pt idx="339">
                  <c:v>42300</c:v>
                </c:pt>
                <c:pt idx="340">
                  <c:v>42303</c:v>
                </c:pt>
                <c:pt idx="341">
                  <c:v>42304</c:v>
                </c:pt>
                <c:pt idx="342">
                  <c:v>42305</c:v>
                </c:pt>
                <c:pt idx="343">
                  <c:v>42306</c:v>
                </c:pt>
                <c:pt idx="344">
                  <c:v>42307</c:v>
                </c:pt>
                <c:pt idx="345">
                  <c:v>42311</c:v>
                </c:pt>
                <c:pt idx="346">
                  <c:v>42312</c:v>
                </c:pt>
                <c:pt idx="347">
                  <c:v>42313</c:v>
                </c:pt>
                <c:pt idx="348">
                  <c:v>42314</c:v>
                </c:pt>
                <c:pt idx="349">
                  <c:v>42317</c:v>
                </c:pt>
                <c:pt idx="350">
                  <c:v>42318</c:v>
                </c:pt>
                <c:pt idx="351">
                  <c:v>42319</c:v>
                </c:pt>
                <c:pt idx="352">
                  <c:v>42320</c:v>
                </c:pt>
                <c:pt idx="353">
                  <c:v>42321</c:v>
                </c:pt>
                <c:pt idx="354">
                  <c:v>42324</c:v>
                </c:pt>
                <c:pt idx="355">
                  <c:v>42325</c:v>
                </c:pt>
                <c:pt idx="356">
                  <c:v>42326</c:v>
                </c:pt>
                <c:pt idx="357">
                  <c:v>42327</c:v>
                </c:pt>
                <c:pt idx="358">
                  <c:v>42331</c:v>
                </c:pt>
                <c:pt idx="359">
                  <c:v>42332</c:v>
                </c:pt>
                <c:pt idx="360">
                  <c:v>42333</c:v>
                </c:pt>
                <c:pt idx="361">
                  <c:v>42334</c:v>
                </c:pt>
                <c:pt idx="362">
                  <c:v>42335</c:v>
                </c:pt>
                <c:pt idx="363">
                  <c:v>42338</c:v>
                </c:pt>
                <c:pt idx="364">
                  <c:v>42339</c:v>
                </c:pt>
                <c:pt idx="365">
                  <c:v>42340</c:v>
                </c:pt>
                <c:pt idx="366">
                  <c:v>42341</c:v>
                </c:pt>
                <c:pt idx="367">
                  <c:v>42342</c:v>
                </c:pt>
                <c:pt idx="368">
                  <c:v>42345</c:v>
                </c:pt>
                <c:pt idx="369">
                  <c:v>42346</c:v>
                </c:pt>
                <c:pt idx="370">
                  <c:v>42347</c:v>
                </c:pt>
                <c:pt idx="371">
                  <c:v>42348</c:v>
                </c:pt>
                <c:pt idx="372">
                  <c:v>42349</c:v>
                </c:pt>
                <c:pt idx="373">
                  <c:v>42352</c:v>
                </c:pt>
                <c:pt idx="374">
                  <c:v>42353</c:v>
                </c:pt>
                <c:pt idx="375">
                  <c:v>42354</c:v>
                </c:pt>
                <c:pt idx="376">
                  <c:v>42355</c:v>
                </c:pt>
                <c:pt idx="377">
                  <c:v>42356</c:v>
                </c:pt>
                <c:pt idx="378">
                  <c:v>42359</c:v>
                </c:pt>
                <c:pt idx="379">
                  <c:v>42360</c:v>
                </c:pt>
                <c:pt idx="380">
                  <c:v>42361</c:v>
                </c:pt>
                <c:pt idx="381">
                  <c:v>42366</c:v>
                </c:pt>
                <c:pt idx="382">
                  <c:v>42367</c:v>
                </c:pt>
                <c:pt idx="383">
                  <c:v>42368</c:v>
                </c:pt>
                <c:pt idx="384">
                  <c:v>42373</c:v>
                </c:pt>
                <c:pt idx="385">
                  <c:v>42374</c:v>
                </c:pt>
                <c:pt idx="386">
                  <c:v>42375</c:v>
                </c:pt>
                <c:pt idx="387">
                  <c:v>42376</c:v>
                </c:pt>
                <c:pt idx="388">
                  <c:v>42377</c:v>
                </c:pt>
                <c:pt idx="389">
                  <c:v>42380</c:v>
                </c:pt>
                <c:pt idx="390">
                  <c:v>42381</c:v>
                </c:pt>
                <c:pt idx="391">
                  <c:v>42382</c:v>
                </c:pt>
                <c:pt idx="392">
                  <c:v>42383</c:v>
                </c:pt>
                <c:pt idx="393">
                  <c:v>42384</c:v>
                </c:pt>
                <c:pt idx="394">
                  <c:v>42387</c:v>
                </c:pt>
                <c:pt idx="395">
                  <c:v>42388</c:v>
                </c:pt>
                <c:pt idx="396">
                  <c:v>42389</c:v>
                </c:pt>
                <c:pt idx="397">
                  <c:v>42390</c:v>
                </c:pt>
                <c:pt idx="398">
                  <c:v>42391</c:v>
                </c:pt>
                <c:pt idx="399">
                  <c:v>42395</c:v>
                </c:pt>
                <c:pt idx="400">
                  <c:v>42396</c:v>
                </c:pt>
                <c:pt idx="401">
                  <c:v>42397</c:v>
                </c:pt>
                <c:pt idx="402">
                  <c:v>42398</c:v>
                </c:pt>
                <c:pt idx="403">
                  <c:v>42401</c:v>
                </c:pt>
                <c:pt idx="404">
                  <c:v>42402</c:v>
                </c:pt>
                <c:pt idx="405">
                  <c:v>42403</c:v>
                </c:pt>
                <c:pt idx="406">
                  <c:v>42404</c:v>
                </c:pt>
                <c:pt idx="407">
                  <c:v>42405</c:v>
                </c:pt>
                <c:pt idx="408">
                  <c:v>42410</c:v>
                </c:pt>
                <c:pt idx="409">
                  <c:v>42411</c:v>
                </c:pt>
                <c:pt idx="410">
                  <c:v>42412</c:v>
                </c:pt>
                <c:pt idx="411">
                  <c:v>42415</c:v>
                </c:pt>
                <c:pt idx="412">
                  <c:v>42416</c:v>
                </c:pt>
                <c:pt idx="413">
                  <c:v>42417</c:v>
                </c:pt>
                <c:pt idx="414">
                  <c:v>42418</c:v>
                </c:pt>
                <c:pt idx="415">
                  <c:v>42419</c:v>
                </c:pt>
                <c:pt idx="416">
                  <c:v>42422</c:v>
                </c:pt>
                <c:pt idx="417">
                  <c:v>42423</c:v>
                </c:pt>
                <c:pt idx="418">
                  <c:v>42424</c:v>
                </c:pt>
                <c:pt idx="419">
                  <c:v>42425</c:v>
                </c:pt>
                <c:pt idx="420">
                  <c:v>42426</c:v>
                </c:pt>
                <c:pt idx="421">
                  <c:v>42429</c:v>
                </c:pt>
                <c:pt idx="422">
                  <c:v>42430</c:v>
                </c:pt>
                <c:pt idx="423">
                  <c:v>42431</c:v>
                </c:pt>
                <c:pt idx="424">
                  <c:v>42432</c:v>
                </c:pt>
                <c:pt idx="425">
                  <c:v>42433</c:v>
                </c:pt>
                <c:pt idx="426">
                  <c:v>42436</c:v>
                </c:pt>
                <c:pt idx="427">
                  <c:v>42437</c:v>
                </c:pt>
                <c:pt idx="428">
                  <c:v>42438</c:v>
                </c:pt>
                <c:pt idx="429">
                  <c:v>42439</c:v>
                </c:pt>
                <c:pt idx="430">
                  <c:v>42440</c:v>
                </c:pt>
                <c:pt idx="431">
                  <c:v>42443</c:v>
                </c:pt>
                <c:pt idx="432">
                  <c:v>42444</c:v>
                </c:pt>
                <c:pt idx="433">
                  <c:v>42445</c:v>
                </c:pt>
                <c:pt idx="434">
                  <c:v>42446</c:v>
                </c:pt>
                <c:pt idx="435">
                  <c:v>42447</c:v>
                </c:pt>
                <c:pt idx="436">
                  <c:v>42450</c:v>
                </c:pt>
                <c:pt idx="437">
                  <c:v>42451</c:v>
                </c:pt>
                <c:pt idx="438">
                  <c:v>42452</c:v>
                </c:pt>
                <c:pt idx="439">
                  <c:v>42453</c:v>
                </c:pt>
                <c:pt idx="440">
                  <c:v>42457</c:v>
                </c:pt>
                <c:pt idx="441">
                  <c:v>42458</c:v>
                </c:pt>
                <c:pt idx="442">
                  <c:v>42459</c:v>
                </c:pt>
                <c:pt idx="443">
                  <c:v>42460</c:v>
                </c:pt>
                <c:pt idx="444">
                  <c:v>42461</c:v>
                </c:pt>
                <c:pt idx="445">
                  <c:v>42464</c:v>
                </c:pt>
                <c:pt idx="446">
                  <c:v>42465</c:v>
                </c:pt>
                <c:pt idx="447">
                  <c:v>42466</c:v>
                </c:pt>
                <c:pt idx="448">
                  <c:v>42467</c:v>
                </c:pt>
                <c:pt idx="449">
                  <c:v>42468</c:v>
                </c:pt>
                <c:pt idx="450">
                  <c:v>42471</c:v>
                </c:pt>
                <c:pt idx="451">
                  <c:v>42472</c:v>
                </c:pt>
                <c:pt idx="452">
                  <c:v>42473</c:v>
                </c:pt>
                <c:pt idx="453">
                  <c:v>42474</c:v>
                </c:pt>
                <c:pt idx="454">
                  <c:v>42475</c:v>
                </c:pt>
                <c:pt idx="455">
                  <c:v>42478</c:v>
                </c:pt>
                <c:pt idx="456">
                  <c:v>42479</c:v>
                </c:pt>
                <c:pt idx="457">
                  <c:v>42480</c:v>
                </c:pt>
                <c:pt idx="458">
                  <c:v>42482</c:v>
                </c:pt>
                <c:pt idx="459">
                  <c:v>42485</c:v>
                </c:pt>
                <c:pt idx="460">
                  <c:v>42486</c:v>
                </c:pt>
                <c:pt idx="461">
                  <c:v>42487</c:v>
                </c:pt>
                <c:pt idx="462">
                  <c:v>42488</c:v>
                </c:pt>
                <c:pt idx="463">
                  <c:v>42489</c:v>
                </c:pt>
                <c:pt idx="464">
                  <c:v>42492</c:v>
                </c:pt>
                <c:pt idx="465">
                  <c:v>42493</c:v>
                </c:pt>
                <c:pt idx="466">
                  <c:v>42494</c:v>
                </c:pt>
                <c:pt idx="467">
                  <c:v>42495</c:v>
                </c:pt>
                <c:pt idx="468">
                  <c:v>42496</c:v>
                </c:pt>
                <c:pt idx="469">
                  <c:v>42499</c:v>
                </c:pt>
                <c:pt idx="470">
                  <c:v>42500</c:v>
                </c:pt>
                <c:pt idx="471">
                  <c:v>42501</c:v>
                </c:pt>
                <c:pt idx="472">
                  <c:v>42502</c:v>
                </c:pt>
                <c:pt idx="473">
                  <c:v>42503</c:v>
                </c:pt>
                <c:pt idx="474">
                  <c:v>42506</c:v>
                </c:pt>
                <c:pt idx="475">
                  <c:v>42507</c:v>
                </c:pt>
                <c:pt idx="476">
                  <c:v>42508</c:v>
                </c:pt>
                <c:pt idx="477">
                  <c:v>42509</c:v>
                </c:pt>
                <c:pt idx="478">
                  <c:v>42510</c:v>
                </c:pt>
                <c:pt idx="479">
                  <c:v>42513</c:v>
                </c:pt>
                <c:pt idx="480">
                  <c:v>42514</c:v>
                </c:pt>
                <c:pt idx="481">
                  <c:v>42515</c:v>
                </c:pt>
                <c:pt idx="482">
                  <c:v>42517</c:v>
                </c:pt>
                <c:pt idx="483">
                  <c:v>42520</c:v>
                </c:pt>
                <c:pt idx="484">
                  <c:v>42521</c:v>
                </c:pt>
                <c:pt idx="485">
                  <c:v>42522</c:v>
                </c:pt>
                <c:pt idx="486">
                  <c:v>42523</c:v>
                </c:pt>
                <c:pt idx="487">
                  <c:v>42524</c:v>
                </c:pt>
                <c:pt idx="488">
                  <c:v>42527</c:v>
                </c:pt>
                <c:pt idx="489">
                  <c:v>42528</c:v>
                </c:pt>
                <c:pt idx="490">
                  <c:v>42529</c:v>
                </c:pt>
                <c:pt idx="491">
                  <c:v>42530</c:v>
                </c:pt>
                <c:pt idx="492">
                  <c:v>42531</c:v>
                </c:pt>
                <c:pt idx="493">
                  <c:v>42534</c:v>
                </c:pt>
                <c:pt idx="494">
                  <c:v>42535</c:v>
                </c:pt>
                <c:pt idx="495">
                  <c:v>42536</c:v>
                </c:pt>
                <c:pt idx="496">
                  <c:v>42537</c:v>
                </c:pt>
                <c:pt idx="497">
                  <c:v>42538</c:v>
                </c:pt>
                <c:pt idx="498">
                  <c:v>42541</c:v>
                </c:pt>
                <c:pt idx="499">
                  <c:v>42542</c:v>
                </c:pt>
                <c:pt idx="500">
                  <c:v>42543</c:v>
                </c:pt>
                <c:pt idx="501">
                  <c:v>42544</c:v>
                </c:pt>
                <c:pt idx="502">
                  <c:v>42545</c:v>
                </c:pt>
                <c:pt idx="503">
                  <c:v>42548</c:v>
                </c:pt>
                <c:pt idx="504">
                  <c:v>42549</c:v>
                </c:pt>
                <c:pt idx="505">
                  <c:v>42550</c:v>
                </c:pt>
                <c:pt idx="506">
                  <c:v>42551</c:v>
                </c:pt>
                <c:pt idx="507">
                  <c:v>42552</c:v>
                </c:pt>
                <c:pt idx="508">
                  <c:v>42555</c:v>
                </c:pt>
                <c:pt idx="509">
                  <c:v>42556</c:v>
                </c:pt>
                <c:pt idx="510">
                  <c:v>42557</c:v>
                </c:pt>
                <c:pt idx="511">
                  <c:v>42558</c:v>
                </c:pt>
                <c:pt idx="512">
                  <c:v>42559</c:v>
                </c:pt>
                <c:pt idx="513">
                  <c:v>42562</c:v>
                </c:pt>
                <c:pt idx="514">
                  <c:v>42563</c:v>
                </c:pt>
                <c:pt idx="515">
                  <c:v>42564</c:v>
                </c:pt>
                <c:pt idx="516">
                  <c:v>42565</c:v>
                </c:pt>
                <c:pt idx="517">
                  <c:v>42566</c:v>
                </c:pt>
                <c:pt idx="518">
                  <c:v>42569</c:v>
                </c:pt>
                <c:pt idx="519">
                  <c:v>42570</c:v>
                </c:pt>
                <c:pt idx="520">
                  <c:v>42571</c:v>
                </c:pt>
                <c:pt idx="521">
                  <c:v>42572</c:v>
                </c:pt>
                <c:pt idx="522">
                  <c:v>42573</c:v>
                </c:pt>
                <c:pt idx="523">
                  <c:v>42576</c:v>
                </c:pt>
                <c:pt idx="524">
                  <c:v>42577</c:v>
                </c:pt>
                <c:pt idx="525">
                  <c:v>42578</c:v>
                </c:pt>
                <c:pt idx="526">
                  <c:v>42579</c:v>
                </c:pt>
                <c:pt idx="527">
                  <c:v>42580</c:v>
                </c:pt>
                <c:pt idx="528">
                  <c:v>42583</c:v>
                </c:pt>
                <c:pt idx="529">
                  <c:v>42584</c:v>
                </c:pt>
                <c:pt idx="530">
                  <c:v>42585</c:v>
                </c:pt>
                <c:pt idx="531">
                  <c:v>42586</c:v>
                </c:pt>
                <c:pt idx="532">
                  <c:v>42587</c:v>
                </c:pt>
                <c:pt idx="533">
                  <c:v>42590</c:v>
                </c:pt>
                <c:pt idx="534">
                  <c:v>42591</c:v>
                </c:pt>
                <c:pt idx="535">
                  <c:v>42592</c:v>
                </c:pt>
                <c:pt idx="536">
                  <c:v>42593</c:v>
                </c:pt>
                <c:pt idx="537">
                  <c:v>42594</c:v>
                </c:pt>
                <c:pt idx="538">
                  <c:v>42597</c:v>
                </c:pt>
                <c:pt idx="539">
                  <c:v>42598</c:v>
                </c:pt>
                <c:pt idx="540">
                  <c:v>42599</c:v>
                </c:pt>
                <c:pt idx="541">
                  <c:v>42600</c:v>
                </c:pt>
                <c:pt idx="542">
                  <c:v>42601</c:v>
                </c:pt>
                <c:pt idx="543">
                  <c:v>42604</c:v>
                </c:pt>
                <c:pt idx="544">
                  <c:v>42605</c:v>
                </c:pt>
                <c:pt idx="545">
                  <c:v>42606</c:v>
                </c:pt>
                <c:pt idx="546">
                  <c:v>42607</c:v>
                </c:pt>
                <c:pt idx="547">
                  <c:v>42608</c:v>
                </c:pt>
                <c:pt idx="548">
                  <c:v>42611</c:v>
                </c:pt>
                <c:pt idx="549">
                  <c:v>42612</c:v>
                </c:pt>
                <c:pt idx="550">
                  <c:v>42613</c:v>
                </c:pt>
                <c:pt idx="551">
                  <c:v>42614</c:v>
                </c:pt>
                <c:pt idx="552">
                  <c:v>42615</c:v>
                </c:pt>
                <c:pt idx="553">
                  <c:v>42618</c:v>
                </c:pt>
                <c:pt idx="554">
                  <c:v>42619</c:v>
                </c:pt>
                <c:pt idx="555">
                  <c:v>42621</c:v>
                </c:pt>
                <c:pt idx="556">
                  <c:v>42622</c:v>
                </c:pt>
                <c:pt idx="557">
                  <c:v>42625</c:v>
                </c:pt>
                <c:pt idx="558">
                  <c:v>42626</c:v>
                </c:pt>
                <c:pt idx="559">
                  <c:v>42627</c:v>
                </c:pt>
                <c:pt idx="560">
                  <c:v>42628</c:v>
                </c:pt>
                <c:pt idx="561">
                  <c:v>42629</c:v>
                </c:pt>
                <c:pt idx="562">
                  <c:v>42632</c:v>
                </c:pt>
                <c:pt idx="563">
                  <c:v>42633</c:v>
                </c:pt>
                <c:pt idx="564">
                  <c:v>42634</c:v>
                </c:pt>
                <c:pt idx="565">
                  <c:v>42635</c:v>
                </c:pt>
                <c:pt idx="566">
                  <c:v>42636</c:v>
                </c:pt>
                <c:pt idx="567">
                  <c:v>42639</c:v>
                </c:pt>
                <c:pt idx="568">
                  <c:v>42640</c:v>
                </c:pt>
                <c:pt idx="569">
                  <c:v>42641</c:v>
                </c:pt>
                <c:pt idx="570">
                  <c:v>42642</c:v>
                </c:pt>
                <c:pt idx="571">
                  <c:v>42643</c:v>
                </c:pt>
                <c:pt idx="572">
                  <c:v>42646</c:v>
                </c:pt>
                <c:pt idx="573">
                  <c:v>42647</c:v>
                </c:pt>
                <c:pt idx="574">
                  <c:v>42648</c:v>
                </c:pt>
                <c:pt idx="575">
                  <c:v>42649</c:v>
                </c:pt>
                <c:pt idx="576">
                  <c:v>42650</c:v>
                </c:pt>
                <c:pt idx="577">
                  <c:v>42653</c:v>
                </c:pt>
                <c:pt idx="578">
                  <c:v>42654</c:v>
                </c:pt>
                <c:pt idx="579">
                  <c:v>42656</c:v>
                </c:pt>
                <c:pt idx="580">
                  <c:v>42657</c:v>
                </c:pt>
                <c:pt idx="581">
                  <c:v>42660</c:v>
                </c:pt>
                <c:pt idx="582">
                  <c:v>42661</c:v>
                </c:pt>
                <c:pt idx="583">
                  <c:v>42662</c:v>
                </c:pt>
                <c:pt idx="584">
                  <c:v>42663</c:v>
                </c:pt>
                <c:pt idx="585">
                  <c:v>42664</c:v>
                </c:pt>
                <c:pt idx="586">
                  <c:v>42667</c:v>
                </c:pt>
                <c:pt idx="587">
                  <c:v>42668</c:v>
                </c:pt>
                <c:pt idx="588">
                  <c:v>42669</c:v>
                </c:pt>
                <c:pt idx="589">
                  <c:v>42670</c:v>
                </c:pt>
                <c:pt idx="590">
                  <c:v>42671</c:v>
                </c:pt>
                <c:pt idx="591">
                  <c:v>42674</c:v>
                </c:pt>
                <c:pt idx="592">
                  <c:v>42675</c:v>
                </c:pt>
                <c:pt idx="593">
                  <c:v>42677</c:v>
                </c:pt>
                <c:pt idx="594">
                  <c:v>42678</c:v>
                </c:pt>
                <c:pt idx="595">
                  <c:v>42681</c:v>
                </c:pt>
                <c:pt idx="596">
                  <c:v>42682</c:v>
                </c:pt>
                <c:pt idx="597">
                  <c:v>42683</c:v>
                </c:pt>
                <c:pt idx="598">
                  <c:v>42684</c:v>
                </c:pt>
                <c:pt idx="599">
                  <c:v>42685</c:v>
                </c:pt>
                <c:pt idx="600">
                  <c:v>42688</c:v>
                </c:pt>
                <c:pt idx="601">
                  <c:v>42690</c:v>
                </c:pt>
                <c:pt idx="602">
                  <c:v>42691</c:v>
                </c:pt>
                <c:pt idx="603">
                  <c:v>42692</c:v>
                </c:pt>
                <c:pt idx="604">
                  <c:v>42695</c:v>
                </c:pt>
                <c:pt idx="605">
                  <c:v>42696</c:v>
                </c:pt>
                <c:pt idx="606">
                  <c:v>42697</c:v>
                </c:pt>
                <c:pt idx="607">
                  <c:v>42698</c:v>
                </c:pt>
                <c:pt idx="608">
                  <c:v>42699</c:v>
                </c:pt>
                <c:pt idx="609">
                  <c:v>42702</c:v>
                </c:pt>
                <c:pt idx="610">
                  <c:v>42703</c:v>
                </c:pt>
                <c:pt idx="611">
                  <c:v>42704</c:v>
                </c:pt>
                <c:pt idx="612">
                  <c:v>42705</c:v>
                </c:pt>
                <c:pt idx="613">
                  <c:v>42706</c:v>
                </c:pt>
                <c:pt idx="614">
                  <c:v>42709</c:v>
                </c:pt>
                <c:pt idx="615">
                  <c:v>42710</c:v>
                </c:pt>
                <c:pt idx="616">
                  <c:v>42711</c:v>
                </c:pt>
                <c:pt idx="617">
                  <c:v>42712</c:v>
                </c:pt>
                <c:pt idx="618">
                  <c:v>42713</c:v>
                </c:pt>
                <c:pt idx="619">
                  <c:v>42716</c:v>
                </c:pt>
                <c:pt idx="620">
                  <c:v>42717</c:v>
                </c:pt>
                <c:pt idx="621">
                  <c:v>42718</c:v>
                </c:pt>
                <c:pt idx="622">
                  <c:v>42719</c:v>
                </c:pt>
                <c:pt idx="623">
                  <c:v>42720</c:v>
                </c:pt>
                <c:pt idx="624">
                  <c:v>42723</c:v>
                </c:pt>
                <c:pt idx="625">
                  <c:v>42724</c:v>
                </c:pt>
                <c:pt idx="626">
                  <c:v>42725</c:v>
                </c:pt>
                <c:pt idx="627">
                  <c:v>42726</c:v>
                </c:pt>
                <c:pt idx="628">
                  <c:v>42727</c:v>
                </c:pt>
                <c:pt idx="629">
                  <c:v>42730</c:v>
                </c:pt>
                <c:pt idx="630">
                  <c:v>42731</c:v>
                </c:pt>
                <c:pt idx="631">
                  <c:v>42732</c:v>
                </c:pt>
                <c:pt idx="632">
                  <c:v>42733</c:v>
                </c:pt>
                <c:pt idx="633">
                  <c:v>42737</c:v>
                </c:pt>
                <c:pt idx="634">
                  <c:v>42738</c:v>
                </c:pt>
                <c:pt idx="635">
                  <c:v>42739</c:v>
                </c:pt>
                <c:pt idx="636">
                  <c:v>42740</c:v>
                </c:pt>
                <c:pt idx="637">
                  <c:v>42741</c:v>
                </c:pt>
                <c:pt idx="638">
                  <c:v>42744</c:v>
                </c:pt>
                <c:pt idx="639">
                  <c:v>42745</c:v>
                </c:pt>
                <c:pt idx="640">
                  <c:v>42746</c:v>
                </c:pt>
                <c:pt idx="641">
                  <c:v>42747</c:v>
                </c:pt>
                <c:pt idx="642">
                  <c:v>42748</c:v>
                </c:pt>
                <c:pt idx="643">
                  <c:v>42751</c:v>
                </c:pt>
                <c:pt idx="644">
                  <c:v>42752</c:v>
                </c:pt>
                <c:pt idx="645">
                  <c:v>42753</c:v>
                </c:pt>
                <c:pt idx="646">
                  <c:v>42754</c:v>
                </c:pt>
                <c:pt idx="647">
                  <c:v>42755</c:v>
                </c:pt>
                <c:pt idx="648">
                  <c:v>42758</c:v>
                </c:pt>
                <c:pt idx="649">
                  <c:v>42759</c:v>
                </c:pt>
                <c:pt idx="650">
                  <c:v>42761</c:v>
                </c:pt>
                <c:pt idx="651">
                  <c:v>42762</c:v>
                </c:pt>
                <c:pt idx="652">
                  <c:v>42765</c:v>
                </c:pt>
                <c:pt idx="653">
                  <c:v>42766</c:v>
                </c:pt>
                <c:pt idx="654">
                  <c:v>42767</c:v>
                </c:pt>
                <c:pt idx="655">
                  <c:v>42768</c:v>
                </c:pt>
                <c:pt idx="656">
                  <c:v>42769</c:v>
                </c:pt>
                <c:pt idx="657">
                  <c:v>42772</c:v>
                </c:pt>
                <c:pt idx="658">
                  <c:v>42773</c:v>
                </c:pt>
                <c:pt idx="659">
                  <c:v>42774</c:v>
                </c:pt>
                <c:pt idx="660">
                  <c:v>42775</c:v>
                </c:pt>
                <c:pt idx="661">
                  <c:v>42776</c:v>
                </c:pt>
                <c:pt idx="662">
                  <c:v>42779</c:v>
                </c:pt>
                <c:pt idx="663">
                  <c:v>42780</c:v>
                </c:pt>
                <c:pt idx="664">
                  <c:v>42781</c:v>
                </c:pt>
                <c:pt idx="665">
                  <c:v>42782</c:v>
                </c:pt>
                <c:pt idx="666">
                  <c:v>42783</c:v>
                </c:pt>
                <c:pt idx="667">
                  <c:v>42786</c:v>
                </c:pt>
                <c:pt idx="668">
                  <c:v>42787</c:v>
                </c:pt>
                <c:pt idx="669">
                  <c:v>42788</c:v>
                </c:pt>
                <c:pt idx="670">
                  <c:v>42789</c:v>
                </c:pt>
                <c:pt idx="671">
                  <c:v>42790</c:v>
                </c:pt>
                <c:pt idx="672">
                  <c:v>42795</c:v>
                </c:pt>
                <c:pt idx="673">
                  <c:v>42796</c:v>
                </c:pt>
                <c:pt idx="674">
                  <c:v>42797</c:v>
                </c:pt>
                <c:pt idx="675">
                  <c:v>42800</c:v>
                </c:pt>
                <c:pt idx="676">
                  <c:v>42801</c:v>
                </c:pt>
                <c:pt idx="677">
                  <c:v>42802</c:v>
                </c:pt>
                <c:pt idx="678">
                  <c:v>42803</c:v>
                </c:pt>
                <c:pt idx="679">
                  <c:v>42804</c:v>
                </c:pt>
                <c:pt idx="680">
                  <c:v>42807</c:v>
                </c:pt>
                <c:pt idx="681">
                  <c:v>42808</c:v>
                </c:pt>
                <c:pt idx="682">
                  <c:v>42809</c:v>
                </c:pt>
                <c:pt idx="683">
                  <c:v>42810</c:v>
                </c:pt>
                <c:pt idx="684">
                  <c:v>42811</c:v>
                </c:pt>
                <c:pt idx="685">
                  <c:v>42814</c:v>
                </c:pt>
                <c:pt idx="686">
                  <c:v>42815</c:v>
                </c:pt>
                <c:pt idx="687">
                  <c:v>42816</c:v>
                </c:pt>
                <c:pt idx="688">
                  <c:v>42817</c:v>
                </c:pt>
                <c:pt idx="689">
                  <c:v>42818</c:v>
                </c:pt>
                <c:pt idx="690">
                  <c:v>42821</c:v>
                </c:pt>
                <c:pt idx="691">
                  <c:v>42822</c:v>
                </c:pt>
                <c:pt idx="692">
                  <c:v>42823</c:v>
                </c:pt>
                <c:pt idx="693">
                  <c:v>42824</c:v>
                </c:pt>
                <c:pt idx="694">
                  <c:v>42825</c:v>
                </c:pt>
                <c:pt idx="695">
                  <c:v>42828</c:v>
                </c:pt>
                <c:pt idx="696">
                  <c:v>42829</c:v>
                </c:pt>
                <c:pt idx="697">
                  <c:v>42830</c:v>
                </c:pt>
                <c:pt idx="698">
                  <c:v>42831</c:v>
                </c:pt>
                <c:pt idx="699">
                  <c:v>42832</c:v>
                </c:pt>
                <c:pt idx="700">
                  <c:v>42835</c:v>
                </c:pt>
                <c:pt idx="701">
                  <c:v>42836</c:v>
                </c:pt>
                <c:pt idx="702">
                  <c:v>42837</c:v>
                </c:pt>
                <c:pt idx="703">
                  <c:v>42838</c:v>
                </c:pt>
                <c:pt idx="704">
                  <c:v>42842</c:v>
                </c:pt>
                <c:pt idx="705">
                  <c:v>42843</c:v>
                </c:pt>
                <c:pt idx="706">
                  <c:v>42844</c:v>
                </c:pt>
                <c:pt idx="707">
                  <c:v>42845</c:v>
                </c:pt>
                <c:pt idx="708">
                  <c:v>42849</c:v>
                </c:pt>
                <c:pt idx="709">
                  <c:v>42850</c:v>
                </c:pt>
                <c:pt idx="710">
                  <c:v>42851</c:v>
                </c:pt>
                <c:pt idx="711">
                  <c:v>42852</c:v>
                </c:pt>
                <c:pt idx="712">
                  <c:v>42853</c:v>
                </c:pt>
                <c:pt idx="713">
                  <c:v>42857</c:v>
                </c:pt>
                <c:pt idx="714">
                  <c:v>42858</c:v>
                </c:pt>
                <c:pt idx="715">
                  <c:v>42859</c:v>
                </c:pt>
                <c:pt idx="716">
                  <c:v>42860</c:v>
                </c:pt>
                <c:pt idx="717">
                  <c:v>42863</c:v>
                </c:pt>
                <c:pt idx="718">
                  <c:v>42864</c:v>
                </c:pt>
                <c:pt idx="719">
                  <c:v>42865</c:v>
                </c:pt>
                <c:pt idx="720">
                  <c:v>42866</c:v>
                </c:pt>
                <c:pt idx="721">
                  <c:v>42867</c:v>
                </c:pt>
                <c:pt idx="722">
                  <c:v>42870</c:v>
                </c:pt>
                <c:pt idx="723">
                  <c:v>42871</c:v>
                </c:pt>
                <c:pt idx="724">
                  <c:v>42872</c:v>
                </c:pt>
                <c:pt idx="725">
                  <c:v>42873</c:v>
                </c:pt>
                <c:pt idx="726">
                  <c:v>42874</c:v>
                </c:pt>
                <c:pt idx="727">
                  <c:v>42877</c:v>
                </c:pt>
                <c:pt idx="728">
                  <c:v>42878</c:v>
                </c:pt>
                <c:pt idx="729">
                  <c:v>42879</c:v>
                </c:pt>
                <c:pt idx="730">
                  <c:v>42880</c:v>
                </c:pt>
                <c:pt idx="731">
                  <c:v>42881</c:v>
                </c:pt>
                <c:pt idx="732">
                  <c:v>42884</c:v>
                </c:pt>
                <c:pt idx="733">
                  <c:v>42885</c:v>
                </c:pt>
                <c:pt idx="734">
                  <c:v>42886</c:v>
                </c:pt>
                <c:pt idx="735">
                  <c:v>42887</c:v>
                </c:pt>
                <c:pt idx="736">
                  <c:v>42888</c:v>
                </c:pt>
                <c:pt idx="737">
                  <c:v>42891</c:v>
                </c:pt>
                <c:pt idx="738">
                  <c:v>42892</c:v>
                </c:pt>
                <c:pt idx="739">
                  <c:v>42893</c:v>
                </c:pt>
                <c:pt idx="740">
                  <c:v>42894</c:v>
                </c:pt>
                <c:pt idx="741">
                  <c:v>42895</c:v>
                </c:pt>
                <c:pt idx="742">
                  <c:v>42898</c:v>
                </c:pt>
                <c:pt idx="743">
                  <c:v>42899</c:v>
                </c:pt>
                <c:pt idx="744">
                  <c:v>42900</c:v>
                </c:pt>
                <c:pt idx="745">
                  <c:v>42902</c:v>
                </c:pt>
                <c:pt idx="746">
                  <c:v>42905</c:v>
                </c:pt>
                <c:pt idx="747">
                  <c:v>42906</c:v>
                </c:pt>
                <c:pt idx="748">
                  <c:v>42907</c:v>
                </c:pt>
                <c:pt idx="749">
                  <c:v>42908</c:v>
                </c:pt>
                <c:pt idx="750">
                  <c:v>42909</c:v>
                </c:pt>
                <c:pt idx="751">
                  <c:v>42912</c:v>
                </c:pt>
                <c:pt idx="752">
                  <c:v>42913</c:v>
                </c:pt>
                <c:pt idx="753">
                  <c:v>42914</c:v>
                </c:pt>
                <c:pt idx="754">
                  <c:v>42915</c:v>
                </c:pt>
                <c:pt idx="755">
                  <c:v>42916</c:v>
                </c:pt>
                <c:pt idx="756">
                  <c:v>42919</c:v>
                </c:pt>
                <c:pt idx="757">
                  <c:v>42920</c:v>
                </c:pt>
                <c:pt idx="758">
                  <c:v>42921</c:v>
                </c:pt>
                <c:pt idx="759">
                  <c:v>42922</c:v>
                </c:pt>
                <c:pt idx="760">
                  <c:v>42923</c:v>
                </c:pt>
                <c:pt idx="761">
                  <c:v>42926</c:v>
                </c:pt>
                <c:pt idx="762">
                  <c:v>42927</c:v>
                </c:pt>
                <c:pt idx="763">
                  <c:v>42928</c:v>
                </c:pt>
                <c:pt idx="764">
                  <c:v>42929</c:v>
                </c:pt>
                <c:pt idx="765">
                  <c:v>42930</c:v>
                </c:pt>
                <c:pt idx="766">
                  <c:v>42933</c:v>
                </c:pt>
                <c:pt idx="767">
                  <c:v>42934</c:v>
                </c:pt>
                <c:pt idx="768">
                  <c:v>42935</c:v>
                </c:pt>
                <c:pt idx="769">
                  <c:v>42936</c:v>
                </c:pt>
                <c:pt idx="770">
                  <c:v>42937</c:v>
                </c:pt>
                <c:pt idx="771">
                  <c:v>42940</c:v>
                </c:pt>
                <c:pt idx="772">
                  <c:v>42941</c:v>
                </c:pt>
                <c:pt idx="773">
                  <c:v>42942</c:v>
                </c:pt>
                <c:pt idx="774">
                  <c:v>42943</c:v>
                </c:pt>
                <c:pt idx="775">
                  <c:v>42944</c:v>
                </c:pt>
                <c:pt idx="776">
                  <c:v>42947</c:v>
                </c:pt>
                <c:pt idx="777">
                  <c:v>42948</c:v>
                </c:pt>
                <c:pt idx="778">
                  <c:v>42949</c:v>
                </c:pt>
                <c:pt idx="779">
                  <c:v>42950</c:v>
                </c:pt>
                <c:pt idx="780">
                  <c:v>42951</c:v>
                </c:pt>
                <c:pt idx="781">
                  <c:v>42954</c:v>
                </c:pt>
                <c:pt idx="782">
                  <c:v>42955</c:v>
                </c:pt>
                <c:pt idx="783">
                  <c:v>42956</c:v>
                </c:pt>
                <c:pt idx="784">
                  <c:v>42957</c:v>
                </c:pt>
                <c:pt idx="785">
                  <c:v>42958</c:v>
                </c:pt>
                <c:pt idx="786">
                  <c:v>42961</c:v>
                </c:pt>
                <c:pt idx="787">
                  <c:v>42962</c:v>
                </c:pt>
                <c:pt idx="788">
                  <c:v>42963</c:v>
                </c:pt>
                <c:pt idx="789">
                  <c:v>42964</c:v>
                </c:pt>
                <c:pt idx="790">
                  <c:v>42965</c:v>
                </c:pt>
                <c:pt idx="791">
                  <c:v>42968</c:v>
                </c:pt>
                <c:pt idx="792">
                  <c:v>42969</c:v>
                </c:pt>
                <c:pt idx="793">
                  <c:v>42970</c:v>
                </c:pt>
                <c:pt idx="794">
                  <c:v>42971</c:v>
                </c:pt>
                <c:pt idx="795">
                  <c:v>42972</c:v>
                </c:pt>
                <c:pt idx="796">
                  <c:v>42975</c:v>
                </c:pt>
                <c:pt idx="797">
                  <c:v>42976</c:v>
                </c:pt>
                <c:pt idx="798">
                  <c:v>42977</c:v>
                </c:pt>
                <c:pt idx="799">
                  <c:v>42978</c:v>
                </c:pt>
                <c:pt idx="800">
                  <c:v>42979</c:v>
                </c:pt>
                <c:pt idx="801">
                  <c:v>42982</c:v>
                </c:pt>
                <c:pt idx="802">
                  <c:v>42983</c:v>
                </c:pt>
                <c:pt idx="803">
                  <c:v>42984</c:v>
                </c:pt>
                <c:pt idx="804">
                  <c:v>42986</c:v>
                </c:pt>
                <c:pt idx="805">
                  <c:v>42989</c:v>
                </c:pt>
                <c:pt idx="806">
                  <c:v>42990</c:v>
                </c:pt>
                <c:pt idx="807">
                  <c:v>42991</c:v>
                </c:pt>
                <c:pt idx="808">
                  <c:v>42992</c:v>
                </c:pt>
                <c:pt idx="809">
                  <c:v>42993</c:v>
                </c:pt>
                <c:pt idx="810">
                  <c:v>42996</c:v>
                </c:pt>
                <c:pt idx="811">
                  <c:v>42997</c:v>
                </c:pt>
                <c:pt idx="812">
                  <c:v>42998</c:v>
                </c:pt>
                <c:pt idx="813">
                  <c:v>42999</c:v>
                </c:pt>
                <c:pt idx="814">
                  <c:v>43000</c:v>
                </c:pt>
                <c:pt idx="815">
                  <c:v>43003</c:v>
                </c:pt>
                <c:pt idx="816">
                  <c:v>43004</c:v>
                </c:pt>
                <c:pt idx="817">
                  <c:v>43005</c:v>
                </c:pt>
                <c:pt idx="818">
                  <c:v>43006</c:v>
                </c:pt>
                <c:pt idx="819">
                  <c:v>43007</c:v>
                </c:pt>
                <c:pt idx="820">
                  <c:v>43010</c:v>
                </c:pt>
                <c:pt idx="821">
                  <c:v>43011</c:v>
                </c:pt>
                <c:pt idx="822">
                  <c:v>43012</c:v>
                </c:pt>
                <c:pt idx="823">
                  <c:v>43013</c:v>
                </c:pt>
                <c:pt idx="824">
                  <c:v>43014</c:v>
                </c:pt>
                <c:pt idx="825">
                  <c:v>43017</c:v>
                </c:pt>
                <c:pt idx="826">
                  <c:v>43018</c:v>
                </c:pt>
                <c:pt idx="827">
                  <c:v>43019</c:v>
                </c:pt>
                <c:pt idx="828">
                  <c:v>43021</c:v>
                </c:pt>
                <c:pt idx="829">
                  <c:v>43024</c:v>
                </c:pt>
                <c:pt idx="830">
                  <c:v>43025</c:v>
                </c:pt>
                <c:pt idx="831">
                  <c:v>43026</c:v>
                </c:pt>
                <c:pt idx="832">
                  <c:v>43027</c:v>
                </c:pt>
                <c:pt idx="833">
                  <c:v>43028</c:v>
                </c:pt>
                <c:pt idx="834">
                  <c:v>43031</c:v>
                </c:pt>
                <c:pt idx="835">
                  <c:v>43032</c:v>
                </c:pt>
                <c:pt idx="836">
                  <c:v>43033</c:v>
                </c:pt>
                <c:pt idx="837">
                  <c:v>43034</c:v>
                </c:pt>
                <c:pt idx="838">
                  <c:v>43035</c:v>
                </c:pt>
                <c:pt idx="839">
                  <c:v>43038</c:v>
                </c:pt>
                <c:pt idx="840">
                  <c:v>43039</c:v>
                </c:pt>
                <c:pt idx="841">
                  <c:v>43040</c:v>
                </c:pt>
                <c:pt idx="842">
                  <c:v>43042</c:v>
                </c:pt>
                <c:pt idx="843">
                  <c:v>43045</c:v>
                </c:pt>
                <c:pt idx="844">
                  <c:v>43046</c:v>
                </c:pt>
                <c:pt idx="845">
                  <c:v>43047</c:v>
                </c:pt>
                <c:pt idx="846">
                  <c:v>43048</c:v>
                </c:pt>
                <c:pt idx="847">
                  <c:v>43049</c:v>
                </c:pt>
                <c:pt idx="848">
                  <c:v>43052</c:v>
                </c:pt>
                <c:pt idx="849">
                  <c:v>43053</c:v>
                </c:pt>
                <c:pt idx="850">
                  <c:v>43055</c:v>
                </c:pt>
                <c:pt idx="851">
                  <c:v>43056</c:v>
                </c:pt>
                <c:pt idx="852">
                  <c:v>43060</c:v>
                </c:pt>
                <c:pt idx="853">
                  <c:v>43061</c:v>
                </c:pt>
                <c:pt idx="854">
                  <c:v>43062</c:v>
                </c:pt>
                <c:pt idx="855">
                  <c:v>43063</c:v>
                </c:pt>
                <c:pt idx="856">
                  <c:v>43066</c:v>
                </c:pt>
                <c:pt idx="857">
                  <c:v>43067</c:v>
                </c:pt>
                <c:pt idx="858">
                  <c:v>43068</c:v>
                </c:pt>
                <c:pt idx="859">
                  <c:v>43069</c:v>
                </c:pt>
                <c:pt idx="860">
                  <c:v>43070</c:v>
                </c:pt>
                <c:pt idx="861">
                  <c:v>43073</c:v>
                </c:pt>
                <c:pt idx="862">
                  <c:v>43074</c:v>
                </c:pt>
                <c:pt idx="863">
                  <c:v>43075</c:v>
                </c:pt>
                <c:pt idx="864">
                  <c:v>43076</c:v>
                </c:pt>
                <c:pt idx="865">
                  <c:v>43077</c:v>
                </c:pt>
                <c:pt idx="866">
                  <c:v>43080</c:v>
                </c:pt>
                <c:pt idx="867">
                  <c:v>43081</c:v>
                </c:pt>
                <c:pt idx="868">
                  <c:v>43082</c:v>
                </c:pt>
                <c:pt idx="869">
                  <c:v>43083</c:v>
                </c:pt>
                <c:pt idx="870">
                  <c:v>43084</c:v>
                </c:pt>
                <c:pt idx="871">
                  <c:v>43087</c:v>
                </c:pt>
                <c:pt idx="872">
                  <c:v>43088</c:v>
                </c:pt>
                <c:pt idx="873">
                  <c:v>43089</c:v>
                </c:pt>
                <c:pt idx="874">
                  <c:v>43090</c:v>
                </c:pt>
                <c:pt idx="875">
                  <c:v>43091</c:v>
                </c:pt>
                <c:pt idx="876">
                  <c:v>43095</c:v>
                </c:pt>
                <c:pt idx="877">
                  <c:v>43096</c:v>
                </c:pt>
                <c:pt idx="878">
                  <c:v>43097</c:v>
                </c:pt>
                <c:pt idx="879">
                  <c:v>43102</c:v>
                </c:pt>
                <c:pt idx="880">
                  <c:v>43103</c:v>
                </c:pt>
                <c:pt idx="881">
                  <c:v>43104</c:v>
                </c:pt>
                <c:pt idx="882">
                  <c:v>43105</c:v>
                </c:pt>
                <c:pt idx="883">
                  <c:v>43108</c:v>
                </c:pt>
                <c:pt idx="884">
                  <c:v>43109</c:v>
                </c:pt>
                <c:pt idx="885">
                  <c:v>43110</c:v>
                </c:pt>
                <c:pt idx="886">
                  <c:v>43111</c:v>
                </c:pt>
                <c:pt idx="887">
                  <c:v>43112</c:v>
                </c:pt>
                <c:pt idx="888">
                  <c:v>43115</c:v>
                </c:pt>
                <c:pt idx="889">
                  <c:v>43116</c:v>
                </c:pt>
                <c:pt idx="890">
                  <c:v>43117</c:v>
                </c:pt>
                <c:pt idx="891">
                  <c:v>43118</c:v>
                </c:pt>
                <c:pt idx="892">
                  <c:v>43119</c:v>
                </c:pt>
                <c:pt idx="893">
                  <c:v>43122</c:v>
                </c:pt>
                <c:pt idx="894">
                  <c:v>43123</c:v>
                </c:pt>
                <c:pt idx="895">
                  <c:v>43124</c:v>
                </c:pt>
                <c:pt idx="896">
                  <c:v>43126</c:v>
                </c:pt>
                <c:pt idx="897">
                  <c:v>43129</c:v>
                </c:pt>
                <c:pt idx="898">
                  <c:v>43130</c:v>
                </c:pt>
                <c:pt idx="899">
                  <c:v>43131</c:v>
                </c:pt>
                <c:pt idx="900">
                  <c:v>43132</c:v>
                </c:pt>
                <c:pt idx="901">
                  <c:v>43133</c:v>
                </c:pt>
                <c:pt idx="902">
                  <c:v>43136</c:v>
                </c:pt>
                <c:pt idx="903">
                  <c:v>43137</c:v>
                </c:pt>
                <c:pt idx="904">
                  <c:v>43138</c:v>
                </c:pt>
                <c:pt idx="905">
                  <c:v>43139</c:v>
                </c:pt>
                <c:pt idx="906">
                  <c:v>43140</c:v>
                </c:pt>
                <c:pt idx="907">
                  <c:v>43145</c:v>
                </c:pt>
                <c:pt idx="908">
                  <c:v>43146</c:v>
                </c:pt>
                <c:pt idx="909">
                  <c:v>43147</c:v>
                </c:pt>
                <c:pt idx="910">
                  <c:v>43150</c:v>
                </c:pt>
                <c:pt idx="911">
                  <c:v>43151</c:v>
                </c:pt>
                <c:pt idx="912">
                  <c:v>43152</c:v>
                </c:pt>
                <c:pt idx="913">
                  <c:v>43153</c:v>
                </c:pt>
                <c:pt idx="914">
                  <c:v>43154</c:v>
                </c:pt>
                <c:pt idx="915">
                  <c:v>43157</c:v>
                </c:pt>
                <c:pt idx="916">
                  <c:v>43158</c:v>
                </c:pt>
                <c:pt idx="917">
                  <c:v>43159</c:v>
                </c:pt>
                <c:pt idx="918">
                  <c:v>43160</c:v>
                </c:pt>
                <c:pt idx="919">
                  <c:v>43161</c:v>
                </c:pt>
                <c:pt idx="920">
                  <c:v>43164</c:v>
                </c:pt>
                <c:pt idx="921">
                  <c:v>43165</c:v>
                </c:pt>
                <c:pt idx="922">
                  <c:v>43166</c:v>
                </c:pt>
                <c:pt idx="923">
                  <c:v>43167</c:v>
                </c:pt>
                <c:pt idx="924">
                  <c:v>43168</c:v>
                </c:pt>
                <c:pt idx="925">
                  <c:v>43171</c:v>
                </c:pt>
                <c:pt idx="926">
                  <c:v>43172</c:v>
                </c:pt>
                <c:pt idx="927">
                  <c:v>43173</c:v>
                </c:pt>
                <c:pt idx="928">
                  <c:v>43174</c:v>
                </c:pt>
                <c:pt idx="929">
                  <c:v>43175</c:v>
                </c:pt>
                <c:pt idx="930">
                  <c:v>43178</c:v>
                </c:pt>
                <c:pt idx="931">
                  <c:v>43179</c:v>
                </c:pt>
                <c:pt idx="932">
                  <c:v>43180</c:v>
                </c:pt>
                <c:pt idx="933">
                  <c:v>43181</c:v>
                </c:pt>
                <c:pt idx="934">
                  <c:v>43182</c:v>
                </c:pt>
                <c:pt idx="935">
                  <c:v>43185</c:v>
                </c:pt>
                <c:pt idx="936">
                  <c:v>43186</c:v>
                </c:pt>
                <c:pt idx="937">
                  <c:v>43187</c:v>
                </c:pt>
                <c:pt idx="938">
                  <c:v>43188</c:v>
                </c:pt>
                <c:pt idx="939">
                  <c:v>43192</c:v>
                </c:pt>
                <c:pt idx="940">
                  <c:v>43193</c:v>
                </c:pt>
                <c:pt idx="941">
                  <c:v>43194</c:v>
                </c:pt>
                <c:pt idx="942">
                  <c:v>43195</c:v>
                </c:pt>
                <c:pt idx="943">
                  <c:v>43196</c:v>
                </c:pt>
                <c:pt idx="944">
                  <c:v>43199</c:v>
                </c:pt>
                <c:pt idx="945">
                  <c:v>43200</c:v>
                </c:pt>
                <c:pt idx="946">
                  <c:v>43201</c:v>
                </c:pt>
                <c:pt idx="947">
                  <c:v>43202</c:v>
                </c:pt>
                <c:pt idx="948">
                  <c:v>43203</c:v>
                </c:pt>
                <c:pt idx="949">
                  <c:v>43206</c:v>
                </c:pt>
                <c:pt idx="950">
                  <c:v>43207</c:v>
                </c:pt>
                <c:pt idx="951">
                  <c:v>43208</c:v>
                </c:pt>
                <c:pt idx="952">
                  <c:v>43209</c:v>
                </c:pt>
                <c:pt idx="953">
                  <c:v>43210</c:v>
                </c:pt>
                <c:pt idx="954">
                  <c:v>43213</c:v>
                </c:pt>
                <c:pt idx="955">
                  <c:v>43214</c:v>
                </c:pt>
                <c:pt idx="956">
                  <c:v>43215</c:v>
                </c:pt>
                <c:pt idx="957">
                  <c:v>43216</c:v>
                </c:pt>
                <c:pt idx="958">
                  <c:v>43217</c:v>
                </c:pt>
                <c:pt idx="959">
                  <c:v>43220</c:v>
                </c:pt>
                <c:pt idx="960">
                  <c:v>43222</c:v>
                </c:pt>
                <c:pt idx="961">
                  <c:v>43223</c:v>
                </c:pt>
                <c:pt idx="962">
                  <c:v>43224</c:v>
                </c:pt>
                <c:pt idx="963">
                  <c:v>43227</c:v>
                </c:pt>
                <c:pt idx="964">
                  <c:v>43228</c:v>
                </c:pt>
                <c:pt idx="965">
                  <c:v>43229</c:v>
                </c:pt>
                <c:pt idx="966">
                  <c:v>43230</c:v>
                </c:pt>
                <c:pt idx="967">
                  <c:v>43231</c:v>
                </c:pt>
                <c:pt idx="968">
                  <c:v>43234</c:v>
                </c:pt>
                <c:pt idx="969">
                  <c:v>43235</c:v>
                </c:pt>
                <c:pt idx="970">
                  <c:v>43236</c:v>
                </c:pt>
                <c:pt idx="971">
                  <c:v>43237</c:v>
                </c:pt>
                <c:pt idx="972">
                  <c:v>43238</c:v>
                </c:pt>
                <c:pt idx="973">
                  <c:v>43241</c:v>
                </c:pt>
                <c:pt idx="974">
                  <c:v>43242</c:v>
                </c:pt>
                <c:pt idx="975">
                  <c:v>43243</c:v>
                </c:pt>
                <c:pt idx="976">
                  <c:v>43244</c:v>
                </c:pt>
                <c:pt idx="977">
                  <c:v>43245</c:v>
                </c:pt>
                <c:pt idx="978">
                  <c:v>43248</c:v>
                </c:pt>
                <c:pt idx="979">
                  <c:v>43249</c:v>
                </c:pt>
                <c:pt idx="980">
                  <c:v>43250</c:v>
                </c:pt>
                <c:pt idx="981">
                  <c:v>43252</c:v>
                </c:pt>
                <c:pt idx="982">
                  <c:v>43255</c:v>
                </c:pt>
                <c:pt idx="983">
                  <c:v>43256</c:v>
                </c:pt>
                <c:pt idx="984">
                  <c:v>43257</c:v>
                </c:pt>
                <c:pt idx="985">
                  <c:v>43258</c:v>
                </c:pt>
                <c:pt idx="986">
                  <c:v>43259</c:v>
                </c:pt>
                <c:pt idx="987">
                  <c:v>43262</c:v>
                </c:pt>
                <c:pt idx="988">
                  <c:v>43263</c:v>
                </c:pt>
                <c:pt idx="989">
                  <c:v>43264</c:v>
                </c:pt>
                <c:pt idx="990">
                  <c:v>43265</c:v>
                </c:pt>
                <c:pt idx="991">
                  <c:v>43266</c:v>
                </c:pt>
                <c:pt idx="992">
                  <c:v>43269</c:v>
                </c:pt>
                <c:pt idx="993">
                  <c:v>43270</c:v>
                </c:pt>
                <c:pt idx="994">
                  <c:v>43271</c:v>
                </c:pt>
                <c:pt idx="995">
                  <c:v>43272</c:v>
                </c:pt>
                <c:pt idx="996">
                  <c:v>43273</c:v>
                </c:pt>
                <c:pt idx="997">
                  <c:v>43276</c:v>
                </c:pt>
                <c:pt idx="998">
                  <c:v>43277</c:v>
                </c:pt>
                <c:pt idx="999">
                  <c:v>43278</c:v>
                </c:pt>
                <c:pt idx="1000">
                  <c:v>43279</c:v>
                </c:pt>
                <c:pt idx="1001">
                  <c:v>43280</c:v>
                </c:pt>
                <c:pt idx="1002">
                  <c:v>43283</c:v>
                </c:pt>
                <c:pt idx="1003">
                  <c:v>43284</c:v>
                </c:pt>
                <c:pt idx="1004">
                  <c:v>43285</c:v>
                </c:pt>
                <c:pt idx="1005">
                  <c:v>43286</c:v>
                </c:pt>
                <c:pt idx="1006">
                  <c:v>43287</c:v>
                </c:pt>
                <c:pt idx="1007">
                  <c:v>43291</c:v>
                </c:pt>
                <c:pt idx="1008">
                  <c:v>43292</c:v>
                </c:pt>
                <c:pt idx="1009">
                  <c:v>43293</c:v>
                </c:pt>
                <c:pt idx="1010">
                  <c:v>43294</c:v>
                </c:pt>
                <c:pt idx="1011">
                  <c:v>43297</c:v>
                </c:pt>
                <c:pt idx="1012">
                  <c:v>43298</c:v>
                </c:pt>
                <c:pt idx="1013">
                  <c:v>43299</c:v>
                </c:pt>
                <c:pt idx="1014">
                  <c:v>43300</c:v>
                </c:pt>
                <c:pt idx="1015">
                  <c:v>43301</c:v>
                </c:pt>
                <c:pt idx="1016">
                  <c:v>43304</c:v>
                </c:pt>
                <c:pt idx="1017">
                  <c:v>43305</c:v>
                </c:pt>
                <c:pt idx="1018">
                  <c:v>43306</c:v>
                </c:pt>
                <c:pt idx="1019">
                  <c:v>43307</c:v>
                </c:pt>
                <c:pt idx="1020">
                  <c:v>43308</c:v>
                </c:pt>
                <c:pt idx="1021">
                  <c:v>43311</c:v>
                </c:pt>
                <c:pt idx="1022">
                  <c:v>43312</c:v>
                </c:pt>
                <c:pt idx="1023">
                  <c:v>43313</c:v>
                </c:pt>
                <c:pt idx="1024">
                  <c:v>43314</c:v>
                </c:pt>
                <c:pt idx="1025">
                  <c:v>43315</c:v>
                </c:pt>
                <c:pt idx="1026">
                  <c:v>43318</c:v>
                </c:pt>
                <c:pt idx="1027">
                  <c:v>43319</c:v>
                </c:pt>
                <c:pt idx="1028">
                  <c:v>43320</c:v>
                </c:pt>
                <c:pt idx="1029">
                  <c:v>43321</c:v>
                </c:pt>
                <c:pt idx="1030">
                  <c:v>43322</c:v>
                </c:pt>
                <c:pt idx="1031">
                  <c:v>43325</c:v>
                </c:pt>
                <c:pt idx="1032">
                  <c:v>43326</c:v>
                </c:pt>
                <c:pt idx="1033">
                  <c:v>43327</c:v>
                </c:pt>
                <c:pt idx="1034">
                  <c:v>43328</c:v>
                </c:pt>
                <c:pt idx="1035">
                  <c:v>43329</c:v>
                </c:pt>
                <c:pt idx="1036">
                  <c:v>43332</c:v>
                </c:pt>
                <c:pt idx="1037">
                  <c:v>43333</c:v>
                </c:pt>
                <c:pt idx="1038">
                  <c:v>43334</c:v>
                </c:pt>
                <c:pt idx="1039">
                  <c:v>43335</c:v>
                </c:pt>
                <c:pt idx="1040">
                  <c:v>43336</c:v>
                </c:pt>
                <c:pt idx="1041">
                  <c:v>43339</c:v>
                </c:pt>
                <c:pt idx="1042">
                  <c:v>43340</c:v>
                </c:pt>
                <c:pt idx="1043">
                  <c:v>43341</c:v>
                </c:pt>
                <c:pt idx="1044">
                  <c:v>43342</c:v>
                </c:pt>
                <c:pt idx="1045">
                  <c:v>43343</c:v>
                </c:pt>
                <c:pt idx="1046">
                  <c:v>43346</c:v>
                </c:pt>
                <c:pt idx="1047">
                  <c:v>43347</c:v>
                </c:pt>
                <c:pt idx="1048">
                  <c:v>43348</c:v>
                </c:pt>
                <c:pt idx="1049">
                  <c:v>43349</c:v>
                </c:pt>
                <c:pt idx="1050">
                  <c:v>43353</c:v>
                </c:pt>
                <c:pt idx="1051">
                  <c:v>43354</c:v>
                </c:pt>
                <c:pt idx="1052">
                  <c:v>43355</c:v>
                </c:pt>
                <c:pt idx="1053">
                  <c:v>43356</c:v>
                </c:pt>
                <c:pt idx="1054">
                  <c:v>43357</c:v>
                </c:pt>
                <c:pt idx="1055">
                  <c:v>43360</c:v>
                </c:pt>
                <c:pt idx="1056">
                  <c:v>43361</c:v>
                </c:pt>
                <c:pt idx="1057">
                  <c:v>43362</c:v>
                </c:pt>
                <c:pt idx="1058">
                  <c:v>43363</c:v>
                </c:pt>
                <c:pt idx="1059">
                  <c:v>43364</c:v>
                </c:pt>
                <c:pt idx="1060">
                  <c:v>43367</c:v>
                </c:pt>
                <c:pt idx="1061">
                  <c:v>43368</c:v>
                </c:pt>
                <c:pt idx="1062">
                  <c:v>43369</c:v>
                </c:pt>
                <c:pt idx="1063">
                  <c:v>43370</c:v>
                </c:pt>
                <c:pt idx="1064">
                  <c:v>43371</c:v>
                </c:pt>
                <c:pt idx="1065">
                  <c:v>43374</c:v>
                </c:pt>
                <c:pt idx="1066">
                  <c:v>43375</c:v>
                </c:pt>
                <c:pt idx="1067">
                  <c:v>43376</c:v>
                </c:pt>
                <c:pt idx="1068">
                  <c:v>43377</c:v>
                </c:pt>
                <c:pt idx="1069">
                  <c:v>43378</c:v>
                </c:pt>
                <c:pt idx="1070">
                  <c:v>43381</c:v>
                </c:pt>
                <c:pt idx="1071">
                  <c:v>43382</c:v>
                </c:pt>
                <c:pt idx="1072">
                  <c:v>43383</c:v>
                </c:pt>
                <c:pt idx="1073">
                  <c:v>43384</c:v>
                </c:pt>
                <c:pt idx="1074">
                  <c:v>43388</c:v>
                </c:pt>
                <c:pt idx="1075">
                  <c:v>43389</c:v>
                </c:pt>
                <c:pt idx="1076">
                  <c:v>43390</c:v>
                </c:pt>
                <c:pt idx="1077">
                  <c:v>43391</c:v>
                </c:pt>
                <c:pt idx="1078">
                  <c:v>43392</c:v>
                </c:pt>
                <c:pt idx="1079">
                  <c:v>43395</c:v>
                </c:pt>
                <c:pt idx="1080">
                  <c:v>43396</c:v>
                </c:pt>
                <c:pt idx="1081">
                  <c:v>43397</c:v>
                </c:pt>
                <c:pt idx="1082">
                  <c:v>43398</c:v>
                </c:pt>
                <c:pt idx="1083">
                  <c:v>43399</c:v>
                </c:pt>
                <c:pt idx="1084">
                  <c:v>43402</c:v>
                </c:pt>
                <c:pt idx="1085">
                  <c:v>43403</c:v>
                </c:pt>
                <c:pt idx="1086">
                  <c:v>43404</c:v>
                </c:pt>
                <c:pt idx="1087">
                  <c:v>43405</c:v>
                </c:pt>
                <c:pt idx="1088">
                  <c:v>43409</c:v>
                </c:pt>
                <c:pt idx="1089">
                  <c:v>43410</c:v>
                </c:pt>
                <c:pt idx="1090">
                  <c:v>43411</c:v>
                </c:pt>
                <c:pt idx="1091">
                  <c:v>43412</c:v>
                </c:pt>
                <c:pt idx="1092">
                  <c:v>43413</c:v>
                </c:pt>
                <c:pt idx="1093">
                  <c:v>43416</c:v>
                </c:pt>
                <c:pt idx="1094">
                  <c:v>43417</c:v>
                </c:pt>
                <c:pt idx="1095">
                  <c:v>43418</c:v>
                </c:pt>
                <c:pt idx="1096">
                  <c:v>43420</c:v>
                </c:pt>
                <c:pt idx="1097">
                  <c:v>43423</c:v>
                </c:pt>
                <c:pt idx="1098">
                  <c:v>43425</c:v>
                </c:pt>
                <c:pt idx="1099">
                  <c:v>43426</c:v>
                </c:pt>
                <c:pt idx="1100">
                  <c:v>43427</c:v>
                </c:pt>
                <c:pt idx="1101">
                  <c:v>43430</c:v>
                </c:pt>
                <c:pt idx="1102">
                  <c:v>43431</c:v>
                </c:pt>
                <c:pt idx="1103">
                  <c:v>43432</c:v>
                </c:pt>
                <c:pt idx="1104">
                  <c:v>43433</c:v>
                </c:pt>
                <c:pt idx="1105">
                  <c:v>43434</c:v>
                </c:pt>
                <c:pt idx="1106">
                  <c:v>43437</c:v>
                </c:pt>
                <c:pt idx="1107">
                  <c:v>43438</c:v>
                </c:pt>
                <c:pt idx="1108">
                  <c:v>43439</c:v>
                </c:pt>
                <c:pt idx="1109">
                  <c:v>43440</c:v>
                </c:pt>
                <c:pt idx="1110">
                  <c:v>43441</c:v>
                </c:pt>
                <c:pt idx="1111">
                  <c:v>43444</c:v>
                </c:pt>
                <c:pt idx="1112">
                  <c:v>43445</c:v>
                </c:pt>
                <c:pt idx="1113">
                  <c:v>43446</c:v>
                </c:pt>
                <c:pt idx="1114">
                  <c:v>43447</c:v>
                </c:pt>
                <c:pt idx="1115">
                  <c:v>43448</c:v>
                </c:pt>
                <c:pt idx="1116">
                  <c:v>43451</c:v>
                </c:pt>
                <c:pt idx="1117">
                  <c:v>43452</c:v>
                </c:pt>
                <c:pt idx="1118">
                  <c:v>43453</c:v>
                </c:pt>
                <c:pt idx="1119">
                  <c:v>43454</c:v>
                </c:pt>
                <c:pt idx="1120">
                  <c:v>43455</c:v>
                </c:pt>
                <c:pt idx="1121">
                  <c:v>43460</c:v>
                </c:pt>
                <c:pt idx="1122">
                  <c:v>43461</c:v>
                </c:pt>
                <c:pt idx="1123">
                  <c:v>43462</c:v>
                </c:pt>
                <c:pt idx="1124">
                  <c:v>43467</c:v>
                </c:pt>
                <c:pt idx="1125">
                  <c:v>43468</c:v>
                </c:pt>
                <c:pt idx="1126">
                  <c:v>43469</c:v>
                </c:pt>
                <c:pt idx="1127">
                  <c:v>43472</c:v>
                </c:pt>
                <c:pt idx="1128">
                  <c:v>43473</c:v>
                </c:pt>
                <c:pt idx="1129">
                  <c:v>43474</c:v>
                </c:pt>
                <c:pt idx="1130">
                  <c:v>43475</c:v>
                </c:pt>
                <c:pt idx="1131">
                  <c:v>43476</c:v>
                </c:pt>
                <c:pt idx="1132">
                  <c:v>43479</c:v>
                </c:pt>
                <c:pt idx="1133">
                  <c:v>43480</c:v>
                </c:pt>
                <c:pt idx="1134">
                  <c:v>43481</c:v>
                </c:pt>
                <c:pt idx="1135">
                  <c:v>43482</c:v>
                </c:pt>
                <c:pt idx="1136">
                  <c:v>43483</c:v>
                </c:pt>
                <c:pt idx="1137">
                  <c:v>43486</c:v>
                </c:pt>
                <c:pt idx="1138">
                  <c:v>43487</c:v>
                </c:pt>
                <c:pt idx="1139">
                  <c:v>43488</c:v>
                </c:pt>
                <c:pt idx="1140">
                  <c:v>43489</c:v>
                </c:pt>
                <c:pt idx="1141">
                  <c:v>43493</c:v>
                </c:pt>
                <c:pt idx="1142">
                  <c:v>43494</c:v>
                </c:pt>
                <c:pt idx="1143">
                  <c:v>43495</c:v>
                </c:pt>
                <c:pt idx="1144">
                  <c:v>43496</c:v>
                </c:pt>
                <c:pt idx="1145">
                  <c:v>43497</c:v>
                </c:pt>
                <c:pt idx="1146">
                  <c:v>43500</c:v>
                </c:pt>
                <c:pt idx="1147">
                  <c:v>43501</c:v>
                </c:pt>
                <c:pt idx="1148">
                  <c:v>43502</c:v>
                </c:pt>
                <c:pt idx="1149">
                  <c:v>43503</c:v>
                </c:pt>
                <c:pt idx="1150">
                  <c:v>43504</c:v>
                </c:pt>
                <c:pt idx="1151">
                  <c:v>43507</c:v>
                </c:pt>
                <c:pt idx="1152">
                  <c:v>43508</c:v>
                </c:pt>
                <c:pt idx="1153">
                  <c:v>43509</c:v>
                </c:pt>
                <c:pt idx="1154">
                  <c:v>43510</c:v>
                </c:pt>
                <c:pt idx="1155">
                  <c:v>43511</c:v>
                </c:pt>
                <c:pt idx="1156">
                  <c:v>43514</c:v>
                </c:pt>
                <c:pt idx="1157">
                  <c:v>43515</c:v>
                </c:pt>
                <c:pt idx="1158">
                  <c:v>43516</c:v>
                </c:pt>
                <c:pt idx="1159">
                  <c:v>43517</c:v>
                </c:pt>
                <c:pt idx="1160">
                  <c:v>43518</c:v>
                </c:pt>
                <c:pt idx="1161">
                  <c:v>43521</c:v>
                </c:pt>
                <c:pt idx="1162">
                  <c:v>43522</c:v>
                </c:pt>
                <c:pt idx="1163">
                  <c:v>43523</c:v>
                </c:pt>
                <c:pt idx="1164">
                  <c:v>43524</c:v>
                </c:pt>
                <c:pt idx="1165">
                  <c:v>43525</c:v>
                </c:pt>
                <c:pt idx="1166">
                  <c:v>43530</c:v>
                </c:pt>
                <c:pt idx="1167">
                  <c:v>43531</c:v>
                </c:pt>
                <c:pt idx="1168">
                  <c:v>43532</c:v>
                </c:pt>
                <c:pt idx="1169">
                  <c:v>43535</c:v>
                </c:pt>
                <c:pt idx="1170">
                  <c:v>43536</c:v>
                </c:pt>
                <c:pt idx="1171">
                  <c:v>43537</c:v>
                </c:pt>
                <c:pt idx="1172">
                  <c:v>43538</c:v>
                </c:pt>
                <c:pt idx="1173">
                  <c:v>43539</c:v>
                </c:pt>
                <c:pt idx="1174">
                  <c:v>43542</c:v>
                </c:pt>
                <c:pt idx="1175">
                  <c:v>43543</c:v>
                </c:pt>
                <c:pt idx="1176">
                  <c:v>43544</c:v>
                </c:pt>
                <c:pt idx="1177">
                  <c:v>43545</c:v>
                </c:pt>
                <c:pt idx="1178">
                  <c:v>43546</c:v>
                </c:pt>
                <c:pt idx="1179">
                  <c:v>43549</c:v>
                </c:pt>
                <c:pt idx="1180">
                  <c:v>43550</c:v>
                </c:pt>
                <c:pt idx="1181">
                  <c:v>43551</c:v>
                </c:pt>
                <c:pt idx="1182">
                  <c:v>43552</c:v>
                </c:pt>
                <c:pt idx="1183">
                  <c:v>43553</c:v>
                </c:pt>
                <c:pt idx="1184">
                  <c:v>43556</c:v>
                </c:pt>
                <c:pt idx="1185">
                  <c:v>43557</c:v>
                </c:pt>
                <c:pt idx="1186">
                  <c:v>43558</c:v>
                </c:pt>
                <c:pt idx="1187">
                  <c:v>43559</c:v>
                </c:pt>
                <c:pt idx="1188">
                  <c:v>43560</c:v>
                </c:pt>
                <c:pt idx="1189">
                  <c:v>43563</c:v>
                </c:pt>
                <c:pt idx="1190">
                  <c:v>43564</c:v>
                </c:pt>
                <c:pt idx="1191">
                  <c:v>43565</c:v>
                </c:pt>
                <c:pt idx="1192">
                  <c:v>43566</c:v>
                </c:pt>
                <c:pt idx="1193">
                  <c:v>43567</c:v>
                </c:pt>
                <c:pt idx="1194">
                  <c:v>43570</c:v>
                </c:pt>
                <c:pt idx="1195">
                  <c:v>43571</c:v>
                </c:pt>
                <c:pt idx="1196">
                  <c:v>43572</c:v>
                </c:pt>
                <c:pt idx="1197">
                  <c:v>43573</c:v>
                </c:pt>
                <c:pt idx="1198">
                  <c:v>43577</c:v>
                </c:pt>
                <c:pt idx="1199">
                  <c:v>43578</c:v>
                </c:pt>
                <c:pt idx="1200">
                  <c:v>43579</c:v>
                </c:pt>
                <c:pt idx="1201">
                  <c:v>43580</c:v>
                </c:pt>
                <c:pt idx="1202">
                  <c:v>43581</c:v>
                </c:pt>
                <c:pt idx="1203">
                  <c:v>43584</c:v>
                </c:pt>
                <c:pt idx="1204">
                  <c:v>43585</c:v>
                </c:pt>
                <c:pt idx="1205">
                  <c:v>43587</c:v>
                </c:pt>
                <c:pt idx="1206">
                  <c:v>43588</c:v>
                </c:pt>
                <c:pt idx="1207">
                  <c:v>43591</c:v>
                </c:pt>
                <c:pt idx="1208">
                  <c:v>43592</c:v>
                </c:pt>
                <c:pt idx="1209">
                  <c:v>43593</c:v>
                </c:pt>
                <c:pt idx="1210">
                  <c:v>43594</c:v>
                </c:pt>
                <c:pt idx="1211">
                  <c:v>43595</c:v>
                </c:pt>
                <c:pt idx="1212">
                  <c:v>43598</c:v>
                </c:pt>
                <c:pt idx="1213">
                  <c:v>43599</c:v>
                </c:pt>
                <c:pt idx="1214">
                  <c:v>43600</c:v>
                </c:pt>
                <c:pt idx="1215">
                  <c:v>43601</c:v>
                </c:pt>
                <c:pt idx="1216">
                  <c:v>43602</c:v>
                </c:pt>
                <c:pt idx="1217">
                  <c:v>43605</c:v>
                </c:pt>
                <c:pt idx="1218">
                  <c:v>43606</c:v>
                </c:pt>
                <c:pt idx="1219">
                  <c:v>43607</c:v>
                </c:pt>
                <c:pt idx="1220">
                  <c:v>43608</c:v>
                </c:pt>
                <c:pt idx="1221">
                  <c:v>43609</c:v>
                </c:pt>
                <c:pt idx="1222">
                  <c:v>43612</c:v>
                </c:pt>
                <c:pt idx="1223">
                  <c:v>43613</c:v>
                </c:pt>
                <c:pt idx="1224">
                  <c:v>43614</c:v>
                </c:pt>
                <c:pt idx="1225">
                  <c:v>43615</c:v>
                </c:pt>
                <c:pt idx="1226">
                  <c:v>43616</c:v>
                </c:pt>
                <c:pt idx="1227">
                  <c:v>43619</c:v>
                </c:pt>
                <c:pt idx="1228">
                  <c:v>43620</c:v>
                </c:pt>
                <c:pt idx="1229">
                  <c:v>43621</c:v>
                </c:pt>
                <c:pt idx="1230">
                  <c:v>43622</c:v>
                </c:pt>
                <c:pt idx="1231">
                  <c:v>43623</c:v>
                </c:pt>
                <c:pt idx="1232">
                  <c:v>43626</c:v>
                </c:pt>
                <c:pt idx="1233">
                  <c:v>43627</c:v>
                </c:pt>
                <c:pt idx="1234">
                  <c:v>43628</c:v>
                </c:pt>
                <c:pt idx="1235">
                  <c:v>43629</c:v>
                </c:pt>
                <c:pt idx="1236">
                  <c:v>43630</c:v>
                </c:pt>
                <c:pt idx="1237">
                  <c:v>43633</c:v>
                </c:pt>
                <c:pt idx="1238">
                  <c:v>43634</c:v>
                </c:pt>
                <c:pt idx="1239">
                  <c:v>43635</c:v>
                </c:pt>
                <c:pt idx="1240">
                  <c:v>43637</c:v>
                </c:pt>
                <c:pt idx="1241">
                  <c:v>43640</c:v>
                </c:pt>
                <c:pt idx="1242">
                  <c:v>43641</c:v>
                </c:pt>
                <c:pt idx="1243">
                  <c:v>43642</c:v>
                </c:pt>
                <c:pt idx="1244">
                  <c:v>43643</c:v>
                </c:pt>
                <c:pt idx="1245">
                  <c:v>43644</c:v>
                </c:pt>
                <c:pt idx="1246">
                  <c:v>43647</c:v>
                </c:pt>
                <c:pt idx="1247">
                  <c:v>43648</c:v>
                </c:pt>
                <c:pt idx="1248">
                  <c:v>43649</c:v>
                </c:pt>
                <c:pt idx="1249">
                  <c:v>43650</c:v>
                </c:pt>
                <c:pt idx="1250">
                  <c:v>43651</c:v>
                </c:pt>
                <c:pt idx="1251">
                  <c:v>43654</c:v>
                </c:pt>
                <c:pt idx="1252">
                  <c:v>43656</c:v>
                </c:pt>
                <c:pt idx="1253">
                  <c:v>43657</c:v>
                </c:pt>
                <c:pt idx="1254">
                  <c:v>43658</c:v>
                </c:pt>
                <c:pt idx="1255">
                  <c:v>43661</c:v>
                </c:pt>
                <c:pt idx="1256">
                  <c:v>43662</c:v>
                </c:pt>
                <c:pt idx="1257">
                  <c:v>43663</c:v>
                </c:pt>
                <c:pt idx="1258">
                  <c:v>43664</c:v>
                </c:pt>
                <c:pt idx="1259">
                  <c:v>43665</c:v>
                </c:pt>
                <c:pt idx="1260">
                  <c:v>43668</c:v>
                </c:pt>
                <c:pt idx="1261">
                  <c:v>43669</c:v>
                </c:pt>
                <c:pt idx="1262">
                  <c:v>43670</c:v>
                </c:pt>
                <c:pt idx="1263">
                  <c:v>43671</c:v>
                </c:pt>
                <c:pt idx="1264">
                  <c:v>43672</c:v>
                </c:pt>
                <c:pt idx="1265">
                  <c:v>43675</c:v>
                </c:pt>
                <c:pt idx="1266">
                  <c:v>43676</c:v>
                </c:pt>
                <c:pt idx="1267">
                  <c:v>43677</c:v>
                </c:pt>
                <c:pt idx="1268">
                  <c:v>43678</c:v>
                </c:pt>
                <c:pt idx="1269">
                  <c:v>43679</c:v>
                </c:pt>
                <c:pt idx="1270">
                  <c:v>43682</c:v>
                </c:pt>
                <c:pt idx="1271">
                  <c:v>43683</c:v>
                </c:pt>
                <c:pt idx="1272">
                  <c:v>43684</c:v>
                </c:pt>
                <c:pt idx="1273">
                  <c:v>43685</c:v>
                </c:pt>
                <c:pt idx="1274">
                  <c:v>43686</c:v>
                </c:pt>
                <c:pt idx="1275">
                  <c:v>43689</c:v>
                </c:pt>
                <c:pt idx="1276">
                  <c:v>43690</c:v>
                </c:pt>
                <c:pt idx="1277">
                  <c:v>43691</c:v>
                </c:pt>
                <c:pt idx="1278">
                  <c:v>43692</c:v>
                </c:pt>
                <c:pt idx="1279">
                  <c:v>43693</c:v>
                </c:pt>
                <c:pt idx="1280">
                  <c:v>43696</c:v>
                </c:pt>
                <c:pt idx="1281">
                  <c:v>43697</c:v>
                </c:pt>
                <c:pt idx="1282">
                  <c:v>43698</c:v>
                </c:pt>
                <c:pt idx="1283">
                  <c:v>43699</c:v>
                </c:pt>
                <c:pt idx="1284">
                  <c:v>43700</c:v>
                </c:pt>
                <c:pt idx="1285">
                  <c:v>43703</c:v>
                </c:pt>
                <c:pt idx="1286">
                  <c:v>43704</c:v>
                </c:pt>
                <c:pt idx="1287">
                  <c:v>43705</c:v>
                </c:pt>
                <c:pt idx="1288">
                  <c:v>43706</c:v>
                </c:pt>
                <c:pt idx="1289">
                  <c:v>43707</c:v>
                </c:pt>
                <c:pt idx="1290">
                  <c:v>43710</c:v>
                </c:pt>
                <c:pt idx="1291">
                  <c:v>43711</c:v>
                </c:pt>
                <c:pt idx="1292">
                  <c:v>43712</c:v>
                </c:pt>
                <c:pt idx="1293">
                  <c:v>43713</c:v>
                </c:pt>
                <c:pt idx="1294">
                  <c:v>43714</c:v>
                </c:pt>
                <c:pt idx="1295">
                  <c:v>43717</c:v>
                </c:pt>
                <c:pt idx="1296">
                  <c:v>43718</c:v>
                </c:pt>
                <c:pt idx="1297">
                  <c:v>43719</c:v>
                </c:pt>
                <c:pt idx="1298">
                  <c:v>43720</c:v>
                </c:pt>
                <c:pt idx="1299">
                  <c:v>43721</c:v>
                </c:pt>
                <c:pt idx="1300">
                  <c:v>43724</c:v>
                </c:pt>
                <c:pt idx="1301">
                  <c:v>43725</c:v>
                </c:pt>
                <c:pt idx="1302">
                  <c:v>43726</c:v>
                </c:pt>
                <c:pt idx="1303">
                  <c:v>43727</c:v>
                </c:pt>
                <c:pt idx="1304">
                  <c:v>43728</c:v>
                </c:pt>
                <c:pt idx="1305">
                  <c:v>43731</c:v>
                </c:pt>
                <c:pt idx="1306">
                  <c:v>43732</c:v>
                </c:pt>
                <c:pt idx="1307">
                  <c:v>43733</c:v>
                </c:pt>
                <c:pt idx="1308">
                  <c:v>43734</c:v>
                </c:pt>
                <c:pt idx="1309">
                  <c:v>43735</c:v>
                </c:pt>
                <c:pt idx="1310">
                  <c:v>43738</c:v>
                </c:pt>
                <c:pt idx="1311">
                  <c:v>43739</c:v>
                </c:pt>
                <c:pt idx="1312">
                  <c:v>43740</c:v>
                </c:pt>
                <c:pt idx="1313">
                  <c:v>43741</c:v>
                </c:pt>
                <c:pt idx="1314">
                  <c:v>43742</c:v>
                </c:pt>
                <c:pt idx="1315">
                  <c:v>43745</c:v>
                </c:pt>
                <c:pt idx="1316">
                  <c:v>43746</c:v>
                </c:pt>
                <c:pt idx="1317">
                  <c:v>43747</c:v>
                </c:pt>
                <c:pt idx="1318">
                  <c:v>43748</c:v>
                </c:pt>
                <c:pt idx="1319">
                  <c:v>43749</c:v>
                </c:pt>
                <c:pt idx="1320">
                  <c:v>43752</c:v>
                </c:pt>
                <c:pt idx="1321">
                  <c:v>43753</c:v>
                </c:pt>
                <c:pt idx="1322">
                  <c:v>43754</c:v>
                </c:pt>
                <c:pt idx="1323">
                  <c:v>43755</c:v>
                </c:pt>
                <c:pt idx="1324">
                  <c:v>43756</c:v>
                </c:pt>
                <c:pt idx="1325">
                  <c:v>43759</c:v>
                </c:pt>
                <c:pt idx="1326">
                  <c:v>43760</c:v>
                </c:pt>
                <c:pt idx="1327">
                  <c:v>43761</c:v>
                </c:pt>
                <c:pt idx="1328">
                  <c:v>43762</c:v>
                </c:pt>
                <c:pt idx="1329">
                  <c:v>43763</c:v>
                </c:pt>
                <c:pt idx="1330">
                  <c:v>43766</c:v>
                </c:pt>
                <c:pt idx="1331">
                  <c:v>43767</c:v>
                </c:pt>
                <c:pt idx="1332">
                  <c:v>43768</c:v>
                </c:pt>
                <c:pt idx="1333">
                  <c:v>43769</c:v>
                </c:pt>
                <c:pt idx="1334">
                  <c:v>43770</c:v>
                </c:pt>
                <c:pt idx="1335">
                  <c:v>43773</c:v>
                </c:pt>
                <c:pt idx="1336">
                  <c:v>43774</c:v>
                </c:pt>
                <c:pt idx="1337">
                  <c:v>43775</c:v>
                </c:pt>
                <c:pt idx="1338">
                  <c:v>43776</c:v>
                </c:pt>
                <c:pt idx="1339">
                  <c:v>43777</c:v>
                </c:pt>
                <c:pt idx="1340">
                  <c:v>43780</c:v>
                </c:pt>
                <c:pt idx="1341">
                  <c:v>43781</c:v>
                </c:pt>
                <c:pt idx="1342">
                  <c:v>43782</c:v>
                </c:pt>
                <c:pt idx="1343">
                  <c:v>43783</c:v>
                </c:pt>
                <c:pt idx="1344">
                  <c:v>43787</c:v>
                </c:pt>
                <c:pt idx="1345">
                  <c:v>43788</c:v>
                </c:pt>
                <c:pt idx="1346">
                  <c:v>43790</c:v>
                </c:pt>
                <c:pt idx="1347">
                  <c:v>43791</c:v>
                </c:pt>
                <c:pt idx="1348">
                  <c:v>43794</c:v>
                </c:pt>
                <c:pt idx="1349">
                  <c:v>43795</c:v>
                </c:pt>
                <c:pt idx="1350">
                  <c:v>43796</c:v>
                </c:pt>
                <c:pt idx="1351">
                  <c:v>43797</c:v>
                </c:pt>
                <c:pt idx="1352">
                  <c:v>43798</c:v>
                </c:pt>
                <c:pt idx="1353">
                  <c:v>43801</c:v>
                </c:pt>
                <c:pt idx="1354">
                  <c:v>43802</c:v>
                </c:pt>
                <c:pt idx="1355">
                  <c:v>43803</c:v>
                </c:pt>
                <c:pt idx="1356">
                  <c:v>43804</c:v>
                </c:pt>
                <c:pt idx="1357">
                  <c:v>43805</c:v>
                </c:pt>
                <c:pt idx="1358">
                  <c:v>43808</c:v>
                </c:pt>
                <c:pt idx="1359">
                  <c:v>43809</c:v>
                </c:pt>
                <c:pt idx="1360">
                  <c:v>43810</c:v>
                </c:pt>
                <c:pt idx="1361">
                  <c:v>43811</c:v>
                </c:pt>
                <c:pt idx="1362">
                  <c:v>43812</c:v>
                </c:pt>
                <c:pt idx="1363">
                  <c:v>43815</c:v>
                </c:pt>
                <c:pt idx="1364">
                  <c:v>43816</c:v>
                </c:pt>
                <c:pt idx="1365">
                  <c:v>43817</c:v>
                </c:pt>
                <c:pt idx="1366">
                  <c:v>43818</c:v>
                </c:pt>
                <c:pt idx="1367">
                  <c:v>43819</c:v>
                </c:pt>
                <c:pt idx="1368">
                  <c:v>43822</c:v>
                </c:pt>
                <c:pt idx="1369">
                  <c:v>43825</c:v>
                </c:pt>
                <c:pt idx="1370">
                  <c:v>43826</c:v>
                </c:pt>
                <c:pt idx="1371">
                  <c:v>43829</c:v>
                </c:pt>
                <c:pt idx="1372">
                  <c:v>43832</c:v>
                </c:pt>
                <c:pt idx="1373">
                  <c:v>43833</c:v>
                </c:pt>
                <c:pt idx="1374">
                  <c:v>43836</c:v>
                </c:pt>
                <c:pt idx="1375">
                  <c:v>43837</c:v>
                </c:pt>
                <c:pt idx="1376">
                  <c:v>43838</c:v>
                </c:pt>
                <c:pt idx="1377">
                  <c:v>43839</c:v>
                </c:pt>
                <c:pt idx="1378">
                  <c:v>43840</c:v>
                </c:pt>
                <c:pt idx="1379">
                  <c:v>43843</c:v>
                </c:pt>
                <c:pt idx="1380">
                  <c:v>43844</c:v>
                </c:pt>
                <c:pt idx="1381">
                  <c:v>43845</c:v>
                </c:pt>
                <c:pt idx="1382">
                  <c:v>43846</c:v>
                </c:pt>
                <c:pt idx="1383">
                  <c:v>43847</c:v>
                </c:pt>
                <c:pt idx="1384">
                  <c:v>43850</c:v>
                </c:pt>
                <c:pt idx="1385">
                  <c:v>43851</c:v>
                </c:pt>
                <c:pt idx="1386">
                  <c:v>43852</c:v>
                </c:pt>
                <c:pt idx="1387">
                  <c:v>43853</c:v>
                </c:pt>
                <c:pt idx="1388">
                  <c:v>43854</c:v>
                </c:pt>
                <c:pt idx="1389">
                  <c:v>43857</c:v>
                </c:pt>
                <c:pt idx="1390">
                  <c:v>43858</c:v>
                </c:pt>
                <c:pt idx="1391">
                  <c:v>43859</c:v>
                </c:pt>
                <c:pt idx="1392">
                  <c:v>43860</c:v>
                </c:pt>
                <c:pt idx="1393">
                  <c:v>43861</c:v>
                </c:pt>
                <c:pt idx="1394">
                  <c:v>43864</c:v>
                </c:pt>
                <c:pt idx="1395">
                  <c:v>43865</c:v>
                </c:pt>
                <c:pt idx="1396">
                  <c:v>43866</c:v>
                </c:pt>
                <c:pt idx="1397">
                  <c:v>43867</c:v>
                </c:pt>
                <c:pt idx="1398">
                  <c:v>43868</c:v>
                </c:pt>
                <c:pt idx="1399">
                  <c:v>43871</c:v>
                </c:pt>
                <c:pt idx="1400">
                  <c:v>43872</c:v>
                </c:pt>
                <c:pt idx="1401">
                  <c:v>43873</c:v>
                </c:pt>
                <c:pt idx="1402">
                  <c:v>43874</c:v>
                </c:pt>
                <c:pt idx="1403">
                  <c:v>43875</c:v>
                </c:pt>
                <c:pt idx="1404">
                  <c:v>43878</c:v>
                </c:pt>
                <c:pt idx="1405">
                  <c:v>43879</c:v>
                </c:pt>
                <c:pt idx="1406">
                  <c:v>43880</c:v>
                </c:pt>
                <c:pt idx="1407">
                  <c:v>43881</c:v>
                </c:pt>
                <c:pt idx="1408">
                  <c:v>43882</c:v>
                </c:pt>
                <c:pt idx="1409">
                  <c:v>43887</c:v>
                </c:pt>
                <c:pt idx="1410">
                  <c:v>43888</c:v>
                </c:pt>
                <c:pt idx="1411">
                  <c:v>43889</c:v>
                </c:pt>
                <c:pt idx="1412">
                  <c:v>43892</c:v>
                </c:pt>
                <c:pt idx="1413">
                  <c:v>43893</c:v>
                </c:pt>
                <c:pt idx="1414">
                  <c:v>43894</c:v>
                </c:pt>
                <c:pt idx="1415">
                  <c:v>43895</c:v>
                </c:pt>
                <c:pt idx="1416">
                  <c:v>43896</c:v>
                </c:pt>
                <c:pt idx="1417">
                  <c:v>43899</c:v>
                </c:pt>
                <c:pt idx="1418">
                  <c:v>43900</c:v>
                </c:pt>
                <c:pt idx="1419">
                  <c:v>43901</c:v>
                </c:pt>
                <c:pt idx="1420">
                  <c:v>43902</c:v>
                </c:pt>
                <c:pt idx="1421">
                  <c:v>43903</c:v>
                </c:pt>
                <c:pt idx="1422">
                  <c:v>43906</c:v>
                </c:pt>
                <c:pt idx="1423">
                  <c:v>43907</c:v>
                </c:pt>
                <c:pt idx="1424">
                  <c:v>43908</c:v>
                </c:pt>
                <c:pt idx="1425">
                  <c:v>43909</c:v>
                </c:pt>
                <c:pt idx="1426">
                  <c:v>43910</c:v>
                </c:pt>
                <c:pt idx="1427">
                  <c:v>43913</c:v>
                </c:pt>
                <c:pt idx="1428">
                  <c:v>43914</c:v>
                </c:pt>
                <c:pt idx="1429">
                  <c:v>43915</c:v>
                </c:pt>
                <c:pt idx="1430">
                  <c:v>43916</c:v>
                </c:pt>
                <c:pt idx="1431">
                  <c:v>43917</c:v>
                </c:pt>
                <c:pt idx="1432">
                  <c:v>43920</c:v>
                </c:pt>
                <c:pt idx="1433">
                  <c:v>43921</c:v>
                </c:pt>
                <c:pt idx="1434">
                  <c:v>43922</c:v>
                </c:pt>
                <c:pt idx="1435">
                  <c:v>43923</c:v>
                </c:pt>
                <c:pt idx="1436">
                  <c:v>43924</c:v>
                </c:pt>
                <c:pt idx="1437">
                  <c:v>43927</c:v>
                </c:pt>
                <c:pt idx="1438">
                  <c:v>43928</c:v>
                </c:pt>
                <c:pt idx="1439">
                  <c:v>43929</c:v>
                </c:pt>
                <c:pt idx="1440">
                  <c:v>43930</c:v>
                </c:pt>
                <c:pt idx="1441">
                  <c:v>43934</c:v>
                </c:pt>
                <c:pt idx="1442">
                  <c:v>43935</c:v>
                </c:pt>
                <c:pt idx="1443">
                  <c:v>43936</c:v>
                </c:pt>
                <c:pt idx="1444">
                  <c:v>43937</c:v>
                </c:pt>
                <c:pt idx="1445">
                  <c:v>43938</c:v>
                </c:pt>
                <c:pt idx="1446">
                  <c:v>43941</c:v>
                </c:pt>
                <c:pt idx="1447">
                  <c:v>43943</c:v>
                </c:pt>
                <c:pt idx="1448">
                  <c:v>43944</c:v>
                </c:pt>
                <c:pt idx="1449">
                  <c:v>43945</c:v>
                </c:pt>
                <c:pt idx="1450">
                  <c:v>43948</c:v>
                </c:pt>
                <c:pt idx="1451">
                  <c:v>43949</c:v>
                </c:pt>
                <c:pt idx="1452">
                  <c:v>43950</c:v>
                </c:pt>
                <c:pt idx="1453">
                  <c:v>43951</c:v>
                </c:pt>
                <c:pt idx="1454">
                  <c:v>43955</c:v>
                </c:pt>
                <c:pt idx="1455">
                  <c:v>43956</c:v>
                </c:pt>
                <c:pt idx="1456">
                  <c:v>43957</c:v>
                </c:pt>
                <c:pt idx="1457">
                  <c:v>43958</c:v>
                </c:pt>
                <c:pt idx="1458">
                  <c:v>43959</c:v>
                </c:pt>
                <c:pt idx="1459">
                  <c:v>43962</c:v>
                </c:pt>
                <c:pt idx="1460">
                  <c:v>43963</c:v>
                </c:pt>
                <c:pt idx="1461">
                  <c:v>43964</c:v>
                </c:pt>
                <c:pt idx="1462">
                  <c:v>43965</c:v>
                </c:pt>
                <c:pt idx="1463">
                  <c:v>43966</c:v>
                </c:pt>
                <c:pt idx="1464">
                  <c:v>43969</c:v>
                </c:pt>
                <c:pt idx="1465">
                  <c:v>43970</c:v>
                </c:pt>
                <c:pt idx="1466">
                  <c:v>43971</c:v>
                </c:pt>
                <c:pt idx="1467">
                  <c:v>43972</c:v>
                </c:pt>
                <c:pt idx="1468">
                  <c:v>43973</c:v>
                </c:pt>
                <c:pt idx="1469">
                  <c:v>43976</c:v>
                </c:pt>
                <c:pt idx="1470">
                  <c:v>43977</c:v>
                </c:pt>
                <c:pt idx="1471">
                  <c:v>43978</c:v>
                </c:pt>
                <c:pt idx="1472">
                  <c:v>43979</c:v>
                </c:pt>
                <c:pt idx="1473">
                  <c:v>43980</c:v>
                </c:pt>
                <c:pt idx="1474">
                  <c:v>43983</c:v>
                </c:pt>
                <c:pt idx="1475">
                  <c:v>43984</c:v>
                </c:pt>
                <c:pt idx="1476">
                  <c:v>43985</c:v>
                </c:pt>
                <c:pt idx="1477">
                  <c:v>43986</c:v>
                </c:pt>
                <c:pt idx="1478">
                  <c:v>43987</c:v>
                </c:pt>
                <c:pt idx="1479">
                  <c:v>43990</c:v>
                </c:pt>
                <c:pt idx="1480">
                  <c:v>43991</c:v>
                </c:pt>
                <c:pt idx="1481">
                  <c:v>43992</c:v>
                </c:pt>
                <c:pt idx="1482">
                  <c:v>43994</c:v>
                </c:pt>
                <c:pt idx="1483">
                  <c:v>43997</c:v>
                </c:pt>
                <c:pt idx="1484">
                  <c:v>43998</c:v>
                </c:pt>
                <c:pt idx="1485">
                  <c:v>43999</c:v>
                </c:pt>
                <c:pt idx="1486">
                  <c:v>44000</c:v>
                </c:pt>
                <c:pt idx="1487">
                  <c:v>44001</c:v>
                </c:pt>
                <c:pt idx="1488">
                  <c:v>44004</c:v>
                </c:pt>
                <c:pt idx="1489">
                  <c:v>44005</c:v>
                </c:pt>
                <c:pt idx="1490">
                  <c:v>44006</c:v>
                </c:pt>
                <c:pt idx="1491">
                  <c:v>44007</c:v>
                </c:pt>
                <c:pt idx="1492">
                  <c:v>44008</c:v>
                </c:pt>
                <c:pt idx="1493">
                  <c:v>44011</c:v>
                </c:pt>
                <c:pt idx="1494">
                  <c:v>44012</c:v>
                </c:pt>
                <c:pt idx="1495">
                  <c:v>44013</c:v>
                </c:pt>
                <c:pt idx="1496">
                  <c:v>44014</c:v>
                </c:pt>
                <c:pt idx="1497">
                  <c:v>44015</c:v>
                </c:pt>
                <c:pt idx="1498">
                  <c:v>44018</c:v>
                </c:pt>
                <c:pt idx="1499">
                  <c:v>44019</c:v>
                </c:pt>
                <c:pt idx="1500">
                  <c:v>44020</c:v>
                </c:pt>
                <c:pt idx="1501">
                  <c:v>44021</c:v>
                </c:pt>
                <c:pt idx="1502">
                  <c:v>44022</c:v>
                </c:pt>
                <c:pt idx="1503">
                  <c:v>44025</c:v>
                </c:pt>
                <c:pt idx="1504">
                  <c:v>44026</c:v>
                </c:pt>
                <c:pt idx="1505">
                  <c:v>44027</c:v>
                </c:pt>
                <c:pt idx="1506">
                  <c:v>44028</c:v>
                </c:pt>
                <c:pt idx="1507">
                  <c:v>44029</c:v>
                </c:pt>
                <c:pt idx="1508">
                  <c:v>44032</c:v>
                </c:pt>
                <c:pt idx="1509">
                  <c:v>44033</c:v>
                </c:pt>
                <c:pt idx="1510">
                  <c:v>44034</c:v>
                </c:pt>
                <c:pt idx="1511">
                  <c:v>44035</c:v>
                </c:pt>
                <c:pt idx="1512">
                  <c:v>44036</c:v>
                </c:pt>
                <c:pt idx="1513">
                  <c:v>44039</c:v>
                </c:pt>
                <c:pt idx="1514">
                  <c:v>44040</c:v>
                </c:pt>
                <c:pt idx="1515">
                  <c:v>44041</c:v>
                </c:pt>
                <c:pt idx="1516">
                  <c:v>44042</c:v>
                </c:pt>
                <c:pt idx="1517">
                  <c:v>44043</c:v>
                </c:pt>
                <c:pt idx="1518">
                  <c:v>44046</c:v>
                </c:pt>
                <c:pt idx="1519">
                  <c:v>44047</c:v>
                </c:pt>
                <c:pt idx="1520">
                  <c:v>44048</c:v>
                </c:pt>
                <c:pt idx="1521">
                  <c:v>44049</c:v>
                </c:pt>
                <c:pt idx="1522">
                  <c:v>44050</c:v>
                </c:pt>
                <c:pt idx="1523">
                  <c:v>44053</c:v>
                </c:pt>
                <c:pt idx="1524">
                  <c:v>44054</c:v>
                </c:pt>
                <c:pt idx="1525">
                  <c:v>44055</c:v>
                </c:pt>
                <c:pt idx="1526">
                  <c:v>44056</c:v>
                </c:pt>
                <c:pt idx="1527">
                  <c:v>44057</c:v>
                </c:pt>
                <c:pt idx="1528">
                  <c:v>44060</c:v>
                </c:pt>
                <c:pt idx="1529">
                  <c:v>44061</c:v>
                </c:pt>
                <c:pt idx="1530">
                  <c:v>44062</c:v>
                </c:pt>
                <c:pt idx="1531">
                  <c:v>44063</c:v>
                </c:pt>
                <c:pt idx="1532">
                  <c:v>44064</c:v>
                </c:pt>
                <c:pt idx="1533">
                  <c:v>44067</c:v>
                </c:pt>
                <c:pt idx="1534">
                  <c:v>44068</c:v>
                </c:pt>
                <c:pt idx="1535">
                  <c:v>44069</c:v>
                </c:pt>
                <c:pt idx="1536">
                  <c:v>44070</c:v>
                </c:pt>
                <c:pt idx="1537">
                  <c:v>44071</c:v>
                </c:pt>
                <c:pt idx="1538">
                  <c:v>44074</c:v>
                </c:pt>
                <c:pt idx="1539">
                  <c:v>44075</c:v>
                </c:pt>
                <c:pt idx="1540">
                  <c:v>44076</c:v>
                </c:pt>
                <c:pt idx="1541">
                  <c:v>44077</c:v>
                </c:pt>
                <c:pt idx="1542">
                  <c:v>44078</c:v>
                </c:pt>
                <c:pt idx="1543">
                  <c:v>44082</c:v>
                </c:pt>
                <c:pt idx="1544">
                  <c:v>44083</c:v>
                </c:pt>
                <c:pt idx="1545">
                  <c:v>44084</c:v>
                </c:pt>
                <c:pt idx="1546">
                  <c:v>44085</c:v>
                </c:pt>
                <c:pt idx="1547">
                  <c:v>44088</c:v>
                </c:pt>
                <c:pt idx="1548">
                  <c:v>44089</c:v>
                </c:pt>
                <c:pt idx="1549">
                  <c:v>44090</c:v>
                </c:pt>
                <c:pt idx="1550">
                  <c:v>44091</c:v>
                </c:pt>
                <c:pt idx="1551">
                  <c:v>44092</c:v>
                </c:pt>
                <c:pt idx="1552">
                  <c:v>44095</c:v>
                </c:pt>
                <c:pt idx="1553">
                  <c:v>44096</c:v>
                </c:pt>
                <c:pt idx="1554">
                  <c:v>44097</c:v>
                </c:pt>
                <c:pt idx="1555">
                  <c:v>44098</c:v>
                </c:pt>
                <c:pt idx="1556">
                  <c:v>44099</c:v>
                </c:pt>
                <c:pt idx="1557">
                  <c:v>44102</c:v>
                </c:pt>
                <c:pt idx="1558">
                  <c:v>44103</c:v>
                </c:pt>
                <c:pt idx="1559">
                  <c:v>44104</c:v>
                </c:pt>
                <c:pt idx="1560">
                  <c:v>44105</c:v>
                </c:pt>
                <c:pt idx="1561">
                  <c:v>44106</c:v>
                </c:pt>
                <c:pt idx="1562">
                  <c:v>44109</c:v>
                </c:pt>
                <c:pt idx="1563">
                  <c:v>44110</c:v>
                </c:pt>
                <c:pt idx="1564">
                  <c:v>44111</c:v>
                </c:pt>
                <c:pt idx="1565">
                  <c:v>44112</c:v>
                </c:pt>
                <c:pt idx="1566">
                  <c:v>44113</c:v>
                </c:pt>
                <c:pt idx="1567">
                  <c:v>44117</c:v>
                </c:pt>
                <c:pt idx="1568">
                  <c:v>44118</c:v>
                </c:pt>
                <c:pt idx="1569">
                  <c:v>44119</c:v>
                </c:pt>
                <c:pt idx="1570">
                  <c:v>44120</c:v>
                </c:pt>
                <c:pt idx="1571">
                  <c:v>44123</c:v>
                </c:pt>
                <c:pt idx="1572">
                  <c:v>44124</c:v>
                </c:pt>
                <c:pt idx="1573">
                  <c:v>44125</c:v>
                </c:pt>
                <c:pt idx="1574">
                  <c:v>44126</c:v>
                </c:pt>
                <c:pt idx="1575">
                  <c:v>44127</c:v>
                </c:pt>
                <c:pt idx="1576">
                  <c:v>44130</c:v>
                </c:pt>
                <c:pt idx="1577">
                  <c:v>44131</c:v>
                </c:pt>
                <c:pt idx="1578">
                  <c:v>44132</c:v>
                </c:pt>
                <c:pt idx="1579">
                  <c:v>44133</c:v>
                </c:pt>
                <c:pt idx="1580">
                  <c:v>44134</c:v>
                </c:pt>
                <c:pt idx="1581">
                  <c:v>44138</c:v>
                </c:pt>
                <c:pt idx="1582">
                  <c:v>44139</c:v>
                </c:pt>
                <c:pt idx="1583">
                  <c:v>44140</c:v>
                </c:pt>
                <c:pt idx="1584">
                  <c:v>44141</c:v>
                </c:pt>
                <c:pt idx="1585">
                  <c:v>44144</c:v>
                </c:pt>
                <c:pt idx="1586">
                  <c:v>44145</c:v>
                </c:pt>
                <c:pt idx="1587">
                  <c:v>44146</c:v>
                </c:pt>
                <c:pt idx="1588">
                  <c:v>44147</c:v>
                </c:pt>
                <c:pt idx="1589">
                  <c:v>44148</c:v>
                </c:pt>
                <c:pt idx="1590">
                  <c:v>44151</c:v>
                </c:pt>
                <c:pt idx="1591">
                  <c:v>44152</c:v>
                </c:pt>
                <c:pt idx="1592">
                  <c:v>44153</c:v>
                </c:pt>
                <c:pt idx="1593">
                  <c:v>44154</c:v>
                </c:pt>
                <c:pt idx="1594">
                  <c:v>44155</c:v>
                </c:pt>
                <c:pt idx="1595">
                  <c:v>44158</c:v>
                </c:pt>
                <c:pt idx="1596">
                  <c:v>44159</c:v>
                </c:pt>
                <c:pt idx="1597">
                  <c:v>44160</c:v>
                </c:pt>
                <c:pt idx="1598">
                  <c:v>44161</c:v>
                </c:pt>
                <c:pt idx="1599">
                  <c:v>44162</c:v>
                </c:pt>
                <c:pt idx="1600">
                  <c:v>44165</c:v>
                </c:pt>
                <c:pt idx="1601">
                  <c:v>44166</c:v>
                </c:pt>
                <c:pt idx="1602">
                  <c:v>44167</c:v>
                </c:pt>
                <c:pt idx="1603">
                  <c:v>44168</c:v>
                </c:pt>
                <c:pt idx="1604">
                  <c:v>44169</c:v>
                </c:pt>
                <c:pt idx="1605">
                  <c:v>44172</c:v>
                </c:pt>
                <c:pt idx="1606">
                  <c:v>44173</c:v>
                </c:pt>
                <c:pt idx="1607">
                  <c:v>44174</c:v>
                </c:pt>
                <c:pt idx="1608">
                  <c:v>44175</c:v>
                </c:pt>
                <c:pt idx="1609">
                  <c:v>44176</c:v>
                </c:pt>
                <c:pt idx="1610">
                  <c:v>44179</c:v>
                </c:pt>
                <c:pt idx="1611">
                  <c:v>44180</c:v>
                </c:pt>
                <c:pt idx="1612">
                  <c:v>44181</c:v>
                </c:pt>
                <c:pt idx="1613">
                  <c:v>44182</c:v>
                </c:pt>
                <c:pt idx="1614">
                  <c:v>44183</c:v>
                </c:pt>
                <c:pt idx="1615">
                  <c:v>44186</c:v>
                </c:pt>
                <c:pt idx="1616">
                  <c:v>44187</c:v>
                </c:pt>
                <c:pt idx="1617">
                  <c:v>44188</c:v>
                </c:pt>
                <c:pt idx="1618">
                  <c:v>44193</c:v>
                </c:pt>
                <c:pt idx="1619">
                  <c:v>44194</c:v>
                </c:pt>
                <c:pt idx="1620">
                  <c:v>44200</c:v>
                </c:pt>
                <c:pt idx="1621">
                  <c:v>44201</c:v>
                </c:pt>
                <c:pt idx="1622">
                  <c:v>44202</c:v>
                </c:pt>
                <c:pt idx="1623">
                  <c:v>44203</c:v>
                </c:pt>
                <c:pt idx="1624">
                  <c:v>44204</c:v>
                </c:pt>
                <c:pt idx="1625">
                  <c:v>44207</c:v>
                </c:pt>
                <c:pt idx="1626">
                  <c:v>44208</c:v>
                </c:pt>
                <c:pt idx="1627">
                  <c:v>44209</c:v>
                </c:pt>
                <c:pt idx="1628">
                  <c:v>44210</c:v>
                </c:pt>
                <c:pt idx="1629">
                  <c:v>44211</c:v>
                </c:pt>
                <c:pt idx="1630">
                  <c:v>44214</c:v>
                </c:pt>
                <c:pt idx="1631">
                  <c:v>44215</c:v>
                </c:pt>
                <c:pt idx="1632">
                  <c:v>44216</c:v>
                </c:pt>
                <c:pt idx="1633">
                  <c:v>44217</c:v>
                </c:pt>
                <c:pt idx="1634">
                  <c:v>44218</c:v>
                </c:pt>
                <c:pt idx="1635">
                  <c:v>44222</c:v>
                </c:pt>
                <c:pt idx="1636">
                  <c:v>44223</c:v>
                </c:pt>
                <c:pt idx="1637">
                  <c:v>44224</c:v>
                </c:pt>
                <c:pt idx="1638">
                  <c:v>44225</c:v>
                </c:pt>
                <c:pt idx="1639">
                  <c:v>44228</c:v>
                </c:pt>
                <c:pt idx="1640">
                  <c:v>44229</c:v>
                </c:pt>
                <c:pt idx="1641">
                  <c:v>44230</c:v>
                </c:pt>
                <c:pt idx="1642">
                  <c:v>44231</c:v>
                </c:pt>
                <c:pt idx="1643">
                  <c:v>44232</c:v>
                </c:pt>
                <c:pt idx="1644">
                  <c:v>44235</c:v>
                </c:pt>
                <c:pt idx="1645">
                  <c:v>44236</c:v>
                </c:pt>
                <c:pt idx="1646">
                  <c:v>44237</c:v>
                </c:pt>
                <c:pt idx="1647">
                  <c:v>44238</c:v>
                </c:pt>
                <c:pt idx="1648">
                  <c:v>44239</c:v>
                </c:pt>
                <c:pt idx="1649">
                  <c:v>44244</c:v>
                </c:pt>
                <c:pt idx="1650">
                  <c:v>44245</c:v>
                </c:pt>
                <c:pt idx="1651">
                  <c:v>44246</c:v>
                </c:pt>
                <c:pt idx="1652">
                  <c:v>44249</c:v>
                </c:pt>
                <c:pt idx="1653">
                  <c:v>44250</c:v>
                </c:pt>
                <c:pt idx="1654">
                  <c:v>44251</c:v>
                </c:pt>
                <c:pt idx="1655">
                  <c:v>44252</c:v>
                </c:pt>
                <c:pt idx="1656">
                  <c:v>44253</c:v>
                </c:pt>
                <c:pt idx="1657">
                  <c:v>44256</c:v>
                </c:pt>
                <c:pt idx="1658">
                  <c:v>44257</c:v>
                </c:pt>
                <c:pt idx="1659">
                  <c:v>44258</c:v>
                </c:pt>
                <c:pt idx="1660">
                  <c:v>44259</c:v>
                </c:pt>
                <c:pt idx="1661">
                  <c:v>44260</c:v>
                </c:pt>
                <c:pt idx="1662">
                  <c:v>44263</c:v>
                </c:pt>
                <c:pt idx="1663">
                  <c:v>44264</c:v>
                </c:pt>
                <c:pt idx="1664">
                  <c:v>44265</c:v>
                </c:pt>
                <c:pt idx="1665">
                  <c:v>44266</c:v>
                </c:pt>
                <c:pt idx="1666">
                  <c:v>44267</c:v>
                </c:pt>
                <c:pt idx="1667">
                  <c:v>44270</c:v>
                </c:pt>
                <c:pt idx="1668">
                  <c:v>44271</c:v>
                </c:pt>
                <c:pt idx="1669">
                  <c:v>44272</c:v>
                </c:pt>
                <c:pt idx="1670">
                  <c:v>44273</c:v>
                </c:pt>
                <c:pt idx="1671">
                  <c:v>44274</c:v>
                </c:pt>
                <c:pt idx="1672">
                  <c:v>44277</c:v>
                </c:pt>
                <c:pt idx="1673">
                  <c:v>44278</c:v>
                </c:pt>
                <c:pt idx="1674">
                  <c:v>44279</c:v>
                </c:pt>
                <c:pt idx="1675">
                  <c:v>44280</c:v>
                </c:pt>
                <c:pt idx="1676">
                  <c:v>44281</c:v>
                </c:pt>
                <c:pt idx="1677">
                  <c:v>44284</c:v>
                </c:pt>
                <c:pt idx="1678">
                  <c:v>44285</c:v>
                </c:pt>
                <c:pt idx="1679">
                  <c:v>44286</c:v>
                </c:pt>
                <c:pt idx="1680">
                  <c:v>44287</c:v>
                </c:pt>
                <c:pt idx="1681">
                  <c:v>44291</c:v>
                </c:pt>
                <c:pt idx="1682">
                  <c:v>44292</c:v>
                </c:pt>
                <c:pt idx="1683">
                  <c:v>44293</c:v>
                </c:pt>
                <c:pt idx="1684">
                  <c:v>44294</c:v>
                </c:pt>
                <c:pt idx="1685">
                  <c:v>44295</c:v>
                </c:pt>
                <c:pt idx="1686">
                  <c:v>44298</c:v>
                </c:pt>
                <c:pt idx="1687">
                  <c:v>44299</c:v>
                </c:pt>
                <c:pt idx="1688">
                  <c:v>44300</c:v>
                </c:pt>
                <c:pt idx="1689">
                  <c:v>44301</c:v>
                </c:pt>
                <c:pt idx="1690">
                  <c:v>44302</c:v>
                </c:pt>
                <c:pt idx="1691">
                  <c:v>44305</c:v>
                </c:pt>
                <c:pt idx="1692">
                  <c:v>44306</c:v>
                </c:pt>
                <c:pt idx="1693">
                  <c:v>44308</c:v>
                </c:pt>
                <c:pt idx="1694">
                  <c:v>44309</c:v>
                </c:pt>
                <c:pt idx="1695">
                  <c:v>44312</c:v>
                </c:pt>
                <c:pt idx="1696">
                  <c:v>44313</c:v>
                </c:pt>
                <c:pt idx="1697">
                  <c:v>44314</c:v>
                </c:pt>
                <c:pt idx="1698">
                  <c:v>44315</c:v>
                </c:pt>
                <c:pt idx="1699">
                  <c:v>44316</c:v>
                </c:pt>
                <c:pt idx="1700">
                  <c:v>44319</c:v>
                </c:pt>
                <c:pt idx="1701">
                  <c:v>44320</c:v>
                </c:pt>
                <c:pt idx="1702">
                  <c:v>44321</c:v>
                </c:pt>
                <c:pt idx="1703">
                  <c:v>44322</c:v>
                </c:pt>
                <c:pt idx="1704">
                  <c:v>44323</c:v>
                </c:pt>
                <c:pt idx="1705">
                  <c:v>44326</c:v>
                </c:pt>
                <c:pt idx="1706">
                  <c:v>44327</c:v>
                </c:pt>
                <c:pt idx="1707">
                  <c:v>44328</c:v>
                </c:pt>
                <c:pt idx="1708">
                  <c:v>44329</c:v>
                </c:pt>
                <c:pt idx="1709">
                  <c:v>44330</c:v>
                </c:pt>
                <c:pt idx="1710">
                  <c:v>44333</c:v>
                </c:pt>
                <c:pt idx="1711">
                  <c:v>44334</c:v>
                </c:pt>
                <c:pt idx="1712">
                  <c:v>44335</c:v>
                </c:pt>
                <c:pt idx="1713">
                  <c:v>44336</c:v>
                </c:pt>
                <c:pt idx="1714">
                  <c:v>44337</c:v>
                </c:pt>
                <c:pt idx="1715">
                  <c:v>44340</c:v>
                </c:pt>
                <c:pt idx="1716">
                  <c:v>44341</c:v>
                </c:pt>
                <c:pt idx="1717">
                  <c:v>44342</c:v>
                </c:pt>
                <c:pt idx="1718">
                  <c:v>44343</c:v>
                </c:pt>
                <c:pt idx="1719">
                  <c:v>44344</c:v>
                </c:pt>
                <c:pt idx="1720">
                  <c:v>44347</c:v>
                </c:pt>
                <c:pt idx="1721">
                  <c:v>44348</c:v>
                </c:pt>
                <c:pt idx="1722">
                  <c:v>44349</c:v>
                </c:pt>
                <c:pt idx="1723">
                  <c:v>44351</c:v>
                </c:pt>
                <c:pt idx="1724">
                  <c:v>44354</c:v>
                </c:pt>
                <c:pt idx="1725">
                  <c:v>44355</c:v>
                </c:pt>
                <c:pt idx="1726">
                  <c:v>44356</c:v>
                </c:pt>
                <c:pt idx="1727">
                  <c:v>44357</c:v>
                </c:pt>
                <c:pt idx="1728">
                  <c:v>44358</c:v>
                </c:pt>
                <c:pt idx="1729">
                  <c:v>44361</c:v>
                </c:pt>
                <c:pt idx="1730">
                  <c:v>44362</c:v>
                </c:pt>
                <c:pt idx="1731">
                  <c:v>44363</c:v>
                </c:pt>
                <c:pt idx="1732">
                  <c:v>44364</c:v>
                </c:pt>
                <c:pt idx="1733">
                  <c:v>44365</c:v>
                </c:pt>
                <c:pt idx="1734">
                  <c:v>44368</c:v>
                </c:pt>
                <c:pt idx="1735">
                  <c:v>44369</c:v>
                </c:pt>
                <c:pt idx="1736">
                  <c:v>44370</c:v>
                </c:pt>
                <c:pt idx="1737">
                  <c:v>44371</c:v>
                </c:pt>
                <c:pt idx="1738">
                  <c:v>44372</c:v>
                </c:pt>
                <c:pt idx="1739">
                  <c:v>44375</c:v>
                </c:pt>
                <c:pt idx="1740">
                  <c:v>44376</c:v>
                </c:pt>
                <c:pt idx="1741">
                  <c:v>44377</c:v>
                </c:pt>
                <c:pt idx="1742">
                  <c:v>44378</c:v>
                </c:pt>
                <c:pt idx="1743">
                  <c:v>44379</c:v>
                </c:pt>
                <c:pt idx="1744">
                  <c:v>44382</c:v>
                </c:pt>
                <c:pt idx="1745">
                  <c:v>44383</c:v>
                </c:pt>
                <c:pt idx="1746">
                  <c:v>44384</c:v>
                </c:pt>
                <c:pt idx="1747">
                  <c:v>44385</c:v>
                </c:pt>
                <c:pt idx="1748">
                  <c:v>44389</c:v>
                </c:pt>
                <c:pt idx="1749">
                  <c:v>44390</c:v>
                </c:pt>
                <c:pt idx="1750">
                  <c:v>44391</c:v>
                </c:pt>
                <c:pt idx="1751">
                  <c:v>44392</c:v>
                </c:pt>
                <c:pt idx="1752">
                  <c:v>44393</c:v>
                </c:pt>
                <c:pt idx="1753">
                  <c:v>44396</c:v>
                </c:pt>
                <c:pt idx="1754">
                  <c:v>44397</c:v>
                </c:pt>
                <c:pt idx="1755">
                  <c:v>44398</c:v>
                </c:pt>
                <c:pt idx="1756">
                  <c:v>44399</c:v>
                </c:pt>
                <c:pt idx="1757">
                  <c:v>44400</c:v>
                </c:pt>
                <c:pt idx="1758">
                  <c:v>44403</c:v>
                </c:pt>
                <c:pt idx="1759">
                  <c:v>44404</c:v>
                </c:pt>
                <c:pt idx="1760">
                  <c:v>44405</c:v>
                </c:pt>
                <c:pt idx="1761">
                  <c:v>44406</c:v>
                </c:pt>
                <c:pt idx="1762">
                  <c:v>44407</c:v>
                </c:pt>
                <c:pt idx="1763">
                  <c:v>44410</c:v>
                </c:pt>
                <c:pt idx="1764">
                  <c:v>44411</c:v>
                </c:pt>
                <c:pt idx="1765">
                  <c:v>44412</c:v>
                </c:pt>
                <c:pt idx="1766">
                  <c:v>44413</c:v>
                </c:pt>
                <c:pt idx="1767">
                  <c:v>44414</c:v>
                </c:pt>
                <c:pt idx="1768">
                  <c:v>44417</c:v>
                </c:pt>
                <c:pt idx="1769">
                  <c:v>44418</c:v>
                </c:pt>
                <c:pt idx="1770">
                  <c:v>44419</c:v>
                </c:pt>
                <c:pt idx="1771">
                  <c:v>44420</c:v>
                </c:pt>
                <c:pt idx="1772">
                  <c:v>44421</c:v>
                </c:pt>
                <c:pt idx="1773">
                  <c:v>44424</c:v>
                </c:pt>
                <c:pt idx="1774">
                  <c:v>44425</c:v>
                </c:pt>
                <c:pt idx="1775">
                  <c:v>44426</c:v>
                </c:pt>
                <c:pt idx="1776">
                  <c:v>44427</c:v>
                </c:pt>
                <c:pt idx="1777">
                  <c:v>44428</c:v>
                </c:pt>
                <c:pt idx="1778">
                  <c:v>44431</c:v>
                </c:pt>
                <c:pt idx="1779">
                  <c:v>44432</c:v>
                </c:pt>
                <c:pt idx="1780">
                  <c:v>44433</c:v>
                </c:pt>
                <c:pt idx="1781">
                  <c:v>44434</c:v>
                </c:pt>
                <c:pt idx="1782">
                  <c:v>44435</c:v>
                </c:pt>
                <c:pt idx="1783">
                  <c:v>44438</c:v>
                </c:pt>
                <c:pt idx="1784">
                  <c:v>44439</c:v>
                </c:pt>
                <c:pt idx="1785">
                  <c:v>44440</c:v>
                </c:pt>
                <c:pt idx="1786">
                  <c:v>44441</c:v>
                </c:pt>
                <c:pt idx="1787">
                  <c:v>44442</c:v>
                </c:pt>
                <c:pt idx="1788">
                  <c:v>44445</c:v>
                </c:pt>
                <c:pt idx="1789">
                  <c:v>44447</c:v>
                </c:pt>
                <c:pt idx="1790">
                  <c:v>44448</c:v>
                </c:pt>
                <c:pt idx="1791">
                  <c:v>44449</c:v>
                </c:pt>
                <c:pt idx="1792">
                  <c:v>44452</c:v>
                </c:pt>
                <c:pt idx="1793">
                  <c:v>44453</c:v>
                </c:pt>
                <c:pt idx="1794">
                  <c:v>44454</c:v>
                </c:pt>
                <c:pt idx="1795">
                  <c:v>44455</c:v>
                </c:pt>
                <c:pt idx="1796">
                  <c:v>44456</c:v>
                </c:pt>
                <c:pt idx="1797">
                  <c:v>44459</c:v>
                </c:pt>
                <c:pt idx="1798">
                  <c:v>44460</c:v>
                </c:pt>
                <c:pt idx="1799">
                  <c:v>44461</c:v>
                </c:pt>
                <c:pt idx="1800">
                  <c:v>44462</c:v>
                </c:pt>
                <c:pt idx="1801">
                  <c:v>44463</c:v>
                </c:pt>
                <c:pt idx="1802">
                  <c:v>44466</c:v>
                </c:pt>
                <c:pt idx="1803">
                  <c:v>44467</c:v>
                </c:pt>
                <c:pt idx="1804">
                  <c:v>44468</c:v>
                </c:pt>
                <c:pt idx="1805">
                  <c:v>44469</c:v>
                </c:pt>
                <c:pt idx="1806">
                  <c:v>44470</c:v>
                </c:pt>
                <c:pt idx="1807">
                  <c:v>44473</c:v>
                </c:pt>
                <c:pt idx="1808">
                  <c:v>44474</c:v>
                </c:pt>
                <c:pt idx="1809">
                  <c:v>44475</c:v>
                </c:pt>
                <c:pt idx="1810">
                  <c:v>44476</c:v>
                </c:pt>
                <c:pt idx="1811">
                  <c:v>44477</c:v>
                </c:pt>
                <c:pt idx="1812">
                  <c:v>44480</c:v>
                </c:pt>
                <c:pt idx="1813">
                  <c:v>44482</c:v>
                </c:pt>
                <c:pt idx="1814">
                  <c:v>44483</c:v>
                </c:pt>
                <c:pt idx="1815">
                  <c:v>44484</c:v>
                </c:pt>
                <c:pt idx="1816">
                  <c:v>44487</c:v>
                </c:pt>
                <c:pt idx="1817">
                  <c:v>44488</c:v>
                </c:pt>
                <c:pt idx="1818">
                  <c:v>44489</c:v>
                </c:pt>
                <c:pt idx="1819">
                  <c:v>44490</c:v>
                </c:pt>
                <c:pt idx="1820">
                  <c:v>44491</c:v>
                </c:pt>
                <c:pt idx="1821">
                  <c:v>44494</c:v>
                </c:pt>
                <c:pt idx="1822">
                  <c:v>44495</c:v>
                </c:pt>
                <c:pt idx="1823">
                  <c:v>44496</c:v>
                </c:pt>
                <c:pt idx="1824">
                  <c:v>44497</c:v>
                </c:pt>
                <c:pt idx="1825">
                  <c:v>44498</c:v>
                </c:pt>
                <c:pt idx="1826">
                  <c:v>44501</c:v>
                </c:pt>
                <c:pt idx="1827">
                  <c:v>44503</c:v>
                </c:pt>
                <c:pt idx="1828">
                  <c:v>44504</c:v>
                </c:pt>
                <c:pt idx="1829">
                  <c:v>44505</c:v>
                </c:pt>
                <c:pt idx="1830">
                  <c:v>44508</c:v>
                </c:pt>
                <c:pt idx="1831">
                  <c:v>44509</c:v>
                </c:pt>
                <c:pt idx="1832">
                  <c:v>44510</c:v>
                </c:pt>
                <c:pt idx="1833">
                  <c:v>44511</c:v>
                </c:pt>
                <c:pt idx="1834">
                  <c:v>44512</c:v>
                </c:pt>
                <c:pt idx="1835">
                  <c:v>44516</c:v>
                </c:pt>
                <c:pt idx="1836">
                  <c:v>44517</c:v>
                </c:pt>
                <c:pt idx="1837">
                  <c:v>44518</c:v>
                </c:pt>
                <c:pt idx="1838">
                  <c:v>44519</c:v>
                </c:pt>
                <c:pt idx="1839">
                  <c:v>44522</c:v>
                </c:pt>
                <c:pt idx="1840">
                  <c:v>44523</c:v>
                </c:pt>
                <c:pt idx="1841">
                  <c:v>44524</c:v>
                </c:pt>
                <c:pt idx="1842">
                  <c:v>44525</c:v>
                </c:pt>
                <c:pt idx="1843">
                  <c:v>44526</c:v>
                </c:pt>
                <c:pt idx="1844">
                  <c:v>44529</c:v>
                </c:pt>
                <c:pt idx="1845">
                  <c:v>44530</c:v>
                </c:pt>
                <c:pt idx="1846">
                  <c:v>44531</c:v>
                </c:pt>
                <c:pt idx="1847">
                  <c:v>44532</c:v>
                </c:pt>
                <c:pt idx="1848">
                  <c:v>44533</c:v>
                </c:pt>
                <c:pt idx="1849">
                  <c:v>44536</c:v>
                </c:pt>
                <c:pt idx="1850">
                  <c:v>44537</c:v>
                </c:pt>
                <c:pt idx="1851">
                  <c:v>44538</c:v>
                </c:pt>
                <c:pt idx="1852">
                  <c:v>44539</c:v>
                </c:pt>
                <c:pt idx="1853">
                  <c:v>44540</c:v>
                </c:pt>
                <c:pt idx="1854">
                  <c:v>44543</c:v>
                </c:pt>
                <c:pt idx="1855">
                  <c:v>44544</c:v>
                </c:pt>
                <c:pt idx="1856">
                  <c:v>44545</c:v>
                </c:pt>
                <c:pt idx="1857">
                  <c:v>44546</c:v>
                </c:pt>
                <c:pt idx="1858">
                  <c:v>44547</c:v>
                </c:pt>
                <c:pt idx="1859">
                  <c:v>44550</c:v>
                </c:pt>
                <c:pt idx="1860">
                  <c:v>44551</c:v>
                </c:pt>
                <c:pt idx="1861">
                  <c:v>44552</c:v>
                </c:pt>
                <c:pt idx="1862">
                  <c:v>44553</c:v>
                </c:pt>
                <c:pt idx="1863">
                  <c:v>44557</c:v>
                </c:pt>
                <c:pt idx="1864">
                  <c:v>44558</c:v>
                </c:pt>
                <c:pt idx="1865">
                  <c:v>44559</c:v>
                </c:pt>
                <c:pt idx="1866">
                  <c:v>44560</c:v>
                </c:pt>
                <c:pt idx="1867">
                  <c:v>44564</c:v>
                </c:pt>
                <c:pt idx="1868">
                  <c:v>44565</c:v>
                </c:pt>
                <c:pt idx="1869">
                  <c:v>44566</c:v>
                </c:pt>
                <c:pt idx="1870">
                  <c:v>44567</c:v>
                </c:pt>
                <c:pt idx="1871">
                  <c:v>44568</c:v>
                </c:pt>
                <c:pt idx="1872">
                  <c:v>44571</c:v>
                </c:pt>
                <c:pt idx="1873">
                  <c:v>44572</c:v>
                </c:pt>
                <c:pt idx="1874">
                  <c:v>44573</c:v>
                </c:pt>
                <c:pt idx="1875">
                  <c:v>44574</c:v>
                </c:pt>
                <c:pt idx="1876">
                  <c:v>44575</c:v>
                </c:pt>
                <c:pt idx="1877">
                  <c:v>44578</c:v>
                </c:pt>
                <c:pt idx="1878">
                  <c:v>44579</c:v>
                </c:pt>
                <c:pt idx="1879">
                  <c:v>44580</c:v>
                </c:pt>
                <c:pt idx="1880">
                  <c:v>44581</c:v>
                </c:pt>
                <c:pt idx="1881">
                  <c:v>44582</c:v>
                </c:pt>
                <c:pt idx="1882">
                  <c:v>44585</c:v>
                </c:pt>
                <c:pt idx="1883">
                  <c:v>44586</c:v>
                </c:pt>
                <c:pt idx="1884">
                  <c:v>44587</c:v>
                </c:pt>
                <c:pt idx="1885">
                  <c:v>44588</c:v>
                </c:pt>
                <c:pt idx="1886">
                  <c:v>44589</c:v>
                </c:pt>
                <c:pt idx="1887">
                  <c:v>44592</c:v>
                </c:pt>
                <c:pt idx="1888">
                  <c:v>44593</c:v>
                </c:pt>
                <c:pt idx="1889">
                  <c:v>44594</c:v>
                </c:pt>
                <c:pt idx="1890">
                  <c:v>44595</c:v>
                </c:pt>
                <c:pt idx="1891">
                  <c:v>44596</c:v>
                </c:pt>
                <c:pt idx="1892">
                  <c:v>44599</c:v>
                </c:pt>
                <c:pt idx="1893">
                  <c:v>44600</c:v>
                </c:pt>
                <c:pt idx="1894">
                  <c:v>44601</c:v>
                </c:pt>
                <c:pt idx="1895">
                  <c:v>44602</c:v>
                </c:pt>
                <c:pt idx="1896">
                  <c:v>44603</c:v>
                </c:pt>
                <c:pt idx="1897">
                  <c:v>44606</c:v>
                </c:pt>
                <c:pt idx="1898">
                  <c:v>44607</c:v>
                </c:pt>
                <c:pt idx="1899">
                  <c:v>44608</c:v>
                </c:pt>
                <c:pt idx="1900">
                  <c:v>44609</c:v>
                </c:pt>
                <c:pt idx="1901">
                  <c:v>44610</c:v>
                </c:pt>
                <c:pt idx="1902">
                  <c:v>44613</c:v>
                </c:pt>
                <c:pt idx="1903">
                  <c:v>44614</c:v>
                </c:pt>
                <c:pt idx="1904">
                  <c:v>44615</c:v>
                </c:pt>
                <c:pt idx="1905">
                  <c:v>44616</c:v>
                </c:pt>
                <c:pt idx="1906">
                  <c:v>44617</c:v>
                </c:pt>
                <c:pt idx="1907">
                  <c:v>44622</c:v>
                </c:pt>
                <c:pt idx="1908">
                  <c:v>44623</c:v>
                </c:pt>
                <c:pt idx="1909">
                  <c:v>44624</c:v>
                </c:pt>
                <c:pt idx="1910">
                  <c:v>44627</c:v>
                </c:pt>
                <c:pt idx="1911">
                  <c:v>44628</c:v>
                </c:pt>
                <c:pt idx="1912">
                  <c:v>44629</c:v>
                </c:pt>
                <c:pt idx="1913">
                  <c:v>44630</c:v>
                </c:pt>
                <c:pt idx="1914">
                  <c:v>44631</c:v>
                </c:pt>
                <c:pt idx="1915">
                  <c:v>44634</c:v>
                </c:pt>
                <c:pt idx="1916">
                  <c:v>44635</c:v>
                </c:pt>
                <c:pt idx="1917">
                  <c:v>44636</c:v>
                </c:pt>
                <c:pt idx="1918">
                  <c:v>44637</c:v>
                </c:pt>
                <c:pt idx="1919">
                  <c:v>44638</c:v>
                </c:pt>
                <c:pt idx="1920">
                  <c:v>44641</c:v>
                </c:pt>
                <c:pt idx="1921">
                  <c:v>44642</c:v>
                </c:pt>
                <c:pt idx="1922">
                  <c:v>44643</c:v>
                </c:pt>
                <c:pt idx="1923">
                  <c:v>44644</c:v>
                </c:pt>
                <c:pt idx="1924">
                  <c:v>44645</c:v>
                </c:pt>
                <c:pt idx="1925">
                  <c:v>44648</c:v>
                </c:pt>
                <c:pt idx="1926">
                  <c:v>44649</c:v>
                </c:pt>
                <c:pt idx="1927">
                  <c:v>44650</c:v>
                </c:pt>
                <c:pt idx="1928">
                  <c:v>44651</c:v>
                </c:pt>
                <c:pt idx="1929">
                  <c:v>44652</c:v>
                </c:pt>
                <c:pt idx="1930">
                  <c:v>44655</c:v>
                </c:pt>
                <c:pt idx="1931">
                  <c:v>44656</c:v>
                </c:pt>
                <c:pt idx="1932">
                  <c:v>44657</c:v>
                </c:pt>
                <c:pt idx="1933">
                  <c:v>44658</c:v>
                </c:pt>
                <c:pt idx="1934">
                  <c:v>44659</c:v>
                </c:pt>
                <c:pt idx="1935">
                  <c:v>44662</c:v>
                </c:pt>
                <c:pt idx="1936">
                  <c:v>44663</c:v>
                </c:pt>
                <c:pt idx="1937">
                  <c:v>44664</c:v>
                </c:pt>
                <c:pt idx="1938">
                  <c:v>44665</c:v>
                </c:pt>
                <c:pt idx="1939">
                  <c:v>44669</c:v>
                </c:pt>
                <c:pt idx="1940">
                  <c:v>44670</c:v>
                </c:pt>
                <c:pt idx="1941">
                  <c:v>44671</c:v>
                </c:pt>
                <c:pt idx="1942">
                  <c:v>44673</c:v>
                </c:pt>
                <c:pt idx="1943">
                  <c:v>44676</c:v>
                </c:pt>
                <c:pt idx="1944">
                  <c:v>44677</c:v>
                </c:pt>
                <c:pt idx="1945">
                  <c:v>44678</c:v>
                </c:pt>
                <c:pt idx="1946">
                  <c:v>44679</c:v>
                </c:pt>
                <c:pt idx="1947">
                  <c:v>44680</c:v>
                </c:pt>
                <c:pt idx="1948">
                  <c:v>44683</c:v>
                </c:pt>
                <c:pt idx="1949">
                  <c:v>44684</c:v>
                </c:pt>
                <c:pt idx="1950">
                  <c:v>44685</c:v>
                </c:pt>
                <c:pt idx="1951">
                  <c:v>44686</c:v>
                </c:pt>
                <c:pt idx="1952">
                  <c:v>44687</c:v>
                </c:pt>
                <c:pt idx="1953">
                  <c:v>44690</c:v>
                </c:pt>
                <c:pt idx="1954">
                  <c:v>44691</c:v>
                </c:pt>
                <c:pt idx="1955">
                  <c:v>44692</c:v>
                </c:pt>
                <c:pt idx="1956">
                  <c:v>44693</c:v>
                </c:pt>
                <c:pt idx="1957">
                  <c:v>44694</c:v>
                </c:pt>
                <c:pt idx="1958">
                  <c:v>44697</c:v>
                </c:pt>
                <c:pt idx="1959">
                  <c:v>44698</c:v>
                </c:pt>
                <c:pt idx="1960">
                  <c:v>44699</c:v>
                </c:pt>
                <c:pt idx="1961">
                  <c:v>44700</c:v>
                </c:pt>
                <c:pt idx="1962">
                  <c:v>44701</c:v>
                </c:pt>
                <c:pt idx="1963">
                  <c:v>44704</c:v>
                </c:pt>
                <c:pt idx="1964">
                  <c:v>44705</c:v>
                </c:pt>
                <c:pt idx="1965">
                  <c:v>44706</c:v>
                </c:pt>
                <c:pt idx="1966">
                  <c:v>44707</c:v>
                </c:pt>
                <c:pt idx="1967">
                  <c:v>44708</c:v>
                </c:pt>
                <c:pt idx="1968">
                  <c:v>44711</c:v>
                </c:pt>
                <c:pt idx="1969">
                  <c:v>44712</c:v>
                </c:pt>
                <c:pt idx="1970">
                  <c:v>44713</c:v>
                </c:pt>
                <c:pt idx="1971">
                  <c:v>44714</c:v>
                </c:pt>
                <c:pt idx="1972">
                  <c:v>44715</c:v>
                </c:pt>
                <c:pt idx="1973">
                  <c:v>44718</c:v>
                </c:pt>
                <c:pt idx="1974">
                  <c:v>44719</c:v>
                </c:pt>
                <c:pt idx="1975">
                  <c:v>44720</c:v>
                </c:pt>
                <c:pt idx="1976">
                  <c:v>44721</c:v>
                </c:pt>
                <c:pt idx="1977">
                  <c:v>44722</c:v>
                </c:pt>
                <c:pt idx="1978">
                  <c:v>44725</c:v>
                </c:pt>
                <c:pt idx="1979">
                  <c:v>44726</c:v>
                </c:pt>
                <c:pt idx="1980">
                  <c:v>44727</c:v>
                </c:pt>
                <c:pt idx="1981">
                  <c:v>44729</c:v>
                </c:pt>
                <c:pt idx="1982">
                  <c:v>44732</c:v>
                </c:pt>
                <c:pt idx="1983">
                  <c:v>44733</c:v>
                </c:pt>
                <c:pt idx="1984">
                  <c:v>44734</c:v>
                </c:pt>
                <c:pt idx="1985">
                  <c:v>44735</c:v>
                </c:pt>
                <c:pt idx="1986">
                  <c:v>44736</c:v>
                </c:pt>
                <c:pt idx="1987">
                  <c:v>44739</c:v>
                </c:pt>
                <c:pt idx="1988">
                  <c:v>44740</c:v>
                </c:pt>
                <c:pt idx="1989">
                  <c:v>44741</c:v>
                </c:pt>
                <c:pt idx="1990">
                  <c:v>44742</c:v>
                </c:pt>
                <c:pt idx="1991">
                  <c:v>44743</c:v>
                </c:pt>
                <c:pt idx="1992">
                  <c:v>44746</c:v>
                </c:pt>
                <c:pt idx="1993">
                  <c:v>44747</c:v>
                </c:pt>
                <c:pt idx="1994">
                  <c:v>44748</c:v>
                </c:pt>
                <c:pt idx="1995">
                  <c:v>44749</c:v>
                </c:pt>
                <c:pt idx="1996">
                  <c:v>44750</c:v>
                </c:pt>
                <c:pt idx="1997">
                  <c:v>44753</c:v>
                </c:pt>
                <c:pt idx="1998">
                  <c:v>44754</c:v>
                </c:pt>
                <c:pt idx="1999">
                  <c:v>44755</c:v>
                </c:pt>
                <c:pt idx="2000">
                  <c:v>44756</c:v>
                </c:pt>
                <c:pt idx="2001">
                  <c:v>44757</c:v>
                </c:pt>
                <c:pt idx="2002">
                  <c:v>44760</c:v>
                </c:pt>
                <c:pt idx="2003">
                  <c:v>44761</c:v>
                </c:pt>
                <c:pt idx="2004">
                  <c:v>44762</c:v>
                </c:pt>
                <c:pt idx="2005">
                  <c:v>44763</c:v>
                </c:pt>
                <c:pt idx="2006">
                  <c:v>44764</c:v>
                </c:pt>
                <c:pt idx="2007">
                  <c:v>44767</c:v>
                </c:pt>
                <c:pt idx="2008">
                  <c:v>44768</c:v>
                </c:pt>
                <c:pt idx="2009">
                  <c:v>44769</c:v>
                </c:pt>
                <c:pt idx="2010">
                  <c:v>44770</c:v>
                </c:pt>
                <c:pt idx="2011">
                  <c:v>44771</c:v>
                </c:pt>
                <c:pt idx="2012">
                  <c:v>44774</c:v>
                </c:pt>
                <c:pt idx="2013">
                  <c:v>44775</c:v>
                </c:pt>
                <c:pt idx="2014">
                  <c:v>44776</c:v>
                </c:pt>
                <c:pt idx="2015">
                  <c:v>44777</c:v>
                </c:pt>
                <c:pt idx="2016">
                  <c:v>44778</c:v>
                </c:pt>
                <c:pt idx="2017">
                  <c:v>44781</c:v>
                </c:pt>
                <c:pt idx="2018">
                  <c:v>44782</c:v>
                </c:pt>
                <c:pt idx="2019">
                  <c:v>44783</c:v>
                </c:pt>
                <c:pt idx="2020">
                  <c:v>44784</c:v>
                </c:pt>
                <c:pt idx="2021">
                  <c:v>44785</c:v>
                </c:pt>
                <c:pt idx="2022">
                  <c:v>44788</c:v>
                </c:pt>
                <c:pt idx="2023">
                  <c:v>44789</c:v>
                </c:pt>
                <c:pt idx="2024">
                  <c:v>44790</c:v>
                </c:pt>
                <c:pt idx="2025">
                  <c:v>44791</c:v>
                </c:pt>
                <c:pt idx="2026">
                  <c:v>44792</c:v>
                </c:pt>
                <c:pt idx="2027">
                  <c:v>44795</c:v>
                </c:pt>
                <c:pt idx="2028">
                  <c:v>44796</c:v>
                </c:pt>
                <c:pt idx="2029">
                  <c:v>44797</c:v>
                </c:pt>
                <c:pt idx="2030">
                  <c:v>44798</c:v>
                </c:pt>
                <c:pt idx="2031">
                  <c:v>44799</c:v>
                </c:pt>
                <c:pt idx="2032">
                  <c:v>44802</c:v>
                </c:pt>
                <c:pt idx="2033">
                  <c:v>44803</c:v>
                </c:pt>
                <c:pt idx="2034">
                  <c:v>44804</c:v>
                </c:pt>
                <c:pt idx="2035">
                  <c:v>44805</c:v>
                </c:pt>
                <c:pt idx="2036">
                  <c:v>44806</c:v>
                </c:pt>
                <c:pt idx="2037">
                  <c:v>44809</c:v>
                </c:pt>
                <c:pt idx="2038">
                  <c:v>44810</c:v>
                </c:pt>
                <c:pt idx="2039">
                  <c:v>44812</c:v>
                </c:pt>
                <c:pt idx="2040">
                  <c:v>44813</c:v>
                </c:pt>
                <c:pt idx="2041">
                  <c:v>44816</c:v>
                </c:pt>
                <c:pt idx="2042">
                  <c:v>44817</c:v>
                </c:pt>
                <c:pt idx="2043">
                  <c:v>44818</c:v>
                </c:pt>
                <c:pt idx="2044">
                  <c:v>44819</c:v>
                </c:pt>
                <c:pt idx="2045">
                  <c:v>44820</c:v>
                </c:pt>
                <c:pt idx="2046">
                  <c:v>44823</c:v>
                </c:pt>
                <c:pt idx="2047">
                  <c:v>44824</c:v>
                </c:pt>
                <c:pt idx="2048">
                  <c:v>44825</c:v>
                </c:pt>
                <c:pt idx="2049">
                  <c:v>44826</c:v>
                </c:pt>
                <c:pt idx="2050">
                  <c:v>44827</c:v>
                </c:pt>
                <c:pt idx="2051">
                  <c:v>44830</c:v>
                </c:pt>
                <c:pt idx="2052">
                  <c:v>44831</c:v>
                </c:pt>
                <c:pt idx="2053">
                  <c:v>44832</c:v>
                </c:pt>
                <c:pt idx="2054">
                  <c:v>44833</c:v>
                </c:pt>
                <c:pt idx="2055">
                  <c:v>44834</c:v>
                </c:pt>
                <c:pt idx="2056">
                  <c:v>44837</c:v>
                </c:pt>
                <c:pt idx="2057">
                  <c:v>44838</c:v>
                </c:pt>
                <c:pt idx="2058">
                  <c:v>44839</c:v>
                </c:pt>
                <c:pt idx="2059">
                  <c:v>44840</c:v>
                </c:pt>
                <c:pt idx="2060">
                  <c:v>44841</c:v>
                </c:pt>
                <c:pt idx="2061">
                  <c:v>44844</c:v>
                </c:pt>
                <c:pt idx="2062">
                  <c:v>44845</c:v>
                </c:pt>
                <c:pt idx="2063">
                  <c:v>44847</c:v>
                </c:pt>
                <c:pt idx="2064">
                  <c:v>44848</c:v>
                </c:pt>
                <c:pt idx="2065">
                  <c:v>44851</c:v>
                </c:pt>
                <c:pt idx="2066">
                  <c:v>44852</c:v>
                </c:pt>
                <c:pt idx="2067">
                  <c:v>44853</c:v>
                </c:pt>
                <c:pt idx="2068">
                  <c:v>44854</c:v>
                </c:pt>
                <c:pt idx="2069">
                  <c:v>44855</c:v>
                </c:pt>
                <c:pt idx="2070">
                  <c:v>44858</c:v>
                </c:pt>
                <c:pt idx="2071">
                  <c:v>44859</c:v>
                </c:pt>
                <c:pt idx="2072">
                  <c:v>44860</c:v>
                </c:pt>
                <c:pt idx="2073">
                  <c:v>44861</c:v>
                </c:pt>
                <c:pt idx="2074">
                  <c:v>44862</c:v>
                </c:pt>
                <c:pt idx="2075">
                  <c:v>44865</c:v>
                </c:pt>
                <c:pt idx="2076">
                  <c:v>44866</c:v>
                </c:pt>
                <c:pt idx="2077">
                  <c:v>44868</c:v>
                </c:pt>
                <c:pt idx="2078">
                  <c:v>44869</c:v>
                </c:pt>
                <c:pt idx="2079">
                  <c:v>44872</c:v>
                </c:pt>
                <c:pt idx="2080">
                  <c:v>44873</c:v>
                </c:pt>
                <c:pt idx="2081">
                  <c:v>44874</c:v>
                </c:pt>
                <c:pt idx="2082">
                  <c:v>44875</c:v>
                </c:pt>
                <c:pt idx="2083">
                  <c:v>44876</c:v>
                </c:pt>
                <c:pt idx="2084">
                  <c:v>44879</c:v>
                </c:pt>
                <c:pt idx="2085">
                  <c:v>44881</c:v>
                </c:pt>
                <c:pt idx="2086">
                  <c:v>44882</c:v>
                </c:pt>
                <c:pt idx="2087">
                  <c:v>44883</c:v>
                </c:pt>
                <c:pt idx="2088">
                  <c:v>44886</c:v>
                </c:pt>
                <c:pt idx="2089">
                  <c:v>44887</c:v>
                </c:pt>
                <c:pt idx="2090">
                  <c:v>44888</c:v>
                </c:pt>
                <c:pt idx="2091">
                  <c:v>44889</c:v>
                </c:pt>
                <c:pt idx="2092">
                  <c:v>44890</c:v>
                </c:pt>
                <c:pt idx="2093">
                  <c:v>44893</c:v>
                </c:pt>
                <c:pt idx="2094">
                  <c:v>44894</c:v>
                </c:pt>
                <c:pt idx="2095">
                  <c:v>44895</c:v>
                </c:pt>
                <c:pt idx="2096">
                  <c:v>44896</c:v>
                </c:pt>
                <c:pt idx="2097">
                  <c:v>44897</c:v>
                </c:pt>
                <c:pt idx="2098">
                  <c:v>44900</c:v>
                </c:pt>
                <c:pt idx="2099">
                  <c:v>44901</c:v>
                </c:pt>
                <c:pt idx="2100">
                  <c:v>44902</c:v>
                </c:pt>
                <c:pt idx="2101">
                  <c:v>44903</c:v>
                </c:pt>
                <c:pt idx="2102">
                  <c:v>44904</c:v>
                </c:pt>
                <c:pt idx="2103">
                  <c:v>44907</c:v>
                </c:pt>
                <c:pt idx="2104">
                  <c:v>44908</c:v>
                </c:pt>
                <c:pt idx="2105">
                  <c:v>44909</c:v>
                </c:pt>
                <c:pt idx="2106">
                  <c:v>44910</c:v>
                </c:pt>
                <c:pt idx="2107">
                  <c:v>44911</c:v>
                </c:pt>
                <c:pt idx="2108">
                  <c:v>44914</c:v>
                </c:pt>
                <c:pt idx="2109">
                  <c:v>44915</c:v>
                </c:pt>
                <c:pt idx="2110">
                  <c:v>44916</c:v>
                </c:pt>
                <c:pt idx="2111">
                  <c:v>44917</c:v>
                </c:pt>
                <c:pt idx="2112">
                  <c:v>44918</c:v>
                </c:pt>
                <c:pt idx="2113">
                  <c:v>44921</c:v>
                </c:pt>
                <c:pt idx="2114">
                  <c:v>44922</c:v>
                </c:pt>
                <c:pt idx="2115">
                  <c:v>44923</c:v>
                </c:pt>
                <c:pt idx="2116">
                  <c:v>44924</c:v>
                </c:pt>
                <c:pt idx="2117">
                  <c:v>44928</c:v>
                </c:pt>
                <c:pt idx="2118">
                  <c:v>44929</c:v>
                </c:pt>
                <c:pt idx="2119">
                  <c:v>44930</c:v>
                </c:pt>
                <c:pt idx="2120">
                  <c:v>44931</c:v>
                </c:pt>
                <c:pt idx="2121">
                  <c:v>44932</c:v>
                </c:pt>
                <c:pt idx="2122">
                  <c:v>44935</c:v>
                </c:pt>
                <c:pt idx="2123">
                  <c:v>44936</c:v>
                </c:pt>
                <c:pt idx="2124">
                  <c:v>44937</c:v>
                </c:pt>
                <c:pt idx="2125">
                  <c:v>44938</c:v>
                </c:pt>
                <c:pt idx="2126">
                  <c:v>44939</c:v>
                </c:pt>
                <c:pt idx="2127">
                  <c:v>44942</c:v>
                </c:pt>
                <c:pt idx="2128">
                  <c:v>44943</c:v>
                </c:pt>
                <c:pt idx="2129">
                  <c:v>44944</c:v>
                </c:pt>
                <c:pt idx="2130">
                  <c:v>44945</c:v>
                </c:pt>
                <c:pt idx="2131">
                  <c:v>44946</c:v>
                </c:pt>
                <c:pt idx="2132">
                  <c:v>44949</c:v>
                </c:pt>
                <c:pt idx="2133">
                  <c:v>44950</c:v>
                </c:pt>
                <c:pt idx="2134">
                  <c:v>44951</c:v>
                </c:pt>
                <c:pt idx="2135">
                  <c:v>44952</c:v>
                </c:pt>
                <c:pt idx="2136">
                  <c:v>44953</c:v>
                </c:pt>
                <c:pt idx="2137">
                  <c:v>44956</c:v>
                </c:pt>
                <c:pt idx="2138">
                  <c:v>44957</c:v>
                </c:pt>
                <c:pt idx="2139">
                  <c:v>44958</c:v>
                </c:pt>
                <c:pt idx="2140">
                  <c:v>44959</c:v>
                </c:pt>
                <c:pt idx="2141">
                  <c:v>44960</c:v>
                </c:pt>
                <c:pt idx="2142">
                  <c:v>44963</c:v>
                </c:pt>
                <c:pt idx="2143">
                  <c:v>44964</c:v>
                </c:pt>
                <c:pt idx="2144">
                  <c:v>44965</c:v>
                </c:pt>
                <c:pt idx="2145">
                  <c:v>44966</c:v>
                </c:pt>
                <c:pt idx="2146">
                  <c:v>44967</c:v>
                </c:pt>
                <c:pt idx="2147">
                  <c:v>44970</c:v>
                </c:pt>
                <c:pt idx="2148">
                  <c:v>44971</c:v>
                </c:pt>
                <c:pt idx="2149">
                  <c:v>44972</c:v>
                </c:pt>
                <c:pt idx="2150">
                  <c:v>44973</c:v>
                </c:pt>
                <c:pt idx="2151">
                  <c:v>44974</c:v>
                </c:pt>
                <c:pt idx="2152">
                  <c:v>44979</c:v>
                </c:pt>
                <c:pt idx="2153">
                  <c:v>44980</c:v>
                </c:pt>
                <c:pt idx="2154">
                  <c:v>44981</c:v>
                </c:pt>
                <c:pt idx="2155">
                  <c:v>44984</c:v>
                </c:pt>
                <c:pt idx="2156">
                  <c:v>44985</c:v>
                </c:pt>
                <c:pt idx="2157">
                  <c:v>44986</c:v>
                </c:pt>
                <c:pt idx="2158">
                  <c:v>44987</c:v>
                </c:pt>
                <c:pt idx="2159">
                  <c:v>44988</c:v>
                </c:pt>
                <c:pt idx="2160">
                  <c:v>44991</c:v>
                </c:pt>
                <c:pt idx="2161">
                  <c:v>44992</c:v>
                </c:pt>
                <c:pt idx="2162">
                  <c:v>44993</c:v>
                </c:pt>
                <c:pt idx="2163">
                  <c:v>44994</c:v>
                </c:pt>
                <c:pt idx="2164">
                  <c:v>44995</c:v>
                </c:pt>
                <c:pt idx="2165">
                  <c:v>44998</c:v>
                </c:pt>
                <c:pt idx="2166">
                  <c:v>44999</c:v>
                </c:pt>
                <c:pt idx="2167">
                  <c:v>45000</c:v>
                </c:pt>
                <c:pt idx="2168">
                  <c:v>45001</c:v>
                </c:pt>
                <c:pt idx="2169">
                  <c:v>45002</c:v>
                </c:pt>
                <c:pt idx="2170">
                  <c:v>45005</c:v>
                </c:pt>
                <c:pt idx="2171">
                  <c:v>45006</c:v>
                </c:pt>
                <c:pt idx="2172">
                  <c:v>45007</c:v>
                </c:pt>
                <c:pt idx="2173">
                  <c:v>45008</c:v>
                </c:pt>
                <c:pt idx="2174">
                  <c:v>45009</c:v>
                </c:pt>
                <c:pt idx="2175">
                  <c:v>45012</c:v>
                </c:pt>
                <c:pt idx="2176">
                  <c:v>45013</c:v>
                </c:pt>
                <c:pt idx="2177">
                  <c:v>45014</c:v>
                </c:pt>
                <c:pt idx="2178">
                  <c:v>45015</c:v>
                </c:pt>
                <c:pt idx="2179">
                  <c:v>45016</c:v>
                </c:pt>
                <c:pt idx="2180">
                  <c:v>45019</c:v>
                </c:pt>
                <c:pt idx="2181">
                  <c:v>45020</c:v>
                </c:pt>
                <c:pt idx="2182">
                  <c:v>45021</c:v>
                </c:pt>
                <c:pt idx="2183">
                  <c:v>45022</c:v>
                </c:pt>
                <c:pt idx="2184">
                  <c:v>45026</c:v>
                </c:pt>
                <c:pt idx="2185">
                  <c:v>45027</c:v>
                </c:pt>
                <c:pt idx="2186">
                  <c:v>45028</c:v>
                </c:pt>
                <c:pt idx="2187">
                  <c:v>45029</c:v>
                </c:pt>
                <c:pt idx="2188">
                  <c:v>45030</c:v>
                </c:pt>
                <c:pt idx="2189">
                  <c:v>45033</c:v>
                </c:pt>
                <c:pt idx="2190">
                  <c:v>45034</c:v>
                </c:pt>
                <c:pt idx="2191">
                  <c:v>45035</c:v>
                </c:pt>
                <c:pt idx="2192">
                  <c:v>45036</c:v>
                </c:pt>
                <c:pt idx="2193">
                  <c:v>45040</c:v>
                </c:pt>
                <c:pt idx="2194">
                  <c:v>45041</c:v>
                </c:pt>
                <c:pt idx="2195">
                  <c:v>45042</c:v>
                </c:pt>
                <c:pt idx="2196">
                  <c:v>45043</c:v>
                </c:pt>
                <c:pt idx="2197">
                  <c:v>45044</c:v>
                </c:pt>
                <c:pt idx="2198">
                  <c:v>45048</c:v>
                </c:pt>
                <c:pt idx="2199">
                  <c:v>45049</c:v>
                </c:pt>
                <c:pt idx="2200">
                  <c:v>45050</c:v>
                </c:pt>
                <c:pt idx="2201">
                  <c:v>45051</c:v>
                </c:pt>
                <c:pt idx="2202">
                  <c:v>45054</c:v>
                </c:pt>
                <c:pt idx="2203">
                  <c:v>45055</c:v>
                </c:pt>
                <c:pt idx="2204">
                  <c:v>45056</c:v>
                </c:pt>
                <c:pt idx="2205">
                  <c:v>45057</c:v>
                </c:pt>
                <c:pt idx="2206">
                  <c:v>45058</c:v>
                </c:pt>
                <c:pt idx="2207">
                  <c:v>45061</c:v>
                </c:pt>
                <c:pt idx="2208">
                  <c:v>45062</c:v>
                </c:pt>
                <c:pt idx="2209">
                  <c:v>45063</c:v>
                </c:pt>
                <c:pt idx="2210">
                  <c:v>45064</c:v>
                </c:pt>
                <c:pt idx="2211">
                  <c:v>45065</c:v>
                </c:pt>
                <c:pt idx="2212">
                  <c:v>45068</c:v>
                </c:pt>
                <c:pt idx="2213">
                  <c:v>45069</c:v>
                </c:pt>
                <c:pt idx="2214">
                  <c:v>45070</c:v>
                </c:pt>
                <c:pt idx="2215">
                  <c:v>45071</c:v>
                </c:pt>
                <c:pt idx="2216">
                  <c:v>45072</c:v>
                </c:pt>
                <c:pt idx="2217">
                  <c:v>45075</c:v>
                </c:pt>
                <c:pt idx="2218">
                  <c:v>45076</c:v>
                </c:pt>
                <c:pt idx="2219">
                  <c:v>45077</c:v>
                </c:pt>
                <c:pt idx="2220">
                  <c:v>45078</c:v>
                </c:pt>
                <c:pt idx="2221">
                  <c:v>45079</c:v>
                </c:pt>
                <c:pt idx="2222">
                  <c:v>45082</c:v>
                </c:pt>
                <c:pt idx="2223">
                  <c:v>45083</c:v>
                </c:pt>
                <c:pt idx="2224">
                  <c:v>45084</c:v>
                </c:pt>
                <c:pt idx="2225">
                  <c:v>45086</c:v>
                </c:pt>
                <c:pt idx="2226">
                  <c:v>45089</c:v>
                </c:pt>
                <c:pt idx="2227">
                  <c:v>45090</c:v>
                </c:pt>
                <c:pt idx="2228">
                  <c:v>45091</c:v>
                </c:pt>
                <c:pt idx="2229">
                  <c:v>45092</c:v>
                </c:pt>
                <c:pt idx="2230">
                  <c:v>45093</c:v>
                </c:pt>
                <c:pt idx="2231">
                  <c:v>45096</c:v>
                </c:pt>
                <c:pt idx="2232">
                  <c:v>45097</c:v>
                </c:pt>
                <c:pt idx="2233">
                  <c:v>45098</c:v>
                </c:pt>
                <c:pt idx="2234">
                  <c:v>45099</c:v>
                </c:pt>
                <c:pt idx="2235">
                  <c:v>45100</c:v>
                </c:pt>
                <c:pt idx="2236">
                  <c:v>45103</c:v>
                </c:pt>
                <c:pt idx="2237">
                  <c:v>45104</c:v>
                </c:pt>
                <c:pt idx="2238">
                  <c:v>45105</c:v>
                </c:pt>
                <c:pt idx="2239">
                  <c:v>45106</c:v>
                </c:pt>
                <c:pt idx="2240">
                  <c:v>45107</c:v>
                </c:pt>
                <c:pt idx="2241">
                  <c:v>45110</c:v>
                </c:pt>
                <c:pt idx="2242">
                  <c:v>45111</c:v>
                </c:pt>
                <c:pt idx="2243">
                  <c:v>45112</c:v>
                </c:pt>
                <c:pt idx="2244">
                  <c:v>45113</c:v>
                </c:pt>
                <c:pt idx="2245">
                  <c:v>45114</c:v>
                </c:pt>
                <c:pt idx="2246">
                  <c:v>45117</c:v>
                </c:pt>
                <c:pt idx="2247">
                  <c:v>45118</c:v>
                </c:pt>
                <c:pt idx="2248">
                  <c:v>45119</c:v>
                </c:pt>
                <c:pt idx="2249">
                  <c:v>45120</c:v>
                </c:pt>
                <c:pt idx="2250">
                  <c:v>45121</c:v>
                </c:pt>
                <c:pt idx="2251">
                  <c:v>45124</c:v>
                </c:pt>
                <c:pt idx="2252">
                  <c:v>45125</c:v>
                </c:pt>
                <c:pt idx="2253">
                  <c:v>45126</c:v>
                </c:pt>
                <c:pt idx="2254">
                  <c:v>45127</c:v>
                </c:pt>
                <c:pt idx="2255">
                  <c:v>45128</c:v>
                </c:pt>
                <c:pt idx="2256">
                  <c:v>45131</c:v>
                </c:pt>
                <c:pt idx="2257">
                  <c:v>45132</c:v>
                </c:pt>
                <c:pt idx="2258">
                  <c:v>45133</c:v>
                </c:pt>
                <c:pt idx="2259">
                  <c:v>45134</c:v>
                </c:pt>
                <c:pt idx="2260">
                  <c:v>45135</c:v>
                </c:pt>
                <c:pt idx="2261">
                  <c:v>45138</c:v>
                </c:pt>
                <c:pt idx="2262">
                  <c:v>45139</c:v>
                </c:pt>
                <c:pt idx="2263">
                  <c:v>45140</c:v>
                </c:pt>
                <c:pt idx="2264">
                  <c:v>45141</c:v>
                </c:pt>
                <c:pt idx="2265">
                  <c:v>45142</c:v>
                </c:pt>
                <c:pt idx="2266">
                  <c:v>45145</c:v>
                </c:pt>
                <c:pt idx="2267">
                  <c:v>45146</c:v>
                </c:pt>
                <c:pt idx="2268">
                  <c:v>45147</c:v>
                </c:pt>
                <c:pt idx="2269">
                  <c:v>45148</c:v>
                </c:pt>
                <c:pt idx="2270">
                  <c:v>45149</c:v>
                </c:pt>
                <c:pt idx="2271">
                  <c:v>45152</c:v>
                </c:pt>
                <c:pt idx="2272">
                  <c:v>45153</c:v>
                </c:pt>
                <c:pt idx="2273">
                  <c:v>45154</c:v>
                </c:pt>
                <c:pt idx="2274">
                  <c:v>45155</c:v>
                </c:pt>
                <c:pt idx="2275">
                  <c:v>45156</c:v>
                </c:pt>
                <c:pt idx="2276">
                  <c:v>45159</c:v>
                </c:pt>
                <c:pt idx="2277">
                  <c:v>45160</c:v>
                </c:pt>
                <c:pt idx="2278">
                  <c:v>45161</c:v>
                </c:pt>
                <c:pt idx="2279">
                  <c:v>45162</c:v>
                </c:pt>
                <c:pt idx="2280">
                  <c:v>45163</c:v>
                </c:pt>
                <c:pt idx="2281">
                  <c:v>45166</c:v>
                </c:pt>
                <c:pt idx="2282">
                  <c:v>45167</c:v>
                </c:pt>
                <c:pt idx="2283">
                  <c:v>45168</c:v>
                </c:pt>
                <c:pt idx="2284">
                  <c:v>45169</c:v>
                </c:pt>
                <c:pt idx="2285">
                  <c:v>45170</c:v>
                </c:pt>
                <c:pt idx="2286">
                  <c:v>45173</c:v>
                </c:pt>
                <c:pt idx="2287">
                  <c:v>45174</c:v>
                </c:pt>
                <c:pt idx="2288">
                  <c:v>45175</c:v>
                </c:pt>
                <c:pt idx="2289">
                  <c:v>45177</c:v>
                </c:pt>
                <c:pt idx="2290">
                  <c:v>45180</c:v>
                </c:pt>
                <c:pt idx="2291">
                  <c:v>45181</c:v>
                </c:pt>
                <c:pt idx="2292">
                  <c:v>45182</c:v>
                </c:pt>
                <c:pt idx="2293">
                  <c:v>45183</c:v>
                </c:pt>
                <c:pt idx="2294">
                  <c:v>45184</c:v>
                </c:pt>
                <c:pt idx="2295">
                  <c:v>45187</c:v>
                </c:pt>
                <c:pt idx="2296">
                  <c:v>45188</c:v>
                </c:pt>
                <c:pt idx="2297">
                  <c:v>45189</c:v>
                </c:pt>
                <c:pt idx="2298">
                  <c:v>45190</c:v>
                </c:pt>
                <c:pt idx="2299">
                  <c:v>45191</c:v>
                </c:pt>
                <c:pt idx="2300">
                  <c:v>45194</c:v>
                </c:pt>
                <c:pt idx="2301">
                  <c:v>45195</c:v>
                </c:pt>
                <c:pt idx="2302">
                  <c:v>45196</c:v>
                </c:pt>
                <c:pt idx="2303">
                  <c:v>45197</c:v>
                </c:pt>
                <c:pt idx="2304">
                  <c:v>45198</c:v>
                </c:pt>
                <c:pt idx="2305">
                  <c:v>45201</c:v>
                </c:pt>
                <c:pt idx="2306">
                  <c:v>45202</c:v>
                </c:pt>
                <c:pt idx="2307">
                  <c:v>45203</c:v>
                </c:pt>
                <c:pt idx="2308">
                  <c:v>45204</c:v>
                </c:pt>
                <c:pt idx="2309">
                  <c:v>45205</c:v>
                </c:pt>
                <c:pt idx="2310">
                  <c:v>45208</c:v>
                </c:pt>
                <c:pt idx="2311">
                  <c:v>45209</c:v>
                </c:pt>
                <c:pt idx="2312">
                  <c:v>45210</c:v>
                </c:pt>
                <c:pt idx="2313">
                  <c:v>45212</c:v>
                </c:pt>
                <c:pt idx="2314">
                  <c:v>45215</c:v>
                </c:pt>
                <c:pt idx="2315">
                  <c:v>45216</c:v>
                </c:pt>
                <c:pt idx="2316">
                  <c:v>45217</c:v>
                </c:pt>
                <c:pt idx="2317">
                  <c:v>45218</c:v>
                </c:pt>
                <c:pt idx="2318">
                  <c:v>45219</c:v>
                </c:pt>
                <c:pt idx="2319">
                  <c:v>45222</c:v>
                </c:pt>
                <c:pt idx="2320">
                  <c:v>45223</c:v>
                </c:pt>
                <c:pt idx="2321">
                  <c:v>45224</c:v>
                </c:pt>
                <c:pt idx="2322">
                  <c:v>45225</c:v>
                </c:pt>
                <c:pt idx="2323">
                  <c:v>45226</c:v>
                </c:pt>
                <c:pt idx="2324">
                  <c:v>45229</c:v>
                </c:pt>
                <c:pt idx="2325">
                  <c:v>45230</c:v>
                </c:pt>
                <c:pt idx="2326">
                  <c:v>45231</c:v>
                </c:pt>
                <c:pt idx="2327">
                  <c:v>45233</c:v>
                </c:pt>
                <c:pt idx="2328">
                  <c:v>45236</c:v>
                </c:pt>
                <c:pt idx="2329">
                  <c:v>45237</c:v>
                </c:pt>
                <c:pt idx="2330">
                  <c:v>45238</c:v>
                </c:pt>
                <c:pt idx="2331">
                  <c:v>45239</c:v>
                </c:pt>
                <c:pt idx="2332">
                  <c:v>45240</c:v>
                </c:pt>
                <c:pt idx="2333">
                  <c:v>45243</c:v>
                </c:pt>
                <c:pt idx="2334">
                  <c:v>45244</c:v>
                </c:pt>
                <c:pt idx="2335">
                  <c:v>45246</c:v>
                </c:pt>
                <c:pt idx="2336">
                  <c:v>45247</c:v>
                </c:pt>
                <c:pt idx="2337">
                  <c:v>45250</c:v>
                </c:pt>
                <c:pt idx="2338">
                  <c:v>45251</c:v>
                </c:pt>
                <c:pt idx="2339">
                  <c:v>45252</c:v>
                </c:pt>
                <c:pt idx="2340">
                  <c:v>45253</c:v>
                </c:pt>
                <c:pt idx="2341">
                  <c:v>45254</c:v>
                </c:pt>
                <c:pt idx="2342">
                  <c:v>45257</c:v>
                </c:pt>
                <c:pt idx="2343">
                  <c:v>45258</c:v>
                </c:pt>
                <c:pt idx="2344">
                  <c:v>45259</c:v>
                </c:pt>
                <c:pt idx="2345">
                  <c:v>45260</c:v>
                </c:pt>
                <c:pt idx="2346">
                  <c:v>45261</c:v>
                </c:pt>
                <c:pt idx="2347">
                  <c:v>45264</c:v>
                </c:pt>
                <c:pt idx="2348">
                  <c:v>45265</c:v>
                </c:pt>
                <c:pt idx="2349">
                  <c:v>45266</c:v>
                </c:pt>
                <c:pt idx="2350">
                  <c:v>45267</c:v>
                </c:pt>
                <c:pt idx="2351">
                  <c:v>45268</c:v>
                </c:pt>
                <c:pt idx="2352">
                  <c:v>45271</c:v>
                </c:pt>
                <c:pt idx="2353">
                  <c:v>45272</c:v>
                </c:pt>
                <c:pt idx="2354">
                  <c:v>45273</c:v>
                </c:pt>
                <c:pt idx="2355">
                  <c:v>45274</c:v>
                </c:pt>
                <c:pt idx="2356">
                  <c:v>45275</c:v>
                </c:pt>
                <c:pt idx="2357">
                  <c:v>45278</c:v>
                </c:pt>
                <c:pt idx="2358">
                  <c:v>45279</c:v>
                </c:pt>
                <c:pt idx="2359">
                  <c:v>45280</c:v>
                </c:pt>
                <c:pt idx="2360">
                  <c:v>45281</c:v>
                </c:pt>
                <c:pt idx="2361">
                  <c:v>45282</c:v>
                </c:pt>
                <c:pt idx="2362">
                  <c:v>45286</c:v>
                </c:pt>
                <c:pt idx="2363">
                  <c:v>45287</c:v>
                </c:pt>
                <c:pt idx="2364">
                  <c:v>45288</c:v>
                </c:pt>
                <c:pt idx="2365">
                  <c:v>45293</c:v>
                </c:pt>
                <c:pt idx="2366">
                  <c:v>45294</c:v>
                </c:pt>
                <c:pt idx="2367">
                  <c:v>45295</c:v>
                </c:pt>
                <c:pt idx="2368">
                  <c:v>45296</c:v>
                </c:pt>
                <c:pt idx="2369">
                  <c:v>45299</c:v>
                </c:pt>
                <c:pt idx="2370">
                  <c:v>45300</c:v>
                </c:pt>
                <c:pt idx="2371">
                  <c:v>45301</c:v>
                </c:pt>
                <c:pt idx="2372">
                  <c:v>45302</c:v>
                </c:pt>
                <c:pt idx="2373">
                  <c:v>45303</c:v>
                </c:pt>
                <c:pt idx="2374">
                  <c:v>45306</c:v>
                </c:pt>
                <c:pt idx="2375">
                  <c:v>45307</c:v>
                </c:pt>
                <c:pt idx="2376">
                  <c:v>45308</c:v>
                </c:pt>
                <c:pt idx="2377">
                  <c:v>45309</c:v>
                </c:pt>
                <c:pt idx="2378">
                  <c:v>45310</c:v>
                </c:pt>
                <c:pt idx="2379">
                  <c:v>45313</c:v>
                </c:pt>
                <c:pt idx="2380">
                  <c:v>45314</c:v>
                </c:pt>
                <c:pt idx="2381">
                  <c:v>45315</c:v>
                </c:pt>
                <c:pt idx="2382">
                  <c:v>45316</c:v>
                </c:pt>
                <c:pt idx="2383">
                  <c:v>45317</c:v>
                </c:pt>
                <c:pt idx="2384">
                  <c:v>45320</c:v>
                </c:pt>
                <c:pt idx="2385">
                  <c:v>45321</c:v>
                </c:pt>
                <c:pt idx="2386">
                  <c:v>45322</c:v>
                </c:pt>
                <c:pt idx="2387">
                  <c:v>45323</c:v>
                </c:pt>
                <c:pt idx="2388">
                  <c:v>45324</c:v>
                </c:pt>
                <c:pt idx="2389">
                  <c:v>45327</c:v>
                </c:pt>
                <c:pt idx="2390">
                  <c:v>45328</c:v>
                </c:pt>
                <c:pt idx="2391">
                  <c:v>45329</c:v>
                </c:pt>
                <c:pt idx="2392">
                  <c:v>45330</c:v>
                </c:pt>
                <c:pt idx="2393">
                  <c:v>45331</c:v>
                </c:pt>
                <c:pt idx="2394">
                  <c:v>45336</c:v>
                </c:pt>
                <c:pt idx="2395">
                  <c:v>45337</c:v>
                </c:pt>
                <c:pt idx="2396">
                  <c:v>45338</c:v>
                </c:pt>
                <c:pt idx="2397">
                  <c:v>45341</c:v>
                </c:pt>
                <c:pt idx="2398">
                  <c:v>45342</c:v>
                </c:pt>
                <c:pt idx="2399">
                  <c:v>45343</c:v>
                </c:pt>
                <c:pt idx="2400">
                  <c:v>45344</c:v>
                </c:pt>
                <c:pt idx="2401">
                  <c:v>45345</c:v>
                </c:pt>
                <c:pt idx="2402">
                  <c:v>45348</c:v>
                </c:pt>
                <c:pt idx="2403">
                  <c:v>45349</c:v>
                </c:pt>
                <c:pt idx="2404">
                  <c:v>45350</c:v>
                </c:pt>
                <c:pt idx="2405">
                  <c:v>45351</c:v>
                </c:pt>
                <c:pt idx="2406">
                  <c:v>45352</c:v>
                </c:pt>
                <c:pt idx="2407">
                  <c:v>45355</c:v>
                </c:pt>
                <c:pt idx="2408">
                  <c:v>45356</c:v>
                </c:pt>
                <c:pt idx="2409">
                  <c:v>45357</c:v>
                </c:pt>
                <c:pt idx="2410">
                  <c:v>45358</c:v>
                </c:pt>
                <c:pt idx="2411">
                  <c:v>45359</c:v>
                </c:pt>
                <c:pt idx="2412">
                  <c:v>45362</c:v>
                </c:pt>
                <c:pt idx="2413">
                  <c:v>45363</c:v>
                </c:pt>
                <c:pt idx="2414">
                  <c:v>45364</c:v>
                </c:pt>
                <c:pt idx="2415">
                  <c:v>45365</c:v>
                </c:pt>
                <c:pt idx="2416">
                  <c:v>45366</c:v>
                </c:pt>
                <c:pt idx="2417">
                  <c:v>45369</c:v>
                </c:pt>
                <c:pt idx="2418">
                  <c:v>45370</c:v>
                </c:pt>
                <c:pt idx="2419">
                  <c:v>45371</c:v>
                </c:pt>
                <c:pt idx="2420">
                  <c:v>45372</c:v>
                </c:pt>
                <c:pt idx="2421">
                  <c:v>45373</c:v>
                </c:pt>
                <c:pt idx="2422">
                  <c:v>45376</c:v>
                </c:pt>
                <c:pt idx="2423">
                  <c:v>45377</c:v>
                </c:pt>
                <c:pt idx="2424">
                  <c:v>45378</c:v>
                </c:pt>
                <c:pt idx="2425">
                  <c:v>45379</c:v>
                </c:pt>
                <c:pt idx="2426">
                  <c:v>45383</c:v>
                </c:pt>
                <c:pt idx="2427">
                  <c:v>45384</c:v>
                </c:pt>
                <c:pt idx="2428">
                  <c:v>45385</c:v>
                </c:pt>
                <c:pt idx="2429">
                  <c:v>45386</c:v>
                </c:pt>
                <c:pt idx="2430">
                  <c:v>45387</c:v>
                </c:pt>
                <c:pt idx="2431">
                  <c:v>45390</c:v>
                </c:pt>
                <c:pt idx="2432">
                  <c:v>45391</c:v>
                </c:pt>
                <c:pt idx="2433">
                  <c:v>45392</c:v>
                </c:pt>
                <c:pt idx="2434">
                  <c:v>45393</c:v>
                </c:pt>
                <c:pt idx="2435">
                  <c:v>45394</c:v>
                </c:pt>
                <c:pt idx="2436">
                  <c:v>45397</c:v>
                </c:pt>
                <c:pt idx="2437">
                  <c:v>45398</c:v>
                </c:pt>
                <c:pt idx="2438">
                  <c:v>45399</c:v>
                </c:pt>
                <c:pt idx="2439">
                  <c:v>45400</c:v>
                </c:pt>
                <c:pt idx="2440">
                  <c:v>45401</c:v>
                </c:pt>
                <c:pt idx="2441">
                  <c:v>45404</c:v>
                </c:pt>
                <c:pt idx="2442">
                  <c:v>45405</c:v>
                </c:pt>
                <c:pt idx="2443">
                  <c:v>45406</c:v>
                </c:pt>
                <c:pt idx="2444">
                  <c:v>45407</c:v>
                </c:pt>
                <c:pt idx="2445">
                  <c:v>45408</c:v>
                </c:pt>
                <c:pt idx="2446">
                  <c:v>45411</c:v>
                </c:pt>
                <c:pt idx="2447">
                  <c:v>45412</c:v>
                </c:pt>
                <c:pt idx="2448">
                  <c:v>45414</c:v>
                </c:pt>
                <c:pt idx="2449">
                  <c:v>45415</c:v>
                </c:pt>
                <c:pt idx="2450">
                  <c:v>45418</c:v>
                </c:pt>
                <c:pt idx="2451">
                  <c:v>45419</c:v>
                </c:pt>
                <c:pt idx="2452">
                  <c:v>45420</c:v>
                </c:pt>
                <c:pt idx="2453">
                  <c:v>45421</c:v>
                </c:pt>
                <c:pt idx="2454">
                  <c:v>45422</c:v>
                </c:pt>
                <c:pt idx="2455">
                  <c:v>45425</c:v>
                </c:pt>
                <c:pt idx="2456">
                  <c:v>45426</c:v>
                </c:pt>
                <c:pt idx="2457">
                  <c:v>45427</c:v>
                </c:pt>
                <c:pt idx="2458">
                  <c:v>45428</c:v>
                </c:pt>
                <c:pt idx="2459">
                  <c:v>45429</c:v>
                </c:pt>
                <c:pt idx="2460">
                  <c:v>45432</c:v>
                </c:pt>
                <c:pt idx="2461">
                  <c:v>45433</c:v>
                </c:pt>
                <c:pt idx="2462">
                  <c:v>45434</c:v>
                </c:pt>
                <c:pt idx="2463">
                  <c:v>45435</c:v>
                </c:pt>
                <c:pt idx="2464">
                  <c:v>45436</c:v>
                </c:pt>
                <c:pt idx="2465">
                  <c:v>45439</c:v>
                </c:pt>
                <c:pt idx="2466">
                  <c:v>45440</c:v>
                </c:pt>
                <c:pt idx="2467">
                  <c:v>45441</c:v>
                </c:pt>
                <c:pt idx="2468">
                  <c:v>45443</c:v>
                </c:pt>
                <c:pt idx="2469">
                  <c:v>45446</c:v>
                </c:pt>
                <c:pt idx="2470">
                  <c:v>45447</c:v>
                </c:pt>
                <c:pt idx="2471">
                  <c:v>45448</c:v>
                </c:pt>
                <c:pt idx="2472">
                  <c:v>45449</c:v>
                </c:pt>
                <c:pt idx="2473">
                  <c:v>45450</c:v>
                </c:pt>
                <c:pt idx="2474">
                  <c:v>45453</c:v>
                </c:pt>
                <c:pt idx="2475">
                  <c:v>45454</c:v>
                </c:pt>
                <c:pt idx="2476">
                  <c:v>45455</c:v>
                </c:pt>
                <c:pt idx="2477">
                  <c:v>45456</c:v>
                </c:pt>
                <c:pt idx="2478">
                  <c:v>45457</c:v>
                </c:pt>
                <c:pt idx="2479">
                  <c:v>45460</c:v>
                </c:pt>
                <c:pt idx="2480">
                  <c:v>45461</c:v>
                </c:pt>
                <c:pt idx="2481">
                  <c:v>45462</c:v>
                </c:pt>
                <c:pt idx="2482">
                  <c:v>45463</c:v>
                </c:pt>
                <c:pt idx="2483">
                  <c:v>45464</c:v>
                </c:pt>
                <c:pt idx="2484">
                  <c:v>45467</c:v>
                </c:pt>
                <c:pt idx="2485">
                  <c:v>45468</c:v>
                </c:pt>
                <c:pt idx="2486">
                  <c:v>45469</c:v>
                </c:pt>
                <c:pt idx="2487">
                  <c:v>45470</c:v>
                </c:pt>
                <c:pt idx="2488">
                  <c:v>45471</c:v>
                </c:pt>
                <c:pt idx="2489">
                  <c:v>45474</c:v>
                </c:pt>
                <c:pt idx="2490">
                  <c:v>45475</c:v>
                </c:pt>
                <c:pt idx="2491">
                  <c:v>45476</c:v>
                </c:pt>
                <c:pt idx="2492">
                  <c:v>45477</c:v>
                </c:pt>
                <c:pt idx="2493">
                  <c:v>45478</c:v>
                </c:pt>
                <c:pt idx="2494">
                  <c:v>45481</c:v>
                </c:pt>
                <c:pt idx="2495">
                  <c:v>45482</c:v>
                </c:pt>
                <c:pt idx="2496">
                  <c:v>45483</c:v>
                </c:pt>
                <c:pt idx="2497">
                  <c:v>45484</c:v>
                </c:pt>
                <c:pt idx="2498">
                  <c:v>45485</c:v>
                </c:pt>
                <c:pt idx="2499">
                  <c:v>45488</c:v>
                </c:pt>
                <c:pt idx="2500">
                  <c:v>45489</c:v>
                </c:pt>
                <c:pt idx="2501">
                  <c:v>45490</c:v>
                </c:pt>
                <c:pt idx="2502">
                  <c:v>45491</c:v>
                </c:pt>
                <c:pt idx="2503">
                  <c:v>45492</c:v>
                </c:pt>
                <c:pt idx="2504">
                  <c:v>45495</c:v>
                </c:pt>
                <c:pt idx="2505">
                  <c:v>45496</c:v>
                </c:pt>
                <c:pt idx="2506">
                  <c:v>45497</c:v>
                </c:pt>
                <c:pt idx="2507">
                  <c:v>45498</c:v>
                </c:pt>
                <c:pt idx="2508">
                  <c:v>45499</c:v>
                </c:pt>
                <c:pt idx="2509">
                  <c:v>45502</c:v>
                </c:pt>
                <c:pt idx="2510">
                  <c:v>45503</c:v>
                </c:pt>
                <c:pt idx="2511">
                  <c:v>45504</c:v>
                </c:pt>
                <c:pt idx="2512">
                  <c:v>45505</c:v>
                </c:pt>
                <c:pt idx="2513">
                  <c:v>45506</c:v>
                </c:pt>
                <c:pt idx="2514">
                  <c:v>45509</c:v>
                </c:pt>
                <c:pt idx="2515">
                  <c:v>45510</c:v>
                </c:pt>
                <c:pt idx="2516">
                  <c:v>45511</c:v>
                </c:pt>
                <c:pt idx="2517">
                  <c:v>45512</c:v>
                </c:pt>
                <c:pt idx="2518">
                  <c:v>45513</c:v>
                </c:pt>
                <c:pt idx="2519">
                  <c:v>45516</c:v>
                </c:pt>
                <c:pt idx="2520">
                  <c:v>45517</c:v>
                </c:pt>
                <c:pt idx="2521">
                  <c:v>45518</c:v>
                </c:pt>
                <c:pt idx="2522">
                  <c:v>45519</c:v>
                </c:pt>
                <c:pt idx="2523">
                  <c:v>45520</c:v>
                </c:pt>
                <c:pt idx="2524">
                  <c:v>45523</c:v>
                </c:pt>
                <c:pt idx="2525">
                  <c:v>45524</c:v>
                </c:pt>
                <c:pt idx="2526">
                  <c:v>45525</c:v>
                </c:pt>
                <c:pt idx="2527">
                  <c:v>45526</c:v>
                </c:pt>
                <c:pt idx="2528">
                  <c:v>45527</c:v>
                </c:pt>
                <c:pt idx="2529">
                  <c:v>45530</c:v>
                </c:pt>
                <c:pt idx="2530">
                  <c:v>45531</c:v>
                </c:pt>
                <c:pt idx="2531">
                  <c:v>45532</c:v>
                </c:pt>
                <c:pt idx="2532">
                  <c:v>45533</c:v>
                </c:pt>
                <c:pt idx="2533">
                  <c:v>45534</c:v>
                </c:pt>
                <c:pt idx="2534">
                  <c:v>45537</c:v>
                </c:pt>
                <c:pt idx="2535">
                  <c:v>45538</c:v>
                </c:pt>
                <c:pt idx="2536">
                  <c:v>45539</c:v>
                </c:pt>
                <c:pt idx="2537">
                  <c:v>45540</c:v>
                </c:pt>
                <c:pt idx="2538">
                  <c:v>45541</c:v>
                </c:pt>
                <c:pt idx="2539">
                  <c:v>45544</c:v>
                </c:pt>
                <c:pt idx="2540">
                  <c:v>45545</c:v>
                </c:pt>
                <c:pt idx="2541">
                  <c:v>45546</c:v>
                </c:pt>
                <c:pt idx="2542">
                  <c:v>45547</c:v>
                </c:pt>
                <c:pt idx="2543">
                  <c:v>45548</c:v>
                </c:pt>
                <c:pt idx="2544">
                  <c:v>45551</c:v>
                </c:pt>
                <c:pt idx="2545">
                  <c:v>45552</c:v>
                </c:pt>
                <c:pt idx="2546">
                  <c:v>45553</c:v>
                </c:pt>
                <c:pt idx="2547">
                  <c:v>45554</c:v>
                </c:pt>
                <c:pt idx="2548">
                  <c:v>45555</c:v>
                </c:pt>
                <c:pt idx="2549">
                  <c:v>45558</c:v>
                </c:pt>
                <c:pt idx="2550">
                  <c:v>45559</c:v>
                </c:pt>
                <c:pt idx="2551">
                  <c:v>45560</c:v>
                </c:pt>
                <c:pt idx="2552">
                  <c:v>45561</c:v>
                </c:pt>
                <c:pt idx="2553">
                  <c:v>45562</c:v>
                </c:pt>
                <c:pt idx="2554">
                  <c:v>45565</c:v>
                </c:pt>
                <c:pt idx="2555">
                  <c:v>45566</c:v>
                </c:pt>
                <c:pt idx="2556">
                  <c:v>45567</c:v>
                </c:pt>
                <c:pt idx="2557">
                  <c:v>45568</c:v>
                </c:pt>
                <c:pt idx="2558">
                  <c:v>45569</c:v>
                </c:pt>
                <c:pt idx="2559">
                  <c:v>45572</c:v>
                </c:pt>
                <c:pt idx="2560">
                  <c:v>45573</c:v>
                </c:pt>
                <c:pt idx="2561">
                  <c:v>45574</c:v>
                </c:pt>
                <c:pt idx="2562">
                  <c:v>45575</c:v>
                </c:pt>
                <c:pt idx="2563">
                  <c:v>45576</c:v>
                </c:pt>
                <c:pt idx="2564">
                  <c:v>45579</c:v>
                </c:pt>
                <c:pt idx="2565">
                  <c:v>45580</c:v>
                </c:pt>
                <c:pt idx="2566">
                  <c:v>45581</c:v>
                </c:pt>
                <c:pt idx="2567">
                  <c:v>45582</c:v>
                </c:pt>
                <c:pt idx="2568">
                  <c:v>45583</c:v>
                </c:pt>
                <c:pt idx="2569">
                  <c:v>45586</c:v>
                </c:pt>
                <c:pt idx="2570">
                  <c:v>45587</c:v>
                </c:pt>
                <c:pt idx="2571">
                  <c:v>45588</c:v>
                </c:pt>
                <c:pt idx="2572">
                  <c:v>45589</c:v>
                </c:pt>
                <c:pt idx="2573">
                  <c:v>45590</c:v>
                </c:pt>
                <c:pt idx="2574">
                  <c:v>45593</c:v>
                </c:pt>
                <c:pt idx="2575">
                  <c:v>45594</c:v>
                </c:pt>
                <c:pt idx="2576">
                  <c:v>45595</c:v>
                </c:pt>
                <c:pt idx="2577">
                  <c:v>45596</c:v>
                </c:pt>
                <c:pt idx="2578">
                  <c:v>45597</c:v>
                </c:pt>
                <c:pt idx="2579">
                  <c:v>45600</c:v>
                </c:pt>
                <c:pt idx="2580">
                  <c:v>45601</c:v>
                </c:pt>
                <c:pt idx="2581">
                  <c:v>45602</c:v>
                </c:pt>
                <c:pt idx="2582">
                  <c:v>45603</c:v>
                </c:pt>
                <c:pt idx="2583">
                  <c:v>45604</c:v>
                </c:pt>
                <c:pt idx="2584">
                  <c:v>45607</c:v>
                </c:pt>
                <c:pt idx="2585">
                  <c:v>45608</c:v>
                </c:pt>
                <c:pt idx="2586">
                  <c:v>45609</c:v>
                </c:pt>
                <c:pt idx="2587">
                  <c:v>45610</c:v>
                </c:pt>
                <c:pt idx="2588">
                  <c:v>45614</c:v>
                </c:pt>
                <c:pt idx="2589">
                  <c:v>45615</c:v>
                </c:pt>
                <c:pt idx="2590">
                  <c:v>45617</c:v>
                </c:pt>
                <c:pt idx="2591">
                  <c:v>45618</c:v>
                </c:pt>
                <c:pt idx="2592">
                  <c:v>45621</c:v>
                </c:pt>
                <c:pt idx="2593">
                  <c:v>45622</c:v>
                </c:pt>
                <c:pt idx="2594">
                  <c:v>45623</c:v>
                </c:pt>
                <c:pt idx="2595">
                  <c:v>45624</c:v>
                </c:pt>
                <c:pt idx="2596">
                  <c:v>45625</c:v>
                </c:pt>
                <c:pt idx="2597">
                  <c:v>45628</c:v>
                </c:pt>
                <c:pt idx="2598">
                  <c:v>45629</c:v>
                </c:pt>
                <c:pt idx="2599">
                  <c:v>45630</c:v>
                </c:pt>
                <c:pt idx="2600">
                  <c:v>45631</c:v>
                </c:pt>
                <c:pt idx="2601">
                  <c:v>45632</c:v>
                </c:pt>
                <c:pt idx="2602">
                  <c:v>45635</c:v>
                </c:pt>
                <c:pt idx="2603">
                  <c:v>45636</c:v>
                </c:pt>
                <c:pt idx="2604">
                  <c:v>45637</c:v>
                </c:pt>
                <c:pt idx="2605">
                  <c:v>45638</c:v>
                </c:pt>
                <c:pt idx="2606">
                  <c:v>45639</c:v>
                </c:pt>
                <c:pt idx="2607">
                  <c:v>45642</c:v>
                </c:pt>
                <c:pt idx="2608">
                  <c:v>45643</c:v>
                </c:pt>
                <c:pt idx="2609">
                  <c:v>45644</c:v>
                </c:pt>
                <c:pt idx="2610">
                  <c:v>45645</c:v>
                </c:pt>
                <c:pt idx="2611">
                  <c:v>45646</c:v>
                </c:pt>
                <c:pt idx="2612">
                  <c:v>45649</c:v>
                </c:pt>
                <c:pt idx="2613">
                  <c:v>45652</c:v>
                </c:pt>
                <c:pt idx="2614">
                  <c:v>45653</c:v>
                </c:pt>
                <c:pt idx="2615">
                  <c:v>45656</c:v>
                </c:pt>
                <c:pt idx="2616">
                  <c:v>45659</c:v>
                </c:pt>
                <c:pt idx="2617">
                  <c:v>45660</c:v>
                </c:pt>
                <c:pt idx="2618">
                  <c:v>45663</c:v>
                </c:pt>
                <c:pt idx="2619">
                  <c:v>45664</c:v>
                </c:pt>
                <c:pt idx="2620">
                  <c:v>45665</c:v>
                </c:pt>
                <c:pt idx="2621">
                  <c:v>45666</c:v>
                </c:pt>
                <c:pt idx="2622">
                  <c:v>45667</c:v>
                </c:pt>
                <c:pt idx="2623">
                  <c:v>45670</c:v>
                </c:pt>
                <c:pt idx="2624">
                  <c:v>45671</c:v>
                </c:pt>
                <c:pt idx="2625">
                  <c:v>45672</c:v>
                </c:pt>
                <c:pt idx="2626">
                  <c:v>45673</c:v>
                </c:pt>
                <c:pt idx="2627">
                  <c:v>45674</c:v>
                </c:pt>
                <c:pt idx="2628">
                  <c:v>45677</c:v>
                </c:pt>
                <c:pt idx="2629">
                  <c:v>45678</c:v>
                </c:pt>
                <c:pt idx="2630">
                  <c:v>45679</c:v>
                </c:pt>
                <c:pt idx="2631">
                  <c:v>45680</c:v>
                </c:pt>
                <c:pt idx="2632">
                  <c:v>45681</c:v>
                </c:pt>
                <c:pt idx="2633">
                  <c:v>45684</c:v>
                </c:pt>
                <c:pt idx="2634">
                  <c:v>45685</c:v>
                </c:pt>
                <c:pt idx="2635">
                  <c:v>45686</c:v>
                </c:pt>
                <c:pt idx="2636">
                  <c:v>45687</c:v>
                </c:pt>
                <c:pt idx="2637">
                  <c:v>45688</c:v>
                </c:pt>
                <c:pt idx="2638">
                  <c:v>45691</c:v>
                </c:pt>
                <c:pt idx="2639">
                  <c:v>45692</c:v>
                </c:pt>
                <c:pt idx="2640">
                  <c:v>45693</c:v>
                </c:pt>
                <c:pt idx="2641">
                  <c:v>45694</c:v>
                </c:pt>
                <c:pt idx="2642">
                  <c:v>45695</c:v>
                </c:pt>
                <c:pt idx="2643">
                  <c:v>45698</c:v>
                </c:pt>
                <c:pt idx="2644">
                  <c:v>45699</c:v>
                </c:pt>
                <c:pt idx="2645">
                  <c:v>45700</c:v>
                </c:pt>
                <c:pt idx="2646">
                  <c:v>45701</c:v>
                </c:pt>
                <c:pt idx="2647">
                  <c:v>45702</c:v>
                </c:pt>
                <c:pt idx="2648">
                  <c:v>45705</c:v>
                </c:pt>
                <c:pt idx="2649">
                  <c:v>45706</c:v>
                </c:pt>
                <c:pt idx="2650">
                  <c:v>45707</c:v>
                </c:pt>
                <c:pt idx="2651">
                  <c:v>45708</c:v>
                </c:pt>
                <c:pt idx="2652">
                  <c:v>45709</c:v>
                </c:pt>
                <c:pt idx="2653">
                  <c:v>45712</c:v>
                </c:pt>
                <c:pt idx="2654">
                  <c:v>45713</c:v>
                </c:pt>
                <c:pt idx="2655">
                  <c:v>45714</c:v>
                </c:pt>
                <c:pt idx="2656">
                  <c:v>45715</c:v>
                </c:pt>
                <c:pt idx="2657">
                  <c:v>45716</c:v>
                </c:pt>
                <c:pt idx="2658">
                  <c:v>45721</c:v>
                </c:pt>
                <c:pt idx="2659">
                  <c:v>45722</c:v>
                </c:pt>
                <c:pt idx="2660">
                  <c:v>45723</c:v>
                </c:pt>
                <c:pt idx="2661">
                  <c:v>45726</c:v>
                </c:pt>
                <c:pt idx="2662">
                  <c:v>45727</c:v>
                </c:pt>
                <c:pt idx="2663">
                  <c:v>45728</c:v>
                </c:pt>
                <c:pt idx="2664">
                  <c:v>45729</c:v>
                </c:pt>
                <c:pt idx="2665">
                  <c:v>45730</c:v>
                </c:pt>
                <c:pt idx="2666">
                  <c:v>45733</c:v>
                </c:pt>
                <c:pt idx="2667">
                  <c:v>45734</c:v>
                </c:pt>
                <c:pt idx="2668">
                  <c:v>45735</c:v>
                </c:pt>
                <c:pt idx="2669">
                  <c:v>45736</c:v>
                </c:pt>
                <c:pt idx="2670">
                  <c:v>45737</c:v>
                </c:pt>
                <c:pt idx="2671">
                  <c:v>45740</c:v>
                </c:pt>
                <c:pt idx="2672">
                  <c:v>45741</c:v>
                </c:pt>
                <c:pt idx="2673">
                  <c:v>45742</c:v>
                </c:pt>
                <c:pt idx="2674">
                  <c:v>45743</c:v>
                </c:pt>
                <c:pt idx="2675">
                  <c:v>45744</c:v>
                </c:pt>
                <c:pt idx="2676">
                  <c:v>45747</c:v>
                </c:pt>
                <c:pt idx="2677">
                  <c:v>45748</c:v>
                </c:pt>
                <c:pt idx="2678">
                  <c:v>45749</c:v>
                </c:pt>
                <c:pt idx="2679">
                  <c:v>45750</c:v>
                </c:pt>
                <c:pt idx="2680">
                  <c:v>45751</c:v>
                </c:pt>
                <c:pt idx="2681">
                  <c:v>45754</c:v>
                </c:pt>
                <c:pt idx="2682">
                  <c:v>45755</c:v>
                </c:pt>
                <c:pt idx="2683">
                  <c:v>45756</c:v>
                </c:pt>
                <c:pt idx="2684">
                  <c:v>45757</c:v>
                </c:pt>
                <c:pt idx="2685">
                  <c:v>45758</c:v>
                </c:pt>
                <c:pt idx="2686">
                  <c:v>45761</c:v>
                </c:pt>
                <c:pt idx="2687">
                  <c:v>45762</c:v>
                </c:pt>
                <c:pt idx="2688">
                  <c:v>45763</c:v>
                </c:pt>
                <c:pt idx="2689">
                  <c:v>45764</c:v>
                </c:pt>
                <c:pt idx="2690">
                  <c:v>45769</c:v>
                </c:pt>
                <c:pt idx="2691">
                  <c:v>45770</c:v>
                </c:pt>
                <c:pt idx="2692">
                  <c:v>45771</c:v>
                </c:pt>
                <c:pt idx="2693">
                  <c:v>45772</c:v>
                </c:pt>
                <c:pt idx="2694">
                  <c:v>45775</c:v>
                </c:pt>
                <c:pt idx="2695">
                  <c:v>45776</c:v>
                </c:pt>
                <c:pt idx="2696">
                  <c:v>45777</c:v>
                </c:pt>
                <c:pt idx="2697">
                  <c:v>45779</c:v>
                </c:pt>
                <c:pt idx="2698">
                  <c:v>45782</c:v>
                </c:pt>
                <c:pt idx="2699">
                  <c:v>45783</c:v>
                </c:pt>
                <c:pt idx="2700">
                  <c:v>45784</c:v>
                </c:pt>
                <c:pt idx="2701">
                  <c:v>45785</c:v>
                </c:pt>
                <c:pt idx="2702">
                  <c:v>45786</c:v>
                </c:pt>
                <c:pt idx="2703">
                  <c:v>45789</c:v>
                </c:pt>
                <c:pt idx="2704">
                  <c:v>45790</c:v>
                </c:pt>
                <c:pt idx="2705">
                  <c:v>45791</c:v>
                </c:pt>
                <c:pt idx="2706">
                  <c:v>45792</c:v>
                </c:pt>
                <c:pt idx="2707">
                  <c:v>45793</c:v>
                </c:pt>
                <c:pt idx="2708">
                  <c:v>45796</c:v>
                </c:pt>
                <c:pt idx="2709">
                  <c:v>45797</c:v>
                </c:pt>
                <c:pt idx="2710">
                  <c:v>45798</c:v>
                </c:pt>
                <c:pt idx="2711">
                  <c:v>45799</c:v>
                </c:pt>
                <c:pt idx="2712">
                  <c:v>45800</c:v>
                </c:pt>
                <c:pt idx="2713">
                  <c:v>45803</c:v>
                </c:pt>
                <c:pt idx="2714">
                  <c:v>45804</c:v>
                </c:pt>
                <c:pt idx="2715">
                  <c:v>45805</c:v>
                </c:pt>
                <c:pt idx="2716">
                  <c:v>45806</c:v>
                </c:pt>
                <c:pt idx="2717">
                  <c:v>45807</c:v>
                </c:pt>
                <c:pt idx="2718">
                  <c:v>45810</c:v>
                </c:pt>
                <c:pt idx="2719">
                  <c:v>45811</c:v>
                </c:pt>
                <c:pt idx="2720">
                  <c:v>45812</c:v>
                </c:pt>
                <c:pt idx="2721">
                  <c:v>45813</c:v>
                </c:pt>
                <c:pt idx="2722">
                  <c:v>45814</c:v>
                </c:pt>
                <c:pt idx="2723">
                  <c:v>45817</c:v>
                </c:pt>
                <c:pt idx="2724">
                  <c:v>45818</c:v>
                </c:pt>
                <c:pt idx="2725">
                  <c:v>45819</c:v>
                </c:pt>
                <c:pt idx="2726">
                  <c:v>45820</c:v>
                </c:pt>
                <c:pt idx="2727">
                  <c:v>45821</c:v>
                </c:pt>
                <c:pt idx="2728">
                  <c:v>45824</c:v>
                </c:pt>
                <c:pt idx="2729">
                  <c:v>45825</c:v>
                </c:pt>
                <c:pt idx="2730">
                  <c:v>45826</c:v>
                </c:pt>
                <c:pt idx="2731">
                  <c:v>45828</c:v>
                </c:pt>
                <c:pt idx="2732">
                  <c:v>45831</c:v>
                </c:pt>
                <c:pt idx="2733">
                  <c:v>45832</c:v>
                </c:pt>
                <c:pt idx="2734">
                  <c:v>45833</c:v>
                </c:pt>
                <c:pt idx="2735">
                  <c:v>45834</c:v>
                </c:pt>
                <c:pt idx="2736">
                  <c:v>45835</c:v>
                </c:pt>
                <c:pt idx="2737">
                  <c:v>45838</c:v>
                </c:pt>
                <c:pt idx="2738">
                  <c:v>45839</c:v>
                </c:pt>
                <c:pt idx="2739">
                  <c:v>45840</c:v>
                </c:pt>
                <c:pt idx="2740">
                  <c:v>45841</c:v>
                </c:pt>
                <c:pt idx="2741">
                  <c:v>45842</c:v>
                </c:pt>
                <c:pt idx="2742">
                  <c:v>45845</c:v>
                </c:pt>
                <c:pt idx="2743">
                  <c:v>45846</c:v>
                </c:pt>
                <c:pt idx="2744">
                  <c:v>45847</c:v>
                </c:pt>
                <c:pt idx="2745">
                  <c:v>45848</c:v>
                </c:pt>
                <c:pt idx="2746">
                  <c:v>45849</c:v>
                </c:pt>
                <c:pt idx="2747">
                  <c:v>45852</c:v>
                </c:pt>
                <c:pt idx="2748">
                  <c:v>45853</c:v>
                </c:pt>
                <c:pt idx="2749">
                  <c:v>45854</c:v>
                </c:pt>
                <c:pt idx="2750">
                  <c:v>45855</c:v>
                </c:pt>
                <c:pt idx="2751">
                  <c:v>45856</c:v>
                </c:pt>
                <c:pt idx="2752">
                  <c:v>45859</c:v>
                </c:pt>
                <c:pt idx="2753">
                  <c:v>45860</c:v>
                </c:pt>
                <c:pt idx="2754">
                  <c:v>45861</c:v>
                </c:pt>
                <c:pt idx="2755">
                  <c:v>45862</c:v>
                </c:pt>
                <c:pt idx="2756">
                  <c:v>45863</c:v>
                </c:pt>
                <c:pt idx="2757">
                  <c:v>45866</c:v>
                </c:pt>
                <c:pt idx="2758">
                  <c:v>45867</c:v>
                </c:pt>
                <c:pt idx="2759">
                  <c:v>45868</c:v>
                </c:pt>
                <c:pt idx="2760">
                  <c:v>45869</c:v>
                </c:pt>
                <c:pt idx="2761">
                  <c:v>45870</c:v>
                </c:pt>
                <c:pt idx="2762">
                  <c:v>45873</c:v>
                </c:pt>
                <c:pt idx="2763">
                  <c:v>45874</c:v>
                </c:pt>
                <c:pt idx="2764">
                  <c:v>45875</c:v>
                </c:pt>
                <c:pt idx="2765">
                  <c:v>45876</c:v>
                </c:pt>
                <c:pt idx="2766">
                  <c:v>45877</c:v>
                </c:pt>
                <c:pt idx="2767">
                  <c:v>45880</c:v>
                </c:pt>
                <c:pt idx="2768">
                  <c:v>45881</c:v>
                </c:pt>
                <c:pt idx="2769">
                  <c:v>45882</c:v>
                </c:pt>
                <c:pt idx="2770">
                  <c:v>45883</c:v>
                </c:pt>
                <c:pt idx="2771">
                  <c:v>45884</c:v>
                </c:pt>
                <c:pt idx="2772">
                  <c:v>45887</c:v>
                </c:pt>
                <c:pt idx="2773">
                  <c:v>45888</c:v>
                </c:pt>
                <c:pt idx="2774">
                  <c:v>45889</c:v>
                </c:pt>
                <c:pt idx="2775">
                  <c:v>45890</c:v>
                </c:pt>
                <c:pt idx="2776">
                  <c:v>45891</c:v>
                </c:pt>
                <c:pt idx="2777">
                  <c:v>45894</c:v>
                </c:pt>
                <c:pt idx="2778">
                  <c:v>45895</c:v>
                </c:pt>
                <c:pt idx="2779">
                  <c:v>45896</c:v>
                </c:pt>
                <c:pt idx="2780">
                  <c:v>45897</c:v>
                </c:pt>
                <c:pt idx="2781">
                  <c:v>45898</c:v>
                </c:pt>
                <c:pt idx="2782">
                  <c:v>45901</c:v>
                </c:pt>
                <c:pt idx="2783">
                  <c:v>45902</c:v>
                </c:pt>
                <c:pt idx="2784">
                  <c:v>45903</c:v>
                </c:pt>
                <c:pt idx="2785">
                  <c:v>45904</c:v>
                </c:pt>
                <c:pt idx="2786">
                  <c:v>45905</c:v>
                </c:pt>
                <c:pt idx="2787">
                  <c:v>45908</c:v>
                </c:pt>
                <c:pt idx="2788">
                  <c:v>45909</c:v>
                </c:pt>
                <c:pt idx="2789">
                  <c:v>45910</c:v>
                </c:pt>
                <c:pt idx="2790">
                  <c:v>45911</c:v>
                </c:pt>
                <c:pt idx="2791">
                  <c:v>45912</c:v>
                </c:pt>
                <c:pt idx="2792">
                  <c:v>45915</c:v>
                </c:pt>
                <c:pt idx="2793">
                  <c:v>45916</c:v>
                </c:pt>
                <c:pt idx="2794">
                  <c:v>45917</c:v>
                </c:pt>
                <c:pt idx="2795">
                  <c:v>45918</c:v>
                </c:pt>
                <c:pt idx="2796">
                  <c:v>45919</c:v>
                </c:pt>
                <c:pt idx="2797">
                  <c:v>45922</c:v>
                </c:pt>
                <c:pt idx="2798">
                  <c:v>45923</c:v>
                </c:pt>
                <c:pt idx="2799">
                  <c:v>45924</c:v>
                </c:pt>
                <c:pt idx="2800">
                  <c:v>45925</c:v>
                </c:pt>
                <c:pt idx="2801">
                  <c:v>45926</c:v>
                </c:pt>
                <c:pt idx="2802">
                  <c:v>45929</c:v>
                </c:pt>
                <c:pt idx="2803">
                  <c:v>45930</c:v>
                </c:pt>
                <c:pt idx="2804">
                  <c:v>45931</c:v>
                </c:pt>
                <c:pt idx="2805">
                  <c:v>45932</c:v>
                </c:pt>
                <c:pt idx="2806">
                  <c:v>45933</c:v>
                </c:pt>
                <c:pt idx="2807">
                  <c:v>45936</c:v>
                </c:pt>
                <c:pt idx="2808">
                  <c:v>45937</c:v>
                </c:pt>
                <c:pt idx="2809">
                  <c:v>45938</c:v>
                </c:pt>
                <c:pt idx="2810">
                  <c:v>45939</c:v>
                </c:pt>
                <c:pt idx="2811">
                  <c:v>45940</c:v>
                </c:pt>
                <c:pt idx="2812">
                  <c:v>45943</c:v>
                </c:pt>
                <c:pt idx="2813">
                  <c:v>45944</c:v>
                </c:pt>
                <c:pt idx="2814">
                  <c:v>45945</c:v>
                </c:pt>
                <c:pt idx="2815">
                  <c:v>45946</c:v>
                </c:pt>
                <c:pt idx="2816">
                  <c:v>45947</c:v>
                </c:pt>
                <c:pt idx="2817">
                  <c:v>45950</c:v>
                </c:pt>
                <c:pt idx="2818">
                  <c:v>45951</c:v>
                </c:pt>
                <c:pt idx="2819">
                  <c:v>45952</c:v>
                </c:pt>
                <c:pt idx="2820">
                  <c:v>45953</c:v>
                </c:pt>
                <c:pt idx="2821">
                  <c:v>45954</c:v>
                </c:pt>
                <c:pt idx="2822">
                  <c:v>45957</c:v>
                </c:pt>
                <c:pt idx="2823">
                  <c:v>45958</c:v>
                </c:pt>
                <c:pt idx="2824">
                  <c:v>45959</c:v>
                </c:pt>
                <c:pt idx="2825">
                  <c:v>45960</c:v>
                </c:pt>
                <c:pt idx="2826">
                  <c:v>45961</c:v>
                </c:pt>
                <c:pt idx="2827">
                  <c:v>45964</c:v>
                </c:pt>
                <c:pt idx="2828">
                  <c:v>45965</c:v>
                </c:pt>
                <c:pt idx="2829">
                  <c:v>45966</c:v>
                </c:pt>
                <c:pt idx="2830">
                  <c:v>45967</c:v>
                </c:pt>
                <c:pt idx="2831">
                  <c:v>45968</c:v>
                </c:pt>
                <c:pt idx="2832">
                  <c:v>45971</c:v>
                </c:pt>
                <c:pt idx="2833">
                  <c:v>45972</c:v>
                </c:pt>
                <c:pt idx="2834">
                  <c:v>45973</c:v>
                </c:pt>
                <c:pt idx="2835">
                  <c:v>45974</c:v>
                </c:pt>
                <c:pt idx="2836">
                  <c:v>45975</c:v>
                </c:pt>
                <c:pt idx="2837">
                  <c:v>45978</c:v>
                </c:pt>
                <c:pt idx="2838">
                  <c:v>45979</c:v>
                </c:pt>
                <c:pt idx="2839">
                  <c:v>45980</c:v>
                </c:pt>
                <c:pt idx="2840">
                  <c:v>45982</c:v>
                </c:pt>
                <c:pt idx="2841">
                  <c:v>45985</c:v>
                </c:pt>
                <c:pt idx="2842">
                  <c:v>45986</c:v>
                </c:pt>
                <c:pt idx="2843">
                  <c:v>45987</c:v>
                </c:pt>
                <c:pt idx="2844">
                  <c:v>45988</c:v>
                </c:pt>
                <c:pt idx="2845">
                  <c:v>45989</c:v>
                </c:pt>
                <c:pt idx="2846">
                  <c:v>45992</c:v>
                </c:pt>
                <c:pt idx="2847">
                  <c:v>45993</c:v>
                </c:pt>
                <c:pt idx="2848">
                  <c:v>45994</c:v>
                </c:pt>
                <c:pt idx="2849">
                  <c:v>45995</c:v>
                </c:pt>
                <c:pt idx="2850">
                  <c:v>45996</c:v>
                </c:pt>
                <c:pt idx="2851">
                  <c:v>45999</c:v>
                </c:pt>
                <c:pt idx="2852">
                  <c:v>46000</c:v>
                </c:pt>
                <c:pt idx="2853">
                  <c:v>46001</c:v>
                </c:pt>
                <c:pt idx="2854">
                  <c:v>46002</c:v>
                </c:pt>
                <c:pt idx="2855">
                  <c:v>46003</c:v>
                </c:pt>
                <c:pt idx="2856">
                  <c:v>46006</c:v>
                </c:pt>
                <c:pt idx="2857">
                  <c:v>46007</c:v>
                </c:pt>
                <c:pt idx="2858">
                  <c:v>46008</c:v>
                </c:pt>
                <c:pt idx="2859">
                  <c:v>46009</c:v>
                </c:pt>
                <c:pt idx="2860">
                  <c:v>46010</c:v>
                </c:pt>
                <c:pt idx="2861">
                  <c:v>46013</c:v>
                </c:pt>
                <c:pt idx="2862">
                  <c:v>46014</c:v>
                </c:pt>
                <c:pt idx="2863">
                  <c:v>46017</c:v>
                </c:pt>
                <c:pt idx="2864">
                  <c:v>46020</c:v>
                </c:pt>
                <c:pt idx="2865">
                  <c:v>46021</c:v>
                </c:pt>
                <c:pt idx="2866">
                  <c:v>46024</c:v>
                </c:pt>
                <c:pt idx="2867">
                  <c:v>46027</c:v>
                </c:pt>
                <c:pt idx="2868">
                  <c:v>46028</c:v>
                </c:pt>
                <c:pt idx="2869">
                  <c:v>46029</c:v>
                </c:pt>
                <c:pt idx="2870">
                  <c:v>46030</c:v>
                </c:pt>
                <c:pt idx="2871">
                  <c:v>46031</c:v>
                </c:pt>
                <c:pt idx="2872">
                  <c:v>46034</c:v>
                </c:pt>
                <c:pt idx="2873">
                  <c:v>46035</c:v>
                </c:pt>
                <c:pt idx="2874">
                  <c:v>46036</c:v>
                </c:pt>
                <c:pt idx="2875">
                  <c:v>46037</c:v>
                </c:pt>
                <c:pt idx="2876">
                  <c:v>46038</c:v>
                </c:pt>
                <c:pt idx="2877">
                  <c:v>46041</c:v>
                </c:pt>
                <c:pt idx="2878">
                  <c:v>46042</c:v>
                </c:pt>
                <c:pt idx="2879">
                  <c:v>46043</c:v>
                </c:pt>
                <c:pt idx="2880">
                  <c:v>46044</c:v>
                </c:pt>
                <c:pt idx="2881">
                  <c:v>46045</c:v>
                </c:pt>
                <c:pt idx="2882">
                  <c:v>46048</c:v>
                </c:pt>
                <c:pt idx="2883">
                  <c:v>46049</c:v>
                </c:pt>
                <c:pt idx="2884">
                  <c:v>46050</c:v>
                </c:pt>
                <c:pt idx="2885">
                  <c:v>46051</c:v>
                </c:pt>
                <c:pt idx="2886">
                  <c:v>46052</c:v>
                </c:pt>
                <c:pt idx="2887">
                  <c:v>46055</c:v>
                </c:pt>
                <c:pt idx="2888">
                  <c:v>46056</c:v>
                </c:pt>
                <c:pt idx="2889">
                  <c:v>46057</c:v>
                </c:pt>
                <c:pt idx="2890">
                  <c:v>46058</c:v>
                </c:pt>
                <c:pt idx="2891">
                  <c:v>46059</c:v>
                </c:pt>
                <c:pt idx="2892">
                  <c:v>46062</c:v>
                </c:pt>
                <c:pt idx="2893">
                  <c:v>46063</c:v>
                </c:pt>
                <c:pt idx="2894">
                  <c:v>46064</c:v>
                </c:pt>
                <c:pt idx="2895">
                  <c:v>46065</c:v>
                </c:pt>
                <c:pt idx="2896">
                  <c:v>46066</c:v>
                </c:pt>
                <c:pt idx="2897">
                  <c:v>46071</c:v>
                </c:pt>
                <c:pt idx="2898">
                  <c:v>46072</c:v>
                </c:pt>
                <c:pt idx="2899">
                  <c:v>46073</c:v>
                </c:pt>
                <c:pt idx="2900">
                  <c:v>46076</c:v>
                </c:pt>
                <c:pt idx="2901">
                  <c:v>46077</c:v>
                </c:pt>
                <c:pt idx="2902">
                  <c:v>46078</c:v>
                </c:pt>
                <c:pt idx="2903">
                  <c:v>46079</c:v>
                </c:pt>
                <c:pt idx="2904">
                  <c:v>46080</c:v>
                </c:pt>
                <c:pt idx="2905">
                  <c:v>46083</c:v>
                </c:pt>
                <c:pt idx="2906">
                  <c:v>46084</c:v>
                </c:pt>
                <c:pt idx="2907">
                  <c:v>46085</c:v>
                </c:pt>
                <c:pt idx="2908">
                  <c:v>46086</c:v>
                </c:pt>
                <c:pt idx="2909">
                  <c:v>46087</c:v>
                </c:pt>
                <c:pt idx="2910">
                  <c:v>46090</c:v>
                </c:pt>
                <c:pt idx="2911">
                  <c:v>46091</c:v>
                </c:pt>
                <c:pt idx="2912">
                  <c:v>46092</c:v>
                </c:pt>
                <c:pt idx="2913">
                  <c:v>46093</c:v>
                </c:pt>
                <c:pt idx="2914">
                  <c:v>46094</c:v>
                </c:pt>
                <c:pt idx="2915">
                  <c:v>46097</c:v>
                </c:pt>
                <c:pt idx="2916">
                  <c:v>46098</c:v>
                </c:pt>
                <c:pt idx="2917">
                  <c:v>46099</c:v>
                </c:pt>
                <c:pt idx="2918">
                  <c:v>46100</c:v>
                </c:pt>
                <c:pt idx="2919">
                  <c:v>46101</c:v>
                </c:pt>
                <c:pt idx="2920">
                  <c:v>46104</c:v>
                </c:pt>
                <c:pt idx="2921">
                  <c:v>46105</c:v>
                </c:pt>
                <c:pt idx="2922">
                  <c:v>46106</c:v>
                </c:pt>
                <c:pt idx="2923">
                  <c:v>46107</c:v>
                </c:pt>
                <c:pt idx="2924">
                  <c:v>46108</c:v>
                </c:pt>
                <c:pt idx="2925">
                  <c:v>46111</c:v>
                </c:pt>
                <c:pt idx="2926">
                  <c:v>46112</c:v>
                </c:pt>
                <c:pt idx="2927">
                  <c:v>46113</c:v>
                </c:pt>
                <c:pt idx="2928">
                  <c:v>46114</c:v>
                </c:pt>
                <c:pt idx="2929">
                  <c:v>46118</c:v>
                </c:pt>
                <c:pt idx="2930">
                  <c:v>46119</c:v>
                </c:pt>
                <c:pt idx="2931">
                  <c:v>46120</c:v>
                </c:pt>
                <c:pt idx="2932">
                  <c:v>46121</c:v>
                </c:pt>
                <c:pt idx="2933">
                  <c:v>46122</c:v>
                </c:pt>
                <c:pt idx="2934">
                  <c:v>46125</c:v>
                </c:pt>
                <c:pt idx="2935">
                  <c:v>46126</c:v>
                </c:pt>
                <c:pt idx="2936">
                  <c:v>46127</c:v>
                </c:pt>
                <c:pt idx="2937">
                  <c:v>46128</c:v>
                </c:pt>
                <c:pt idx="2938">
                  <c:v>46129</c:v>
                </c:pt>
                <c:pt idx="2939">
                  <c:v>46132</c:v>
                </c:pt>
                <c:pt idx="2940">
                  <c:v>46134</c:v>
                </c:pt>
                <c:pt idx="2941">
                  <c:v>46135</c:v>
                </c:pt>
                <c:pt idx="2942">
                  <c:v>46136</c:v>
                </c:pt>
                <c:pt idx="2943">
                  <c:v>46139</c:v>
                </c:pt>
                <c:pt idx="2944">
                  <c:v>46140</c:v>
                </c:pt>
                <c:pt idx="2945">
                  <c:v>46141</c:v>
                </c:pt>
                <c:pt idx="2946">
                  <c:v>46142</c:v>
                </c:pt>
                <c:pt idx="2947">
                  <c:v>46146</c:v>
                </c:pt>
                <c:pt idx="2948">
                  <c:v>46147</c:v>
                </c:pt>
                <c:pt idx="2949">
                  <c:v>46148</c:v>
                </c:pt>
                <c:pt idx="2950">
                  <c:v>46149</c:v>
                </c:pt>
                <c:pt idx="2951">
                  <c:v>46150</c:v>
                </c:pt>
                <c:pt idx="2952">
                  <c:v>46153</c:v>
                </c:pt>
                <c:pt idx="2953">
                  <c:v>46154</c:v>
                </c:pt>
                <c:pt idx="2954">
                  <c:v>46155</c:v>
                </c:pt>
                <c:pt idx="2955">
                  <c:v>46156</c:v>
                </c:pt>
                <c:pt idx="2956">
                  <c:v>46157</c:v>
                </c:pt>
                <c:pt idx="2957">
                  <c:v>46160</c:v>
                </c:pt>
                <c:pt idx="2958">
                  <c:v>46161</c:v>
                </c:pt>
                <c:pt idx="2959">
                  <c:v>46162</c:v>
                </c:pt>
                <c:pt idx="2960">
                  <c:v>46163</c:v>
                </c:pt>
                <c:pt idx="2961">
                  <c:v>46164</c:v>
                </c:pt>
                <c:pt idx="2962">
                  <c:v>46167</c:v>
                </c:pt>
                <c:pt idx="2963">
                  <c:v>46168</c:v>
                </c:pt>
                <c:pt idx="2964">
                  <c:v>46169</c:v>
                </c:pt>
                <c:pt idx="2965">
                  <c:v>46170</c:v>
                </c:pt>
                <c:pt idx="2966">
                  <c:v>46171</c:v>
                </c:pt>
                <c:pt idx="2967">
                  <c:v>46174</c:v>
                </c:pt>
                <c:pt idx="2968">
                  <c:v>46175</c:v>
                </c:pt>
                <c:pt idx="2969">
                  <c:v>46176</c:v>
                </c:pt>
                <c:pt idx="2970">
                  <c:v>46178</c:v>
                </c:pt>
                <c:pt idx="2971">
                  <c:v>46181</c:v>
                </c:pt>
                <c:pt idx="2972">
                  <c:v>46182</c:v>
                </c:pt>
                <c:pt idx="2973">
                  <c:v>46183</c:v>
                </c:pt>
                <c:pt idx="2974">
                  <c:v>46184</c:v>
                </c:pt>
                <c:pt idx="2975">
                  <c:v>46185</c:v>
                </c:pt>
                <c:pt idx="2976">
                  <c:v>46188</c:v>
                </c:pt>
                <c:pt idx="2977">
                  <c:v>46189</c:v>
                </c:pt>
                <c:pt idx="2978">
                  <c:v>46190</c:v>
                </c:pt>
                <c:pt idx="2979">
                  <c:v>46191</c:v>
                </c:pt>
                <c:pt idx="2980">
                  <c:v>46192</c:v>
                </c:pt>
                <c:pt idx="2981">
                  <c:v>46195</c:v>
                </c:pt>
                <c:pt idx="2982">
                  <c:v>46196</c:v>
                </c:pt>
                <c:pt idx="2983">
                  <c:v>46197</c:v>
                </c:pt>
                <c:pt idx="2984">
                  <c:v>46198</c:v>
                </c:pt>
                <c:pt idx="2985">
                  <c:v>46199</c:v>
                </c:pt>
                <c:pt idx="2986">
                  <c:v>46202</c:v>
                </c:pt>
                <c:pt idx="2987">
                  <c:v>46203</c:v>
                </c:pt>
                <c:pt idx="2988">
                  <c:v>46204</c:v>
                </c:pt>
                <c:pt idx="2989">
                  <c:v>46205</c:v>
                </c:pt>
                <c:pt idx="2990">
                  <c:v>46206</c:v>
                </c:pt>
                <c:pt idx="2991">
                  <c:v>46209</c:v>
                </c:pt>
                <c:pt idx="2992">
                  <c:v>46210</c:v>
                </c:pt>
                <c:pt idx="2993">
                  <c:v>46211</c:v>
                </c:pt>
                <c:pt idx="2994">
                  <c:v>46212</c:v>
                </c:pt>
                <c:pt idx="2995">
                  <c:v>46213</c:v>
                </c:pt>
                <c:pt idx="2996">
                  <c:v>46216</c:v>
                </c:pt>
                <c:pt idx="2997">
                  <c:v>46217</c:v>
                </c:pt>
                <c:pt idx="2998">
                  <c:v>46218</c:v>
                </c:pt>
                <c:pt idx="2999">
                  <c:v>46219</c:v>
                </c:pt>
                <c:pt idx="3000">
                  <c:v>46220</c:v>
                </c:pt>
                <c:pt idx="3001">
                  <c:v>46223</c:v>
                </c:pt>
                <c:pt idx="3002">
                  <c:v>46224</c:v>
                </c:pt>
                <c:pt idx="3003">
                  <c:v>46225</c:v>
                </c:pt>
                <c:pt idx="3004">
                  <c:v>46226</c:v>
                </c:pt>
                <c:pt idx="3005">
                  <c:v>46227</c:v>
                </c:pt>
                <c:pt idx="3006">
                  <c:v>46230</c:v>
                </c:pt>
                <c:pt idx="3007">
                  <c:v>46231</c:v>
                </c:pt>
                <c:pt idx="3008">
                  <c:v>46232</c:v>
                </c:pt>
                <c:pt idx="3009">
                  <c:v>46233</c:v>
                </c:pt>
                <c:pt idx="3010">
                  <c:v>46234</c:v>
                </c:pt>
                <c:pt idx="3011">
                  <c:v>46237</c:v>
                </c:pt>
                <c:pt idx="3012">
                  <c:v>46238</c:v>
                </c:pt>
                <c:pt idx="3013">
                  <c:v>46239</c:v>
                </c:pt>
                <c:pt idx="3014">
                  <c:v>46240</c:v>
                </c:pt>
                <c:pt idx="3015">
                  <c:v>46241</c:v>
                </c:pt>
                <c:pt idx="3016">
                  <c:v>46244</c:v>
                </c:pt>
                <c:pt idx="3017">
                  <c:v>46245</c:v>
                </c:pt>
                <c:pt idx="3018">
                  <c:v>46246</c:v>
                </c:pt>
              </c:numCache>
            </c:numRef>
          </c:cat>
          <c:val>
            <c:numRef>
              <c:f>'Short Interest'!$I$26:$I$3044</c:f>
              <c:numCache>
                <c:formatCode>0.0000</c:formatCode>
                <c:ptCount val="3019"/>
                <c:pt idx="0">
                  <c:v>1.5629827454655649</c:v>
                </c:pt>
                <c:pt idx="1">
                  <c:v>1.5615394047876103</c:v>
                </c:pt>
                <c:pt idx="2">
                  <c:v>1.5477818038587035</c:v>
                </c:pt>
                <c:pt idx="3">
                  <c:v>1.567972611572209</c:v>
                </c:pt>
                <c:pt idx="4">
                  <c:v>1.5962479920804133</c:v>
                </c:pt>
                <c:pt idx="5">
                  <c:v>1.6203702878046085</c:v>
                </c:pt>
                <c:pt idx="6">
                  <c:v>1.6481985120520926</c:v>
                </c:pt>
                <c:pt idx="7">
                  <c:v>1.7119492332309776</c:v>
                </c:pt>
                <c:pt idx="8">
                  <c:v>1.7776412266924912</c:v>
                </c:pt>
                <c:pt idx="9">
                  <c:v>1.8460323234970186</c:v>
                </c:pt>
                <c:pt idx="10">
                  <c:v>1.792109756959827</c:v>
                </c:pt>
                <c:pt idx="11">
                  <c:v>1.7403146328759855</c:v>
                </c:pt>
                <c:pt idx="12">
                  <c:v>1.6508097493530254</c:v>
                </c:pt>
                <c:pt idx="13">
                  <c:v>1.5631016339223918</c:v>
                </c:pt>
                <c:pt idx="14">
                  <c:v>1.4689556830999009</c:v>
                </c:pt>
                <c:pt idx="15">
                  <c:v>1.3597949175004223</c:v>
                </c:pt>
                <c:pt idx="16">
                  <c:v>1.2671043842870096</c:v>
                </c:pt>
                <c:pt idx="17">
                  <c:v>1.1768232709591315</c:v>
                </c:pt>
                <c:pt idx="18">
                  <c:v>1.0883252474728415</c:v>
                </c:pt>
                <c:pt idx="19">
                  <c:v>0.99759506700817302</c:v>
                </c:pt>
                <c:pt idx="20">
                  <c:v>0.89999910172630071</c:v>
                </c:pt>
                <c:pt idx="21">
                  <c:v>0.80868289046360975</c:v>
                </c:pt>
                <c:pt idx="22">
                  <c:v>0.71382679073510846</c:v>
                </c:pt>
                <c:pt idx="23">
                  <c:v>0.60328972571173267</c:v>
                </c:pt>
                <c:pt idx="24">
                  <c:v>0.48576994704640747</c:v>
                </c:pt>
                <c:pt idx="25">
                  <c:v>0.37853413000798686</c:v>
                </c:pt>
                <c:pt idx="26">
                  <c:v>0.29555583843437927</c:v>
                </c:pt>
                <c:pt idx="27">
                  <c:v>0.2107856662693649</c:v>
                </c:pt>
                <c:pt idx="28">
                  <c:v>9.4232953577434567E-2</c:v>
                </c:pt>
                <c:pt idx="29">
                  <c:v>-2.3198686192266515E-2</c:v>
                </c:pt>
                <c:pt idx="30">
                  <c:v>-0.13780154309962017</c:v>
                </c:pt>
                <c:pt idx="31">
                  <c:v>-0.13241546007528204</c:v>
                </c:pt>
                <c:pt idx="32">
                  <c:v>-0.13453455084631333</c:v>
                </c:pt>
                <c:pt idx="33">
                  <c:v>-0.13502924446754938</c:v>
                </c:pt>
                <c:pt idx="34">
                  <c:v>-0.12903185921581237</c:v>
                </c:pt>
                <c:pt idx="35">
                  <c:v>-9.8533224398490118E-2</c:v>
                </c:pt>
                <c:pt idx="36">
                  <c:v>-6.7064018732965608E-2</c:v>
                </c:pt>
                <c:pt idx="37">
                  <c:v>-6.6562452187321083E-2</c:v>
                </c:pt>
                <c:pt idx="38">
                  <c:v>-5.7777727377803595E-2</c:v>
                </c:pt>
                <c:pt idx="39">
                  <c:v>-3.1578425390967238E-2</c:v>
                </c:pt>
                <c:pt idx="40">
                  <c:v>-8.495256805789342E-4</c:v>
                </c:pt>
                <c:pt idx="41">
                  <c:v>3.7451037248085045E-2</c:v>
                </c:pt>
                <c:pt idx="42">
                  <c:v>7.1681960669818676E-2</c:v>
                </c:pt>
                <c:pt idx="43">
                  <c:v>0.10500580443902759</c:v>
                </c:pt>
                <c:pt idx="44">
                  <c:v>0.15305808307985017</c:v>
                </c:pt>
                <c:pt idx="45">
                  <c:v>0.18761292340993388</c:v>
                </c:pt>
                <c:pt idx="46">
                  <c:v>0.22415779321798626</c:v>
                </c:pt>
                <c:pt idx="47">
                  <c:v>0.2472261486037978</c:v>
                </c:pt>
                <c:pt idx="48">
                  <c:v>0.26489206853745367</c:v>
                </c:pt>
                <c:pt idx="49">
                  <c:v>0.27857950203794041</c:v>
                </c:pt>
                <c:pt idx="50">
                  <c:v>0.28938976341484485</c:v>
                </c:pt>
                <c:pt idx="51">
                  <c:v>0.29435328039701997</c:v>
                </c:pt>
                <c:pt idx="52">
                  <c:v>0.28384806188036527</c:v>
                </c:pt>
                <c:pt idx="53">
                  <c:v>0.27270807980155576</c:v>
                </c:pt>
                <c:pt idx="54">
                  <c:v>0.27537075461078481</c:v>
                </c:pt>
                <c:pt idx="55">
                  <c:v>0.28290357077517081</c:v>
                </c:pt>
                <c:pt idx="56">
                  <c:v>0.27822983334103502</c:v>
                </c:pt>
                <c:pt idx="57">
                  <c:v>0.27360691489997979</c:v>
                </c:pt>
                <c:pt idx="58">
                  <c:v>0.28027588995758457</c:v>
                </c:pt>
                <c:pt idx="59">
                  <c:v>0.31775471758831542</c:v>
                </c:pt>
                <c:pt idx="60">
                  <c:v>0.3439993752012217</c:v>
                </c:pt>
                <c:pt idx="61">
                  <c:v>0.36428117047653774</c:v>
                </c:pt>
                <c:pt idx="62">
                  <c:v>0.36527377890630724</c:v>
                </c:pt>
                <c:pt idx="63">
                  <c:v>0.35075759918921595</c:v>
                </c:pt>
                <c:pt idx="64">
                  <c:v>0.32883902723681047</c:v>
                </c:pt>
                <c:pt idx="65">
                  <c:v>0.30228482825786029</c:v>
                </c:pt>
                <c:pt idx="66">
                  <c:v>0.29317055597926911</c:v>
                </c:pt>
                <c:pt idx="67">
                  <c:v>0.28759115817401604</c:v>
                </c:pt>
                <c:pt idx="68">
                  <c:v>0.29051093216056051</c:v>
                </c:pt>
                <c:pt idx="69">
                  <c:v>0.29919941523086679</c:v>
                </c:pt>
                <c:pt idx="70">
                  <c:v>0.32701767662838299</c:v>
                </c:pt>
                <c:pt idx="71">
                  <c:v>0.37134675465255784</c:v>
                </c:pt>
                <c:pt idx="72">
                  <c:v>0.41268690803001257</c:v>
                </c:pt>
                <c:pt idx="73">
                  <c:v>0.46095902732877719</c:v>
                </c:pt>
                <c:pt idx="74">
                  <c:v>0.48793627650738897</c:v>
                </c:pt>
                <c:pt idx="75">
                  <c:v>0.51096347287449773</c:v>
                </c:pt>
                <c:pt idx="76">
                  <c:v>0.53046967127155753</c:v>
                </c:pt>
                <c:pt idx="77">
                  <c:v>0.53343758463298196</c:v>
                </c:pt>
                <c:pt idx="78">
                  <c:v>0.53691272934751</c:v>
                </c:pt>
                <c:pt idx="79">
                  <c:v>0.58701607254963994</c:v>
                </c:pt>
                <c:pt idx="80">
                  <c:v>0.58136377539115713</c:v>
                </c:pt>
                <c:pt idx="81">
                  <c:v>0.58118433326238395</c:v>
                </c:pt>
                <c:pt idx="82">
                  <c:v>0.58710153106455387</c:v>
                </c:pt>
                <c:pt idx="83">
                  <c:v>0.57337248188352685</c:v>
                </c:pt>
                <c:pt idx="84">
                  <c:v>0.5747627892897309</c:v>
                </c:pt>
                <c:pt idx="85">
                  <c:v>0.58212185868607358</c:v>
                </c:pt>
                <c:pt idx="86">
                  <c:v>0.58992936960434916</c:v>
                </c:pt>
                <c:pt idx="87">
                  <c:v>0.60714569030463894</c:v>
                </c:pt>
                <c:pt idx="88">
                  <c:v>0.6146100963691945</c:v>
                </c:pt>
                <c:pt idx="89">
                  <c:v>0.62048276936076885</c:v>
                </c:pt>
                <c:pt idx="90">
                  <c:v>0.5956980786876499</c:v>
                </c:pt>
                <c:pt idx="91">
                  <c:v>0.58444902388180808</c:v>
                </c:pt>
                <c:pt idx="92">
                  <c:v>0.55607177245744666</c:v>
                </c:pt>
                <c:pt idx="93">
                  <c:v>0.52419192276122317</c:v>
                </c:pt>
                <c:pt idx="94">
                  <c:v>0.5002014158245961</c:v>
                </c:pt>
                <c:pt idx="95">
                  <c:v>0.49356596949357967</c:v>
                </c:pt>
                <c:pt idx="96">
                  <c:v>0.45990507151050719</c:v>
                </c:pt>
                <c:pt idx="97">
                  <c:v>0.42297857557997476</c:v>
                </c:pt>
                <c:pt idx="98">
                  <c:v>0.39844522075987171</c:v>
                </c:pt>
                <c:pt idx="99">
                  <c:v>0.36354600230591311</c:v>
                </c:pt>
                <c:pt idx="100">
                  <c:v>0.30374635489202867</c:v>
                </c:pt>
                <c:pt idx="101">
                  <c:v>0.25286614236783578</c:v>
                </c:pt>
                <c:pt idx="102">
                  <c:v>0.23230229041571188</c:v>
                </c:pt>
                <c:pt idx="103">
                  <c:v>0.17501856383234077</c:v>
                </c:pt>
                <c:pt idx="104">
                  <c:v>0.15248658909316393</c:v>
                </c:pt>
                <c:pt idx="105">
                  <c:v>0.13141715546151322</c:v>
                </c:pt>
                <c:pt idx="106">
                  <c:v>0.12446652807541465</c:v>
                </c:pt>
                <c:pt idx="107">
                  <c:v>0.10969841544557021</c:v>
                </c:pt>
                <c:pt idx="108">
                  <c:v>9.3030496194159762E-2</c:v>
                </c:pt>
                <c:pt idx="109">
                  <c:v>8.4447671320347306E-2</c:v>
                </c:pt>
                <c:pt idx="110">
                  <c:v>5.6698258579606878E-2</c:v>
                </c:pt>
                <c:pt idx="111">
                  <c:v>5.5157093951935139E-2</c:v>
                </c:pt>
                <c:pt idx="112">
                  <c:v>2.3783308679655554E-2</c:v>
                </c:pt>
                <c:pt idx="113">
                  <c:v>-2.932268981451447E-3</c:v>
                </c:pt>
                <c:pt idx="114">
                  <c:v>-1.2517331056929383E-2</c:v>
                </c:pt>
                <c:pt idx="115">
                  <c:v>-2.7361860719210866E-2</c:v>
                </c:pt>
                <c:pt idx="116">
                  <c:v>-3.5538558433953427E-2</c:v>
                </c:pt>
                <c:pt idx="117">
                  <c:v>-2.7881994098886507E-2</c:v>
                </c:pt>
                <c:pt idx="118">
                  <c:v>-2.9152948269646897E-2</c:v>
                </c:pt>
                <c:pt idx="119">
                  <c:v>-3.9326319008006184E-2</c:v>
                </c:pt>
                <c:pt idx="120">
                  <c:v>-4.3933433494793575E-2</c:v>
                </c:pt>
                <c:pt idx="121">
                  <c:v>-3.5670955812520215E-2</c:v>
                </c:pt>
                <c:pt idx="122">
                  <c:v>-2.7390927401761557E-2</c:v>
                </c:pt>
                <c:pt idx="123">
                  <c:v>-5.8618123457834896E-2</c:v>
                </c:pt>
                <c:pt idx="124">
                  <c:v>-5.5348078112030061E-2</c:v>
                </c:pt>
                <c:pt idx="125">
                  <c:v>-5.109311851838598E-2</c:v>
                </c:pt>
                <c:pt idx="126">
                  <c:v>-4.5706458189172204E-2</c:v>
                </c:pt>
                <c:pt idx="127">
                  <c:v>-4.9044883777058026E-2</c:v>
                </c:pt>
                <c:pt idx="128">
                  <c:v>-4.0121404621039816E-2</c:v>
                </c:pt>
                <c:pt idx="129">
                  <c:v>-3.493691145989665E-2</c:v>
                </c:pt>
                <c:pt idx="130">
                  <c:v>-2.3098247326646861E-2</c:v>
                </c:pt>
                <c:pt idx="131">
                  <c:v>-3.6978622045828447E-3</c:v>
                </c:pt>
                <c:pt idx="132">
                  <c:v>1.5178070157596006E-2</c:v>
                </c:pt>
                <c:pt idx="133">
                  <c:v>3.0352386108368649E-2</c:v>
                </c:pt>
                <c:pt idx="134">
                  <c:v>3.9850466291262009E-2</c:v>
                </c:pt>
                <c:pt idx="135">
                  <c:v>5.2244261254114237E-2</c:v>
                </c:pt>
                <c:pt idx="136">
                  <c:v>6.490946888734235E-2</c:v>
                </c:pt>
                <c:pt idx="137">
                  <c:v>8.7982090089589737E-2</c:v>
                </c:pt>
                <c:pt idx="138">
                  <c:v>7.4708557859750238E-2</c:v>
                </c:pt>
                <c:pt idx="139">
                  <c:v>7.6791127676949109E-2</c:v>
                </c:pt>
                <c:pt idx="140">
                  <c:v>7.8985362468731876E-2</c:v>
                </c:pt>
                <c:pt idx="141">
                  <c:v>8.6337773170376428E-2</c:v>
                </c:pt>
                <c:pt idx="142">
                  <c:v>6.8357871798504694E-2</c:v>
                </c:pt>
                <c:pt idx="143">
                  <c:v>8.8605835723685883E-2</c:v>
                </c:pt>
                <c:pt idx="144">
                  <c:v>0.1138848427205754</c:v>
                </c:pt>
                <c:pt idx="145">
                  <c:v>0.14757553400858933</c:v>
                </c:pt>
                <c:pt idx="146">
                  <c:v>0.17971838284788583</c:v>
                </c:pt>
                <c:pt idx="147">
                  <c:v>0.20397871096690873</c:v>
                </c:pt>
                <c:pt idx="148">
                  <c:v>0.20783592193089306</c:v>
                </c:pt>
                <c:pt idx="149">
                  <c:v>0.21810489498595687</c:v>
                </c:pt>
                <c:pt idx="150">
                  <c:v>0.20726954016024138</c:v>
                </c:pt>
                <c:pt idx="151">
                  <c:v>0.2074630280763248</c:v>
                </c:pt>
                <c:pt idx="152">
                  <c:v>0.20511190155464162</c:v>
                </c:pt>
                <c:pt idx="153">
                  <c:v>0.19173907583889657</c:v>
                </c:pt>
                <c:pt idx="154">
                  <c:v>0.17416809450989992</c:v>
                </c:pt>
                <c:pt idx="155">
                  <c:v>0.17299508139847908</c:v>
                </c:pt>
                <c:pt idx="156">
                  <c:v>0.15782692549106125</c:v>
                </c:pt>
                <c:pt idx="157">
                  <c:v>0.16506640913052578</c:v>
                </c:pt>
                <c:pt idx="158">
                  <c:v>0.15124693792658975</c:v>
                </c:pt>
                <c:pt idx="159">
                  <c:v>0.17954072687114833</c:v>
                </c:pt>
                <c:pt idx="160">
                  <c:v>0.19297439074568415</c:v>
                </c:pt>
                <c:pt idx="161">
                  <c:v>0.18283320526254113</c:v>
                </c:pt>
                <c:pt idx="162">
                  <c:v>0.17525767348894428</c:v>
                </c:pt>
                <c:pt idx="163">
                  <c:v>0.19120243247587823</c:v>
                </c:pt>
                <c:pt idx="164">
                  <c:v>0.18109967853699688</c:v>
                </c:pt>
                <c:pt idx="165">
                  <c:v>0.15806524415062084</c:v>
                </c:pt>
                <c:pt idx="166">
                  <c:v>0.15896486312628022</c:v>
                </c:pt>
                <c:pt idx="167">
                  <c:v>0.16633826591007003</c:v>
                </c:pt>
                <c:pt idx="168">
                  <c:v>0.16147903656151752</c:v>
                </c:pt>
                <c:pt idx="169">
                  <c:v>0.15794000351254589</c:v>
                </c:pt>
                <c:pt idx="170">
                  <c:v>0.16196192672226722</c:v>
                </c:pt>
                <c:pt idx="171">
                  <c:v>0.14972545646634053</c:v>
                </c:pt>
                <c:pt idx="172">
                  <c:v>0.12831570314407975</c:v>
                </c:pt>
                <c:pt idx="173">
                  <c:v>0.12419568760489723</c:v>
                </c:pt>
                <c:pt idx="174">
                  <c:v>0.12788758994082131</c:v>
                </c:pt>
                <c:pt idx="175">
                  <c:v>0.14950179849786421</c:v>
                </c:pt>
                <c:pt idx="176">
                  <c:v>0.15534962609472255</c:v>
                </c:pt>
                <c:pt idx="177">
                  <c:v>0.16569244805804401</c:v>
                </c:pt>
                <c:pt idx="178">
                  <c:v>0.15674138786791386</c:v>
                </c:pt>
                <c:pt idx="179">
                  <c:v>0.15863892799270821</c:v>
                </c:pt>
                <c:pt idx="180">
                  <c:v>0.15991950143644021</c:v>
                </c:pt>
                <c:pt idx="181">
                  <c:v>0.16888824825524035</c:v>
                </c:pt>
                <c:pt idx="182">
                  <c:v>0.18388835008005408</c:v>
                </c:pt>
                <c:pt idx="183">
                  <c:v>0.18199409823857693</c:v>
                </c:pt>
                <c:pt idx="184">
                  <c:v>0.17109816594102417</c:v>
                </c:pt>
                <c:pt idx="185">
                  <c:v>0.16288168725701671</c:v>
                </c:pt>
                <c:pt idx="186">
                  <c:v>0.17727911185899781</c:v>
                </c:pt>
                <c:pt idx="187">
                  <c:v>0.16658055206441075</c:v>
                </c:pt>
                <c:pt idx="188">
                  <c:v>0.15176315371785368</c:v>
                </c:pt>
                <c:pt idx="189">
                  <c:v>0.16861541918445141</c:v>
                </c:pt>
                <c:pt idx="190">
                  <c:v>0.19207240898204406</c:v>
                </c:pt>
                <c:pt idx="191">
                  <c:v>0.19253429874762276</c:v>
                </c:pt>
                <c:pt idx="192">
                  <c:v>0.23497345680742895</c:v>
                </c:pt>
                <c:pt idx="193">
                  <c:v>0.26269697684296595</c:v>
                </c:pt>
                <c:pt idx="194">
                  <c:v>0.26964354417781533</c:v>
                </c:pt>
                <c:pt idx="195">
                  <c:v>0.27592721409478843</c:v>
                </c:pt>
                <c:pt idx="196">
                  <c:v>0.28061188114114399</c:v>
                </c:pt>
                <c:pt idx="197">
                  <c:v>0.27874735240932635</c:v>
                </c:pt>
                <c:pt idx="198">
                  <c:v>0.29237728073816405</c:v>
                </c:pt>
                <c:pt idx="199">
                  <c:v>0.29393206542424805</c:v>
                </c:pt>
                <c:pt idx="200">
                  <c:v>0.29394350718731804</c:v>
                </c:pt>
                <c:pt idx="201">
                  <c:v>0.29267726178960629</c:v>
                </c:pt>
                <c:pt idx="202">
                  <c:v>0.2901900334424799</c:v>
                </c:pt>
                <c:pt idx="203">
                  <c:v>0.30373770845241083</c:v>
                </c:pt>
                <c:pt idx="204">
                  <c:v>0.33891838728568791</c:v>
                </c:pt>
                <c:pt idx="205">
                  <c:v>0.36395595252676405</c:v>
                </c:pt>
                <c:pt idx="206">
                  <c:v>0.38683577291858223</c:v>
                </c:pt>
                <c:pt idx="207">
                  <c:v>0.40021207876473669</c:v>
                </c:pt>
                <c:pt idx="208">
                  <c:v>0.41192733287629379</c:v>
                </c:pt>
                <c:pt idx="209">
                  <c:v>0.42481347168667749</c:v>
                </c:pt>
                <c:pt idx="210">
                  <c:v>0.42647391028425918</c:v>
                </c:pt>
                <c:pt idx="211">
                  <c:v>0.43398938270722598</c:v>
                </c:pt>
                <c:pt idx="212">
                  <c:v>0.45167211293064258</c:v>
                </c:pt>
                <c:pt idx="213">
                  <c:v>0.45552958453347786</c:v>
                </c:pt>
                <c:pt idx="214">
                  <c:v>0.44745780598376844</c:v>
                </c:pt>
                <c:pt idx="215">
                  <c:v>0.45657742161066339</c:v>
                </c:pt>
                <c:pt idx="216">
                  <c:v>0.47355925967645329</c:v>
                </c:pt>
                <c:pt idx="217">
                  <c:v>0.48076128781287114</c:v>
                </c:pt>
                <c:pt idx="218">
                  <c:v>0.51230776524854493</c:v>
                </c:pt>
                <c:pt idx="219">
                  <c:v>0.53874594279366206</c:v>
                </c:pt>
                <c:pt idx="220">
                  <c:v>0.56074154526662034</c:v>
                </c:pt>
                <c:pt idx="221">
                  <c:v>0.60116259319746745</c:v>
                </c:pt>
                <c:pt idx="222">
                  <c:v>0.66490066258931224</c:v>
                </c:pt>
                <c:pt idx="223">
                  <c:v>0.74022689878835102</c:v>
                </c:pt>
                <c:pt idx="224">
                  <c:v>0.80311073006197375</c:v>
                </c:pt>
                <c:pt idx="225">
                  <c:v>0.83742328654650744</c:v>
                </c:pt>
                <c:pt idx="226">
                  <c:v>0.88243904065418077</c:v>
                </c:pt>
                <c:pt idx="227">
                  <c:v>0.92870658713531651</c:v>
                </c:pt>
                <c:pt idx="228">
                  <c:v>0.98594178037861391</c:v>
                </c:pt>
                <c:pt idx="229">
                  <c:v>1.0392729689852058</c:v>
                </c:pt>
                <c:pt idx="230">
                  <c:v>1.0789968713314093</c:v>
                </c:pt>
                <c:pt idx="231">
                  <c:v>1.1399897216732826</c:v>
                </c:pt>
                <c:pt idx="232">
                  <c:v>1.2351178144676063</c:v>
                </c:pt>
                <c:pt idx="233">
                  <c:v>1.3341851580782045</c:v>
                </c:pt>
                <c:pt idx="234">
                  <c:v>1.4153645092050218</c:v>
                </c:pt>
                <c:pt idx="235">
                  <c:v>1.4997738459767112</c:v>
                </c:pt>
                <c:pt idx="236">
                  <c:v>1.5703854711170131</c:v>
                </c:pt>
                <c:pt idx="237">
                  <c:v>1.6329427540068346</c:v>
                </c:pt>
                <c:pt idx="238">
                  <c:v>1.6862690178547597</c:v>
                </c:pt>
                <c:pt idx="239">
                  <c:v>1.7254280828779485</c:v>
                </c:pt>
                <c:pt idx="240">
                  <c:v>1.735145806848676</c:v>
                </c:pt>
                <c:pt idx="241">
                  <c:v>1.7349493239063694</c:v>
                </c:pt>
                <c:pt idx="242">
                  <c:v>1.7437774840964129</c:v>
                </c:pt>
                <c:pt idx="243">
                  <c:v>1.7335999941227007</c:v>
                </c:pt>
                <c:pt idx="244">
                  <c:v>1.7280714516313194</c:v>
                </c:pt>
                <c:pt idx="245">
                  <c:v>1.736388655337582</c:v>
                </c:pt>
                <c:pt idx="246">
                  <c:v>1.7555047940832842</c:v>
                </c:pt>
                <c:pt idx="247">
                  <c:v>1.7633413358207808</c:v>
                </c:pt>
                <c:pt idx="248">
                  <c:v>1.7730757767490481</c:v>
                </c:pt>
                <c:pt idx="249">
                  <c:v>1.760816299521017</c:v>
                </c:pt>
                <c:pt idx="250">
                  <c:v>1.7416149693376182</c:v>
                </c:pt>
                <c:pt idx="251">
                  <c:v>1.7136914018700051</c:v>
                </c:pt>
                <c:pt idx="252">
                  <c:v>1.6608779898163804</c:v>
                </c:pt>
                <c:pt idx="253">
                  <c:v>1.5881652775813431</c:v>
                </c:pt>
                <c:pt idx="254">
                  <c:v>1.510391400088076</c:v>
                </c:pt>
                <c:pt idx="255">
                  <c:v>1.4436614982108351</c:v>
                </c:pt>
                <c:pt idx="256">
                  <c:v>1.3833403556923991</c:v>
                </c:pt>
                <c:pt idx="257">
                  <c:v>1.3446026852896782</c:v>
                </c:pt>
                <c:pt idx="258">
                  <c:v>1.3280213214927616</c:v>
                </c:pt>
                <c:pt idx="259">
                  <c:v>1.2967559109560236</c:v>
                </c:pt>
                <c:pt idx="260">
                  <c:v>1.2746123643360638</c:v>
                </c:pt>
                <c:pt idx="261">
                  <c:v>1.2723959910078038</c:v>
                </c:pt>
                <c:pt idx="262">
                  <c:v>1.2896534416544359</c:v>
                </c:pt>
                <c:pt idx="263">
                  <c:v>1.2865534108808747</c:v>
                </c:pt>
                <c:pt idx="264">
                  <c:v>1.2543889920404256</c:v>
                </c:pt>
                <c:pt idx="265">
                  <c:v>1.2057068922161904</c:v>
                </c:pt>
                <c:pt idx="266">
                  <c:v>1.112535450077111</c:v>
                </c:pt>
                <c:pt idx="267">
                  <c:v>1.0216162837412928</c:v>
                </c:pt>
                <c:pt idx="268">
                  <c:v>0.93717180133361666</c:v>
                </c:pt>
                <c:pt idx="269">
                  <c:v>0.83887099719731617</c:v>
                </c:pt>
                <c:pt idx="270">
                  <c:v>0.74508671878346644</c:v>
                </c:pt>
                <c:pt idx="271">
                  <c:v>0.65069648930113821</c:v>
                </c:pt>
                <c:pt idx="272">
                  <c:v>0.56894645201285599</c:v>
                </c:pt>
                <c:pt idx="273">
                  <c:v>0.5129276357609126</c:v>
                </c:pt>
                <c:pt idx="274">
                  <c:v>0.44783724018236665</c:v>
                </c:pt>
                <c:pt idx="275">
                  <c:v>0.38531357412687983</c:v>
                </c:pt>
                <c:pt idx="276">
                  <c:v>0.32565233941587923</c:v>
                </c:pt>
                <c:pt idx="277">
                  <c:v>0.28554652356088722</c:v>
                </c:pt>
                <c:pt idx="278">
                  <c:v>0.23678300592838764</c:v>
                </c:pt>
                <c:pt idx="279">
                  <c:v>0.17804490078599036</c:v>
                </c:pt>
                <c:pt idx="280">
                  <c:v>0.15156763409890681</c:v>
                </c:pt>
                <c:pt idx="281">
                  <c:v>0.13075747310919553</c:v>
                </c:pt>
                <c:pt idx="282">
                  <c:v>0.11915093235038392</c:v>
                </c:pt>
                <c:pt idx="283">
                  <c:v>0.11214280690808533</c:v>
                </c:pt>
                <c:pt idx="284">
                  <c:v>8.531887856410944E-2</c:v>
                </c:pt>
                <c:pt idx="285">
                  <c:v>8.508562398232089E-2</c:v>
                </c:pt>
                <c:pt idx="286">
                  <c:v>0.10574294680085211</c:v>
                </c:pt>
                <c:pt idx="287">
                  <c:v>0.18022544587921704</c:v>
                </c:pt>
                <c:pt idx="288">
                  <c:v>0.25178171704559182</c:v>
                </c:pt>
                <c:pt idx="289">
                  <c:v>0.32473624355984143</c:v>
                </c:pt>
                <c:pt idx="290">
                  <c:v>0.3987432982901396</c:v>
                </c:pt>
                <c:pt idx="291">
                  <c:v>0.46557741654000084</c:v>
                </c:pt>
                <c:pt idx="292">
                  <c:v>0.53944755885412254</c:v>
                </c:pt>
                <c:pt idx="293">
                  <c:v>0.6206112894219068</c:v>
                </c:pt>
                <c:pt idx="294">
                  <c:v>0.67439910466748376</c:v>
                </c:pt>
                <c:pt idx="295">
                  <c:v>0.72082798365531708</c:v>
                </c:pt>
                <c:pt idx="296">
                  <c:v>0.75571672838442672</c:v>
                </c:pt>
                <c:pt idx="297">
                  <c:v>0.79275819648887746</c:v>
                </c:pt>
                <c:pt idx="298">
                  <c:v>0.81454536698415059</c:v>
                </c:pt>
                <c:pt idx="299">
                  <c:v>0.83177050040581602</c:v>
                </c:pt>
                <c:pt idx="300">
                  <c:v>0.84270515545018909</c:v>
                </c:pt>
                <c:pt idx="301">
                  <c:v>0.86041145706026689</c:v>
                </c:pt>
                <c:pt idx="302">
                  <c:v>0.88198556140400919</c:v>
                </c:pt>
                <c:pt idx="303">
                  <c:v>0.88572952675656269</c:v>
                </c:pt>
                <c:pt idx="304">
                  <c:v>0.88118909365727227</c:v>
                </c:pt>
                <c:pt idx="305">
                  <c:v>0.88806492287814942</c:v>
                </c:pt>
                <c:pt idx="306">
                  <c:v>0.89572450607423126</c:v>
                </c:pt>
                <c:pt idx="307">
                  <c:v>0.90405157414652704</c:v>
                </c:pt>
                <c:pt idx="308">
                  <c:v>0.91069963348327543</c:v>
                </c:pt>
                <c:pt idx="309">
                  <c:v>0.91768300851016749</c:v>
                </c:pt>
                <c:pt idx="310">
                  <c:v>0.91439552620815678</c:v>
                </c:pt>
                <c:pt idx="311">
                  <c:v>0.93093139728680474</c:v>
                </c:pt>
                <c:pt idx="312">
                  <c:v>0.9440203498637495</c:v>
                </c:pt>
                <c:pt idx="313">
                  <c:v>0.97979969562673341</c:v>
                </c:pt>
                <c:pt idx="314">
                  <c:v>1.0181429677985658</c:v>
                </c:pt>
                <c:pt idx="315">
                  <c:v>1.064412122949868</c:v>
                </c:pt>
                <c:pt idx="316">
                  <c:v>1.1430191639757541</c:v>
                </c:pt>
                <c:pt idx="317">
                  <c:v>1.1909089129629029</c:v>
                </c:pt>
                <c:pt idx="318">
                  <c:v>1.2545549517139039</c:v>
                </c:pt>
                <c:pt idx="319">
                  <c:v>1.3111651920379486</c:v>
                </c:pt>
                <c:pt idx="320">
                  <c:v>1.3621105719115159</c:v>
                </c:pt>
                <c:pt idx="321">
                  <c:v>1.3979539469285833</c:v>
                </c:pt>
                <c:pt idx="322">
                  <c:v>1.4209877600695036</c:v>
                </c:pt>
                <c:pt idx="323">
                  <c:v>1.4285346555795106</c:v>
                </c:pt>
                <c:pt idx="324">
                  <c:v>1.463446243783165</c:v>
                </c:pt>
                <c:pt idx="325">
                  <c:v>1.5025565160418479</c:v>
                </c:pt>
                <c:pt idx="326">
                  <c:v>1.5410177642136194</c:v>
                </c:pt>
                <c:pt idx="327">
                  <c:v>1.582019554909611</c:v>
                </c:pt>
                <c:pt idx="328">
                  <c:v>1.5992172420357116</c:v>
                </c:pt>
                <c:pt idx="329">
                  <c:v>1.6088297422626474</c:v>
                </c:pt>
                <c:pt idx="330">
                  <c:v>1.621305039995335</c:v>
                </c:pt>
                <c:pt idx="331">
                  <c:v>1.6439825707715834</c:v>
                </c:pt>
                <c:pt idx="332">
                  <c:v>1.662193652651734</c:v>
                </c:pt>
                <c:pt idx="333">
                  <c:v>1.6876124500176191</c:v>
                </c:pt>
                <c:pt idx="334">
                  <c:v>1.6950414172445964</c:v>
                </c:pt>
                <c:pt idx="335">
                  <c:v>1.713715885536514</c:v>
                </c:pt>
                <c:pt idx="336">
                  <c:v>1.7210689185243073</c:v>
                </c:pt>
                <c:pt idx="337">
                  <c:v>1.7102458873089026</c:v>
                </c:pt>
                <c:pt idx="338">
                  <c:v>1.7452548237202727</c:v>
                </c:pt>
                <c:pt idx="339">
                  <c:v>1.7626130513408793</c:v>
                </c:pt>
                <c:pt idx="340">
                  <c:v>1.7736553082588264</c:v>
                </c:pt>
                <c:pt idx="341">
                  <c:v>1.7871655649702625</c:v>
                </c:pt>
                <c:pt idx="342">
                  <c:v>1.7996100729519202</c:v>
                </c:pt>
                <c:pt idx="343">
                  <c:v>1.8103917424925051</c:v>
                </c:pt>
                <c:pt idx="344">
                  <c:v>1.787744774390692</c:v>
                </c:pt>
                <c:pt idx="345">
                  <c:v>1.740049574635294</c:v>
                </c:pt>
                <c:pt idx="346">
                  <c:v>1.6904035723683715</c:v>
                </c:pt>
                <c:pt idx="347">
                  <c:v>1.6488844871787387</c:v>
                </c:pt>
                <c:pt idx="348">
                  <c:v>1.5981301662612046</c:v>
                </c:pt>
                <c:pt idx="349">
                  <c:v>1.5578380519259025</c:v>
                </c:pt>
                <c:pt idx="350">
                  <c:v>1.5241608439071967</c:v>
                </c:pt>
                <c:pt idx="351">
                  <c:v>1.4927354695518429</c:v>
                </c:pt>
                <c:pt idx="352">
                  <c:v>1.463882733769704</c:v>
                </c:pt>
                <c:pt idx="353">
                  <c:v>1.4250668051950226</c:v>
                </c:pt>
                <c:pt idx="354">
                  <c:v>1.3978492524037429</c:v>
                </c:pt>
                <c:pt idx="355">
                  <c:v>1.3657025625947719</c:v>
                </c:pt>
                <c:pt idx="356">
                  <c:v>1.3023141369954567</c:v>
                </c:pt>
                <c:pt idx="357">
                  <c:v>1.259610461713865</c:v>
                </c:pt>
                <c:pt idx="358">
                  <c:v>1.2027151807114831</c:v>
                </c:pt>
                <c:pt idx="359">
                  <c:v>1.1381378688959485</c:v>
                </c:pt>
                <c:pt idx="360">
                  <c:v>1.1003271768744936</c:v>
                </c:pt>
                <c:pt idx="361">
                  <c:v>1.0670943096928041</c:v>
                </c:pt>
                <c:pt idx="362">
                  <c:v>1.0420247572018555</c:v>
                </c:pt>
                <c:pt idx="363">
                  <c:v>1.0222130520533406</c:v>
                </c:pt>
                <c:pt idx="364">
                  <c:v>1.0034487459915733</c:v>
                </c:pt>
                <c:pt idx="365">
                  <c:v>1.0117084045235696</c:v>
                </c:pt>
                <c:pt idx="366">
                  <c:v>1.0348171041091918</c:v>
                </c:pt>
                <c:pt idx="367">
                  <c:v>1.0478296437642298</c:v>
                </c:pt>
                <c:pt idx="368">
                  <c:v>1.044468853409783</c:v>
                </c:pt>
                <c:pt idx="369">
                  <c:v>1.054188939268405</c:v>
                </c:pt>
                <c:pt idx="370">
                  <c:v>1.0515250993690506</c:v>
                </c:pt>
                <c:pt idx="371">
                  <c:v>1.0462359887294645</c:v>
                </c:pt>
                <c:pt idx="372">
                  <c:v>1.0411367812591767</c:v>
                </c:pt>
                <c:pt idx="373">
                  <c:v>1.0544844977638805</c:v>
                </c:pt>
                <c:pt idx="374">
                  <c:v>1.0617175838020454</c:v>
                </c:pt>
                <c:pt idx="375">
                  <c:v>1.060804272665397</c:v>
                </c:pt>
                <c:pt idx="376">
                  <c:v>1.0567332926741728</c:v>
                </c:pt>
                <c:pt idx="377">
                  <c:v>1.0596176146748033</c:v>
                </c:pt>
                <c:pt idx="378">
                  <c:v>1.0399669573412627</c:v>
                </c:pt>
                <c:pt idx="379">
                  <c:v>1.0327794554395497</c:v>
                </c:pt>
                <c:pt idx="380">
                  <c:v>1.0180411558897566</c:v>
                </c:pt>
                <c:pt idx="381">
                  <c:v>0.97027167270330428</c:v>
                </c:pt>
                <c:pt idx="382">
                  <c:v>0.91974490475753612</c:v>
                </c:pt>
                <c:pt idx="383">
                  <c:v>0.8674531901535788</c:v>
                </c:pt>
                <c:pt idx="384">
                  <c:v>0.82390114731552311</c:v>
                </c:pt>
                <c:pt idx="385">
                  <c:v>0.78690834563939593</c:v>
                </c:pt>
                <c:pt idx="386">
                  <c:v>0.7519821598715174</c:v>
                </c:pt>
                <c:pt idx="387">
                  <c:v>0.70926948624722785</c:v>
                </c:pt>
                <c:pt idx="388">
                  <c:v>0.68006566717600703</c:v>
                </c:pt>
                <c:pt idx="389">
                  <c:v>0.64935056651692014</c:v>
                </c:pt>
                <c:pt idx="390">
                  <c:v>0.60857602935402733</c:v>
                </c:pt>
                <c:pt idx="391">
                  <c:v>0.57284516864724067</c:v>
                </c:pt>
                <c:pt idx="392">
                  <c:v>0.54296033941993604</c:v>
                </c:pt>
                <c:pt idx="393">
                  <c:v>0.51961285662800372</c:v>
                </c:pt>
                <c:pt idx="394">
                  <c:v>0.46061425758498098</c:v>
                </c:pt>
                <c:pt idx="395">
                  <c:v>0.42103145522258806</c:v>
                </c:pt>
                <c:pt idx="396">
                  <c:v>0.36549601631128104</c:v>
                </c:pt>
                <c:pt idx="397">
                  <c:v>0.30379815789654263</c:v>
                </c:pt>
                <c:pt idx="398">
                  <c:v>0.24551796231132941</c:v>
                </c:pt>
                <c:pt idx="399">
                  <c:v>0.20631836779850138</c:v>
                </c:pt>
                <c:pt idx="400">
                  <c:v>0.18943237890881517</c:v>
                </c:pt>
                <c:pt idx="401">
                  <c:v>0.14959907878641202</c:v>
                </c:pt>
                <c:pt idx="402">
                  <c:v>0.12393402891530637</c:v>
                </c:pt>
                <c:pt idx="403">
                  <c:v>8.1177443498798005E-2</c:v>
                </c:pt>
                <c:pt idx="404">
                  <c:v>3.7467556137699205E-2</c:v>
                </c:pt>
                <c:pt idx="405">
                  <c:v>1.200149565011871E-2</c:v>
                </c:pt>
                <c:pt idx="406">
                  <c:v>-2.195868258850598E-2</c:v>
                </c:pt>
                <c:pt idx="407">
                  <c:v>-4.9877979279786516E-2</c:v>
                </c:pt>
                <c:pt idx="408">
                  <c:v>-7.893108968421772E-2</c:v>
                </c:pt>
                <c:pt idx="409">
                  <c:v>-0.10660344052525622</c:v>
                </c:pt>
                <c:pt idx="410">
                  <c:v>-0.10980019284453428</c:v>
                </c:pt>
                <c:pt idx="411">
                  <c:v>-0.11055921519110722</c:v>
                </c:pt>
                <c:pt idx="412">
                  <c:v>-0.10151026455723959</c:v>
                </c:pt>
                <c:pt idx="413">
                  <c:v>-8.9006095787362835E-2</c:v>
                </c:pt>
                <c:pt idx="414">
                  <c:v>-7.2650954452092409E-2</c:v>
                </c:pt>
                <c:pt idx="415">
                  <c:v>-4.5356788355678891E-2</c:v>
                </c:pt>
                <c:pt idx="416">
                  <c:v>-4.6864401319770488E-2</c:v>
                </c:pt>
                <c:pt idx="417">
                  <c:v>-1.8524774310752366E-2</c:v>
                </c:pt>
                <c:pt idx="418">
                  <c:v>1.2474689710592129E-2</c:v>
                </c:pt>
                <c:pt idx="419">
                  <c:v>5.3687587351578761E-2</c:v>
                </c:pt>
                <c:pt idx="420">
                  <c:v>7.5225868328302387E-2</c:v>
                </c:pt>
                <c:pt idx="421">
                  <c:v>5.5529451463914498E-2</c:v>
                </c:pt>
                <c:pt idx="422">
                  <c:v>5.3324085665267619E-2</c:v>
                </c:pt>
                <c:pt idx="423">
                  <c:v>6.7414627401939917E-2</c:v>
                </c:pt>
                <c:pt idx="424">
                  <c:v>9.9569212069401961E-2</c:v>
                </c:pt>
                <c:pt idx="425">
                  <c:v>0.16365756878725379</c:v>
                </c:pt>
                <c:pt idx="426">
                  <c:v>0.2238481198364452</c:v>
                </c:pt>
                <c:pt idx="427">
                  <c:v>0.29227939134880848</c:v>
                </c:pt>
                <c:pt idx="428">
                  <c:v>0.37062012529595767</c:v>
                </c:pt>
                <c:pt idx="429">
                  <c:v>0.43473540144825423</c:v>
                </c:pt>
                <c:pt idx="430">
                  <c:v>0.48089731709160632</c:v>
                </c:pt>
                <c:pt idx="431">
                  <c:v>0.52960494817019099</c:v>
                </c:pt>
                <c:pt idx="432">
                  <c:v>0.57904451206809426</c:v>
                </c:pt>
                <c:pt idx="433">
                  <c:v>0.61528241458497857</c:v>
                </c:pt>
                <c:pt idx="434">
                  <c:v>0.64588621701356619</c:v>
                </c:pt>
                <c:pt idx="435">
                  <c:v>0.67390347179145638</c:v>
                </c:pt>
                <c:pt idx="436">
                  <c:v>0.68513728782524308</c:v>
                </c:pt>
                <c:pt idx="437">
                  <c:v>0.73849779985125108</c:v>
                </c:pt>
                <c:pt idx="438">
                  <c:v>0.76851373203030238</c:v>
                </c:pt>
                <c:pt idx="439">
                  <c:v>0.80303527897095628</c:v>
                </c:pt>
                <c:pt idx="440">
                  <c:v>0.81811372717482478</c:v>
                </c:pt>
                <c:pt idx="441">
                  <c:v>0.83056417250032666</c:v>
                </c:pt>
                <c:pt idx="442">
                  <c:v>0.87391842384753571</c:v>
                </c:pt>
                <c:pt idx="443">
                  <c:v>0.90797359327799532</c:v>
                </c:pt>
                <c:pt idx="444">
                  <c:v>0.92449807201688905</c:v>
                </c:pt>
                <c:pt idx="445">
                  <c:v>0.95653991751260747</c:v>
                </c:pt>
                <c:pt idx="446">
                  <c:v>0.95241836735126373</c:v>
                </c:pt>
                <c:pt idx="447">
                  <c:v>0.93114137220468651</c:v>
                </c:pt>
                <c:pt idx="448">
                  <c:v>0.91447863516676375</c:v>
                </c:pt>
                <c:pt idx="449">
                  <c:v>0.90069338972232738</c:v>
                </c:pt>
                <c:pt idx="450">
                  <c:v>0.86823649165705452</c:v>
                </c:pt>
                <c:pt idx="451">
                  <c:v>0.84865647202648697</c:v>
                </c:pt>
                <c:pt idx="452">
                  <c:v>0.80646131279649291</c:v>
                </c:pt>
                <c:pt idx="453">
                  <c:v>0.72919820900447185</c:v>
                </c:pt>
                <c:pt idx="454">
                  <c:v>0.64655365441300727</c:v>
                </c:pt>
                <c:pt idx="455">
                  <c:v>0.55769446059858885</c:v>
                </c:pt>
                <c:pt idx="456">
                  <c:v>0.44763053848620848</c:v>
                </c:pt>
                <c:pt idx="457">
                  <c:v>0.35276705204500636</c:v>
                </c:pt>
                <c:pt idx="458">
                  <c:v>0.22764191196705996</c:v>
                </c:pt>
                <c:pt idx="459">
                  <c:v>0.1209128856537687</c:v>
                </c:pt>
                <c:pt idx="460">
                  <c:v>3.190630472268717E-2</c:v>
                </c:pt>
                <c:pt idx="461">
                  <c:v>-3.1028825798029951E-2</c:v>
                </c:pt>
                <c:pt idx="462">
                  <c:v>-7.131602948325784E-2</c:v>
                </c:pt>
                <c:pt idx="463">
                  <c:v>-0.12511769879930421</c:v>
                </c:pt>
                <c:pt idx="464">
                  <c:v>-0.1651918453461351</c:v>
                </c:pt>
                <c:pt idx="465">
                  <c:v>-0.23603943562965191</c:v>
                </c:pt>
                <c:pt idx="466">
                  <c:v>-0.281337443516605</c:v>
                </c:pt>
                <c:pt idx="467">
                  <c:v>-0.33635006009907154</c:v>
                </c:pt>
                <c:pt idx="468">
                  <c:v>-0.37387306134595955</c:v>
                </c:pt>
                <c:pt idx="469">
                  <c:v>-0.41714547736729707</c:v>
                </c:pt>
                <c:pt idx="470">
                  <c:v>-0.48972472592968874</c:v>
                </c:pt>
                <c:pt idx="471">
                  <c:v>-0.5472209607144759</c:v>
                </c:pt>
                <c:pt idx="472">
                  <c:v>-0.59185508122206076</c:v>
                </c:pt>
                <c:pt idx="473">
                  <c:v>-0.60217173785832878</c:v>
                </c:pt>
                <c:pt idx="474">
                  <c:v>-0.57241413992302714</c:v>
                </c:pt>
                <c:pt idx="475">
                  <c:v>-0.5401155508395401</c:v>
                </c:pt>
                <c:pt idx="476">
                  <c:v>-0.51146881991185511</c:v>
                </c:pt>
                <c:pt idx="477">
                  <c:v>-0.46693226578549896</c:v>
                </c:pt>
                <c:pt idx="478">
                  <c:v>-0.39909248582455176</c:v>
                </c:pt>
                <c:pt idx="479">
                  <c:v>-0.32958768694821694</c:v>
                </c:pt>
                <c:pt idx="480">
                  <c:v>-0.26728405584282666</c:v>
                </c:pt>
                <c:pt idx="481">
                  <c:v>-0.22066141137444739</c:v>
                </c:pt>
                <c:pt idx="482">
                  <c:v>-0.18596743473871241</c:v>
                </c:pt>
                <c:pt idx="483">
                  <c:v>-0.16048434105837558</c:v>
                </c:pt>
                <c:pt idx="484">
                  <c:v>-0.139005504393548</c:v>
                </c:pt>
                <c:pt idx="485">
                  <c:v>-0.10365826022380766</c:v>
                </c:pt>
                <c:pt idx="486">
                  <c:v>-4.2897012911671091E-2</c:v>
                </c:pt>
                <c:pt idx="487">
                  <c:v>-1.3630911261349007E-2</c:v>
                </c:pt>
                <c:pt idx="488">
                  <c:v>2.4586135330968109E-2</c:v>
                </c:pt>
                <c:pt idx="489">
                  <c:v>4.8597931760104018E-2</c:v>
                </c:pt>
                <c:pt idx="490">
                  <c:v>6.7544441032030986E-2</c:v>
                </c:pt>
                <c:pt idx="491">
                  <c:v>0.11993027777314139</c:v>
                </c:pt>
                <c:pt idx="492">
                  <c:v>0.14624259538866044</c:v>
                </c:pt>
                <c:pt idx="493">
                  <c:v>0.1592708739631</c:v>
                </c:pt>
                <c:pt idx="494">
                  <c:v>0.13876093327164871</c:v>
                </c:pt>
                <c:pt idx="495">
                  <c:v>0.10871519719876416</c:v>
                </c:pt>
                <c:pt idx="496">
                  <c:v>9.4620386301578749E-2</c:v>
                </c:pt>
                <c:pt idx="497">
                  <c:v>8.3072528920531727E-2</c:v>
                </c:pt>
                <c:pt idx="498">
                  <c:v>7.6741959690026409E-2</c:v>
                </c:pt>
                <c:pt idx="499">
                  <c:v>3.1499734617990972E-2</c:v>
                </c:pt>
                <c:pt idx="500">
                  <c:v>-1.8196986119300689E-2</c:v>
                </c:pt>
                <c:pt idx="501">
                  <c:v>-4.4392249457349396E-2</c:v>
                </c:pt>
                <c:pt idx="502">
                  <c:v>-5.6490596004915482E-2</c:v>
                </c:pt>
                <c:pt idx="503">
                  <c:v>-6.2746725284576671E-2</c:v>
                </c:pt>
                <c:pt idx="504">
                  <c:v>-5.9214459759592226E-2</c:v>
                </c:pt>
                <c:pt idx="505">
                  <c:v>-3.6111147471704637E-2</c:v>
                </c:pt>
                <c:pt idx="506">
                  <c:v>-2.5541636106412129E-2</c:v>
                </c:pt>
                <c:pt idx="507">
                  <c:v>-7.1248375601511878E-3</c:v>
                </c:pt>
                <c:pt idx="508">
                  <c:v>1.7779412504747336E-2</c:v>
                </c:pt>
                <c:pt idx="509">
                  <c:v>4.2681958566038194E-2</c:v>
                </c:pt>
                <c:pt idx="510">
                  <c:v>6.2523210091255957E-2</c:v>
                </c:pt>
                <c:pt idx="511">
                  <c:v>7.8056186747364711E-2</c:v>
                </c:pt>
                <c:pt idx="512">
                  <c:v>7.6948172886500771E-2</c:v>
                </c:pt>
                <c:pt idx="513">
                  <c:v>0.10246984631575196</c:v>
                </c:pt>
                <c:pt idx="514">
                  <c:v>0.12439448908449824</c:v>
                </c:pt>
                <c:pt idx="515">
                  <c:v>0.16474355430456142</c:v>
                </c:pt>
                <c:pt idx="516">
                  <c:v>0.2328788567468639</c:v>
                </c:pt>
                <c:pt idx="517">
                  <c:v>0.3086879984187848</c:v>
                </c:pt>
                <c:pt idx="518">
                  <c:v>0.38157373665471295</c:v>
                </c:pt>
                <c:pt idx="519">
                  <c:v>0.44985684948304544</c:v>
                </c:pt>
                <c:pt idx="520">
                  <c:v>0.54842146806636494</c:v>
                </c:pt>
                <c:pt idx="521">
                  <c:v>0.65329706896792283</c:v>
                </c:pt>
                <c:pt idx="522">
                  <c:v>0.7271208265119331</c:v>
                </c:pt>
                <c:pt idx="523">
                  <c:v>0.7935539753500428</c:v>
                </c:pt>
                <c:pt idx="524">
                  <c:v>0.84614262637073701</c:v>
                </c:pt>
                <c:pt idx="525">
                  <c:v>0.88468117094758303</c:v>
                </c:pt>
                <c:pt idx="526">
                  <c:v>0.88972325003316399</c:v>
                </c:pt>
                <c:pt idx="527">
                  <c:v>0.91397199792021266</c:v>
                </c:pt>
                <c:pt idx="528">
                  <c:v>0.92987468502004267</c:v>
                </c:pt>
                <c:pt idx="529">
                  <c:v>0.94713558907134476</c:v>
                </c:pt>
                <c:pt idx="530">
                  <c:v>0.96823655032578115</c:v>
                </c:pt>
                <c:pt idx="531">
                  <c:v>0.99907269750308103</c:v>
                </c:pt>
                <c:pt idx="532">
                  <c:v>1.0338534518789095</c:v>
                </c:pt>
                <c:pt idx="533">
                  <c:v>1.0179550833768347</c:v>
                </c:pt>
                <c:pt idx="534">
                  <c:v>1.061465851929295</c:v>
                </c:pt>
                <c:pt idx="535">
                  <c:v>1.0816191630992706</c:v>
                </c:pt>
                <c:pt idx="536">
                  <c:v>1.0991312870257317</c:v>
                </c:pt>
                <c:pt idx="537">
                  <c:v>1.0996494259164786</c:v>
                </c:pt>
                <c:pt idx="538">
                  <c:v>1.0894328510219959</c:v>
                </c:pt>
                <c:pt idx="539">
                  <c:v>1.0791690060039842</c:v>
                </c:pt>
                <c:pt idx="540">
                  <c:v>1.0611030418431984</c:v>
                </c:pt>
                <c:pt idx="541">
                  <c:v>1.037994860116362</c:v>
                </c:pt>
                <c:pt idx="542">
                  <c:v>1.0238240619678225</c:v>
                </c:pt>
                <c:pt idx="543">
                  <c:v>1.0197942078849975</c:v>
                </c:pt>
                <c:pt idx="544">
                  <c:v>1.0125925417188701</c:v>
                </c:pt>
                <c:pt idx="545">
                  <c:v>1.0252719205546168</c:v>
                </c:pt>
                <c:pt idx="546">
                  <c:v>1.0403670134659546</c:v>
                </c:pt>
                <c:pt idx="547">
                  <c:v>1.0455032194351592</c:v>
                </c:pt>
                <c:pt idx="548">
                  <c:v>1.0394801861659846</c:v>
                </c:pt>
                <c:pt idx="549">
                  <c:v>1.0513823768710329</c:v>
                </c:pt>
                <c:pt idx="550">
                  <c:v>1.0503650642665101</c:v>
                </c:pt>
                <c:pt idx="551">
                  <c:v>1.0450835917072421</c:v>
                </c:pt>
                <c:pt idx="552">
                  <c:v>1.020488417919841</c:v>
                </c:pt>
                <c:pt idx="553">
                  <c:v>1.010266749191439</c:v>
                </c:pt>
                <c:pt idx="554">
                  <c:v>1.0535949808960774</c:v>
                </c:pt>
                <c:pt idx="555">
                  <c:v>1.0594978839961946</c:v>
                </c:pt>
                <c:pt idx="556">
                  <c:v>1.1395264642855836</c:v>
                </c:pt>
                <c:pt idx="557">
                  <c:v>1.2247814668426402</c:v>
                </c:pt>
                <c:pt idx="558">
                  <c:v>1.2993180901838284</c:v>
                </c:pt>
                <c:pt idx="559">
                  <c:v>1.3570205620399203</c:v>
                </c:pt>
                <c:pt idx="560">
                  <c:v>1.4238331001644857</c:v>
                </c:pt>
                <c:pt idx="561">
                  <c:v>1.4676517810679284</c:v>
                </c:pt>
                <c:pt idx="562">
                  <c:v>1.4816535569384905</c:v>
                </c:pt>
                <c:pt idx="563">
                  <c:v>1.4811832546962864</c:v>
                </c:pt>
                <c:pt idx="564">
                  <c:v>1.4627121464654027</c:v>
                </c:pt>
                <c:pt idx="565">
                  <c:v>1.466510886967322</c:v>
                </c:pt>
                <c:pt idx="566">
                  <c:v>1.4507154161547768</c:v>
                </c:pt>
                <c:pt idx="567">
                  <c:v>1.4304327433385475</c:v>
                </c:pt>
                <c:pt idx="568">
                  <c:v>1.4257934343941687</c:v>
                </c:pt>
                <c:pt idx="569">
                  <c:v>1.4176761909667461</c:v>
                </c:pt>
                <c:pt idx="570">
                  <c:v>1.401516274913871</c:v>
                </c:pt>
                <c:pt idx="571">
                  <c:v>1.3464494704846854</c:v>
                </c:pt>
                <c:pt idx="572">
                  <c:v>1.3046349018201362</c:v>
                </c:pt>
                <c:pt idx="573">
                  <c:v>1.2832768839147388</c:v>
                </c:pt>
                <c:pt idx="574">
                  <c:v>1.2627207777196658</c:v>
                </c:pt>
                <c:pt idx="575">
                  <c:v>1.2503710655735891</c:v>
                </c:pt>
                <c:pt idx="576">
                  <c:v>1.2262193344426688</c:v>
                </c:pt>
                <c:pt idx="577">
                  <c:v>1.1397367273507943</c:v>
                </c:pt>
                <c:pt idx="578">
                  <c:v>1.036146287775392</c:v>
                </c:pt>
                <c:pt idx="579">
                  <c:v>0.92301649978141354</c:v>
                </c:pt>
                <c:pt idx="580">
                  <c:v>0.82919098847280814</c:v>
                </c:pt>
                <c:pt idx="581">
                  <c:v>0.72610169364539445</c:v>
                </c:pt>
                <c:pt idx="582">
                  <c:v>0.66612541113992307</c:v>
                </c:pt>
                <c:pt idx="583">
                  <c:v>0.61457309847433317</c:v>
                </c:pt>
                <c:pt idx="584">
                  <c:v>0.56532544051643574</c:v>
                </c:pt>
                <c:pt idx="585">
                  <c:v>0.5397351092654129</c:v>
                </c:pt>
                <c:pt idx="586">
                  <c:v>0.47910825246573935</c:v>
                </c:pt>
                <c:pt idx="587">
                  <c:v>0.4078417952056298</c:v>
                </c:pt>
                <c:pt idx="588">
                  <c:v>0.34713671414222785</c:v>
                </c:pt>
                <c:pt idx="589">
                  <c:v>0.29784011469581867</c:v>
                </c:pt>
                <c:pt idx="590">
                  <c:v>0.26398323347749958</c:v>
                </c:pt>
                <c:pt idx="591">
                  <c:v>0.23292884757075522</c:v>
                </c:pt>
                <c:pt idx="592">
                  <c:v>0.25540314522259999</c:v>
                </c:pt>
                <c:pt idx="593">
                  <c:v>0.25893548319611992</c:v>
                </c:pt>
                <c:pt idx="594">
                  <c:v>0.2546083918159498</c:v>
                </c:pt>
                <c:pt idx="595">
                  <c:v>0.23673766358596124</c:v>
                </c:pt>
                <c:pt idx="596">
                  <c:v>0.19224554859544299</c:v>
                </c:pt>
                <c:pt idx="597">
                  <c:v>0.15087456331652466</c:v>
                </c:pt>
                <c:pt idx="598">
                  <c:v>0.12430684490297418</c:v>
                </c:pt>
                <c:pt idx="599">
                  <c:v>8.0582762506381758E-2</c:v>
                </c:pt>
                <c:pt idx="600">
                  <c:v>4.8459356049569829E-2</c:v>
                </c:pt>
                <c:pt idx="601">
                  <c:v>1.8477832150476513E-2</c:v>
                </c:pt>
                <c:pt idx="602">
                  <c:v>-3.5804247483671219E-2</c:v>
                </c:pt>
                <c:pt idx="603">
                  <c:v>-9.4572674048409272E-2</c:v>
                </c:pt>
                <c:pt idx="604">
                  <c:v>-0.14019742498357279</c:v>
                </c:pt>
                <c:pt idx="605">
                  <c:v>-0.17010113460283061</c:v>
                </c:pt>
                <c:pt idx="606">
                  <c:v>-0.1918481366461009</c:v>
                </c:pt>
                <c:pt idx="607">
                  <c:v>-0.20069423808147541</c:v>
                </c:pt>
                <c:pt idx="608">
                  <c:v>-0.21381214716250319</c:v>
                </c:pt>
                <c:pt idx="609">
                  <c:v>-0.23548032118703249</c:v>
                </c:pt>
                <c:pt idx="610">
                  <c:v>-0.26449158932313027</c:v>
                </c:pt>
                <c:pt idx="611">
                  <c:v>-0.30771333468754447</c:v>
                </c:pt>
                <c:pt idx="612">
                  <c:v>-0.36703691413651651</c:v>
                </c:pt>
                <c:pt idx="613">
                  <c:v>-0.43798393681086545</c:v>
                </c:pt>
                <c:pt idx="614">
                  <c:v>-0.51453450681914115</c:v>
                </c:pt>
                <c:pt idx="615">
                  <c:v>-0.56621573953804039</c:v>
                </c:pt>
                <c:pt idx="616">
                  <c:v>-0.61863801592336665</c:v>
                </c:pt>
                <c:pt idx="617">
                  <c:v>-0.62283780814929834</c:v>
                </c:pt>
                <c:pt idx="618">
                  <c:v>-0.63249724355391257</c:v>
                </c:pt>
                <c:pt idx="619">
                  <c:v>-0.64079874235583523</c:v>
                </c:pt>
                <c:pt idx="620">
                  <c:v>-0.60775105535001395</c:v>
                </c:pt>
                <c:pt idx="621">
                  <c:v>-0.56717659398524745</c:v>
                </c:pt>
                <c:pt idx="622">
                  <c:v>-0.53288916147049825</c:v>
                </c:pt>
                <c:pt idx="623">
                  <c:v>-0.46664273274410339</c:v>
                </c:pt>
                <c:pt idx="624">
                  <c:v>-0.41689116249430758</c:v>
                </c:pt>
                <c:pt idx="625">
                  <c:v>-0.36589729067290006</c:v>
                </c:pt>
                <c:pt idx="626">
                  <c:v>-0.3261931204539239</c:v>
                </c:pt>
                <c:pt idx="627">
                  <c:v>-0.28727044380931227</c:v>
                </c:pt>
                <c:pt idx="628">
                  <c:v>-0.24072937068268022</c:v>
                </c:pt>
                <c:pt idx="629">
                  <c:v>-0.17538689587833226</c:v>
                </c:pt>
                <c:pt idx="630">
                  <c:v>-0.10636562951483278</c:v>
                </c:pt>
                <c:pt idx="631">
                  <c:v>-5.6549404541729686E-2</c:v>
                </c:pt>
                <c:pt idx="632">
                  <c:v>-7.8413077879746027E-3</c:v>
                </c:pt>
                <c:pt idx="633">
                  <c:v>5.6040501176562382E-2</c:v>
                </c:pt>
                <c:pt idx="634">
                  <c:v>0.11740621756386865</c:v>
                </c:pt>
                <c:pt idx="635">
                  <c:v>0.18429170289590555</c:v>
                </c:pt>
                <c:pt idx="636">
                  <c:v>0.21367141247588031</c:v>
                </c:pt>
                <c:pt idx="637">
                  <c:v>0.22614187124616314</c:v>
                </c:pt>
                <c:pt idx="638">
                  <c:v>0.19494078947411833</c:v>
                </c:pt>
                <c:pt idx="639">
                  <c:v>0.15987215977225389</c:v>
                </c:pt>
                <c:pt idx="640">
                  <c:v>0.13485300564659616</c:v>
                </c:pt>
                <c:pt idx="641">
                  <c:v>9.0274395014768541E-2</c:v>
                </c:pt>
                <c:pt idx="642">
                  <c:v>3.1257335101516508E-2</c:v>
                </c:pt>
                <c:pt idx="643">
                  <c:v>-1.4567702022666031E-2</c:v>
                </c:pt>
                <c:pt idx="644">
                  <c:v>-5.2199501437037173E-2</c:v>
                </c:pt>
                <c:pt idx="645">
                  <c:v>-0.10276086396065848</c:v>
                </c:pt>
                <c:pt idx="646">
                  <c:v>-0.1766702909765879</c:v>
                </c:pt>
                <c:pt idx="647">
                  <c:v>-0.2530774903941862</c:v>
                </c:pt>
                <c:pt idx="648">
                  <c:v>-0.33455806838247132</c:v>
                </c:pt>
                <c:pt idx="649">
                  <c:v>-0.43021693486250068</c:v>
                </c:pt>
                <c:pt idx="650">
                  <c:v>-0.51609913996013712</c:v>
                </c:pt>
                <c:pt idx="651">
                  <c:v>-0.60016792789018469</c:v>
                </c:pt>
                <c:pt idx="652">
                  <c:v>-0.64914246090399941</c:v>
                </c:pt>
                <c:pt idx="653">
                  <c:v>-0.6910879301779822</c:v>
                </c:pt>
                <c:pt idx="654">
                  <c:v>-0.72400375185885302</c:v>
                </c:pt>
                <c:pt idx="655">
                  <c:v>-0.76295196682650746</c:v>
                </c:pt>
                <c:pt idx="656">
                  <c:v>-0.79084681297897064</c:v>
                </c:pt>
                <c:pt idx="657">
                  <c:v>-0.80498258425109626</c:v>
                </c:pt>
                <c:pt idx="658">
                  <c:v>-0.80000074544542654</c:v>
                </c:pt>
                <c:pt idx="659">
                  <c:v>-0.78622787088049273</c:v>
                </c:pt>
                <c:pt idx="660">
                  <c:v>-0.75285732330742228</c:v>
                </c:pt>
                <c:pt idx="661">
                  <c:v>-0.73282189153809341</c:v>
                </c:pt>
                <c:pt idx="662">
                  <c:v>-0.7074037462515832</c:v>
                </c:pt>
                <c:pt idx="663">
                  <c:v>-0.64388564238336177</c:v>
                </c:pt>
                <c:pt idx="664">
                  <c:v>-0.59142131703982481</c:v>
                </c:pt>
                <c:pt idx="665">
                  <c:v>-0.55089004689720655</c:v>
                </c:pt>
                <c:pt idx="666">
                  <c:v>-0.47862133496702208</c:v>
                </c:pt>
                <c:pt idx="667">
                  <c:v>-0.37914667461136059</c:v>
                </c:pt>
                <c:pt idx="668">
                  <c:v>-0.26830366875298284</c:v>
                </c:pt>
                <c:pt idx="669">
                  <c:v>-0.15985727901965249</c:v>
                </c:pt>
                <c:pt idx="670">
                  <c:v>-8.3515124136018512E-2</c:v>
                </c:pt>
                <c:pt idx="671">
                  <c:v>-6.8715898510662973E-3</c:v>
                </c:pt>
                <c:pt idx="672">
                  <c:v>6.9013200109883446E-2</c:v>
                </c:pt>
                <c:pt idx="673">
                  <c:v>0.13035790191352895</c:v>
                </c:pt>
                <c:pt idx="674">
                  <c:v>0.1820843215042881</c:v>
                </c:pt>
                <c:pt idx="675">
                  <c:v>0.19330436835928463</c:v>
                </c:pt>
                <c:pt idx="676">
                  <c:v>0.22107592366857609</c:v>
                </c:pt>
                <c:pt idx="677">
                  <c:v>0.23516218138397116</c:v>
                </c:pt>
                <c:pt idx="678">
                  <c:v>0.23969183861653987</c:v>
                </c:pt>
                <c:pt idx="679">
                  <c:v>0.22982401103258582</c:v>
                </c:pt>
                <c:pt idx="680">
                  <c:v>0.22224971331038135</c:v>
                </c:pt>
                <c:pt idx="681">
                  <c:v>0.18053139540146698</c:v>
                </c:pt>
                <c:pt idx="682">
                  <c:v>0.13040224887863619</c:v>
                </c:pt>
                <c:pt idx="683">
                  <c:v>8.4360346804835076E-2</c:v>
                </c:pt>
                <c:pt idx="684">
                  <c:v>-1.1981347567601506E-3</c:v>
                </c:pt>
                <c:pt idx="685">
                  <c:v>-8.3944628286678175E-2</c:v>
                </c:pt>
                <c:pt idx="686">
                  <c:v>-0.16023783263928509</c:v>
                </c:pt>
                <c:pt idx="687">
                  <c:v>-0.24189690834677682</c:v>
                </c:pt>
                <c:pt idx="688">
                  <c:v>-0.29690084373156606</c:v>
                </c:pt>
                <c:pt idx="689">
                  <c:v>-0.38226894365180003</c:v>
                </c:pt>
                <c:pt idx="690">
                  <c:v>-0.47364415317002845</c:v>
                </c:pt>
                <c:pt idx="691">
                  <c:v>-0.52159320515613816</c:v>
                </c:pt>
                <c:pt idx="692">
                  <c:v>-0.60951298597285508</c:v>
                </c:pt>
                <c:pt idx="693">
                  <c:v>-0.70439374718534475</c:v>
                </c:pt>
                <c:pt idx="694">
                  <c:v>-0.78482192430695952</c:v>
                </c:pt>
                <c:pt idx="695">
                  <c:v>-0.8525822066433757</c:v>
                </c:pt>
                <c:pt idx="696">
                  <c:v>-0.92146587780893863</c:v>
                </c:pt>
                <c:pt idx="697">
                  <c:v>-1.0065782837447979</c:v>
                </c:pt>
                <c:pt idx="698">
                  <c:v>-1.0661721297300155</c:v>
                </c:pt>
                <c:pt idx="699">
                  <c:v>-1.1006457948633497</c:v>
                </c:pt>
                <c:pt idx="700">
                  <c:v>-1.1097722010470967</c:v>
                </c:pt>
                <c:pt idx="701">
                  <c:v>-1.1212622530985437</c:v>
                </c:pt>
                <c:pt idx="702">
                  <c:v>-1.1036633147144752</c:v>
                </c:pt>
                <c:pt idx="703">
                  <c:v>-1.0941417273151874</c:v>
                </c:pt>
                <c:pt idx="704">
                  <c:v>-1.1151883321906289</c:v>
                </c:pt>
                <c:pt idx="705">
                  <c:v>-1.1008728818257989</c:v>
                </c:pt>
                <c:pt idx="706">
                  <c:v>-1.0955867319185193</c:v>
                </c:pt>
                <c:pt idx="707">
                  <c:v>-1.1032543978706988</c:v>
                </c:pt>
                <c:pt idx="708">
                  <c:v>-1.1007959714355118</c:v>
                </c:pt>
                <c:pt idx="709">
                  <c:v>-1.1569167561971994</c:v>
                </c:pt>
                <c:pt idx="710">
                  <c:v>-1.1968053681389743</c:v>
                </c:pt>
                <c:pt idx="711">
                  <c:v>-1.2498561775976837</c:v>
                </c:pt>
                <c:pt idx="712">
                  <c:v>-1.2951115235389876</c:v>
                </c:pt>
                <c:pt idx="713">
                  <c:v>-1.3047428655380127</c:v>
                </c:pt>
                <c:pt idx="714">
                  <c:v>-1.2935164297388357</c:v>
                </c:pt>
                <c:pt idx="715">
                  <c:v>-1.2912139073028075</c:v>
                </c:pt>
                <c:pt idx="716">
                  <c:v>-1.3029068988190367</c:v>
                </c:pt>
                <c:pt idx="717">
                  <c:v>-1.2813401212318196</c:v>
                </c:pt>
                <c:pt idx="718">
                  <c:v>-1.2409180726726574</c:v>
                </c:pt>
                <c:pt idx="719">
                  <c:v>-1.2124550568950718</c:v>
                </c:pt>
                <c:pt idx="720">
                  <c:v>-1.1745762540754074</c:v>
                </c:pt>
                <c:pt idx="721">
                  <c:v>-1.1315514017636583</c:v>
                </c:pt>
                <c:pt idx="722">
                  <c:v>-1.0960355425721742</c:v>
                </c:pt>
                <c:pt idx="723">
                  <c:v>-1.0674536302907855</c:v>
                </c:pt>
                <c:pt idx="724">
                  <c:v>-1.0217461404511283</c:v>
                </c:pt>
                <c:pt idx="725">
                  <c:v>-0.98493570581976952</c:v>
                </c:pt>
                <c:pt idx="726">
                  <c:v>-0.98094352603437729</c:v>
                </c:pt>
                <c:pt idx="727">
                  <c:v>-0.9774845807546253</c:v>
                </c:pt>
                <c:pt idx="728">
                  <c:v>-0.95500507929093614</c:v>
                </c:pt>
                <c:pt idx="729">
                  <c:v>-0.96852776547162556</c:v>
                </c:pt>
                <c:pt idx="730">
                  <c:v>-0.95234285624822845</c:v>
                </c:pt>
                <c:pt idx="731">
                  <c:v>-0.92667103360210423</c:v>
                </c:pt>
                <c:pt idx="732">
                  <c:v>-0.88737913694508541</c:v>
                </c:pt>
                <c:pt idx="733">
                  <c:v>-0.81953582524024748</c:v>
                </c:pt>
                <c:pt idx="734">
                  <c:v>-0.74798217869635353</c:v>
                </c:pt>
                <c:pt idx="735">
                  <c:v>-0.70986971551285138</c:v>
                </c:pt>
                <c:pt idx="736">
                  <c:v>-0.68263452655151624</c:v>
                </c:pt>
                <c:pt idx="737">
                  <c:v>-0.65434048831225189</c:v>
                </c:pt>
                <c:pt idx="738">
                  <c:v>-0.63806956295499107</c:v>
                </c:pt>
                <c:pt idx="739">
                  <c:v>-0.63615862610763541</c:v>
                </c:pt>
                <c:pt idx="740">
                  <c:v>-0.63686380053244984</c:v>
                </c:pt>
                <c:pt idx="741">
                  <c:v>-0.67090658093335409</c:v>
                </c:pt>
                <c:pt idx="742">
                  <c:v>-0.72184270858434108</c:v>
                </c:pt>
                <c:pt idx="743">
                  <c:v>-0.76190635573388898</c:v>
                </c:pt>
                <c:pt idx="744">
                  <c:v>-0.81845235576150666</c:v>
                </c:pt>
                <c:pt idx="745">
                  <c:v>-0.87861509485934142</c:v>
                </c:pt>
                <c:pt idx="746">
                  <c:v>-0.89919242572193681</c:v>
                </c:pt>
                <c:pt idx="747">
                  <c:v>-0.91403809586283535</c:v>
                </c:pt>
                <c:pt idx="748">
                  <c:v>-0.92449381762497729</c:v>
                </c:pt>
                <c:pt idx="749">
                  <c:v>-0.94144155243026761</c:v>
                </c:pt>
                <c:pt idx="750">
                  <c:v>-0.93632483926665899</c:v>
                </c:pt>
                <c:pt idx="751">
                  <c:v>-0.93412883158761839</c:v>
                </c:pt>
                <c:pt idx="752">
                  <c:v>-0.94238078322174201</c:v>
                </c:pt>
                <c:pt idx="753">
                  <c:v>-0.95396751943559555</c:v>
                </c:pt>
                <c:pt idx="754">
                  <c:v>-0.9989493309307208</c:v>
                </c:pt>
                <c:pt idx="755">
                  <c:v>-1.0476866323635308</c:v>
                </c:pt>
                <c:pt idx="756">
                  <c:v>-1.0679178978206161</c:v>
                </c:pt>
                <c:pt idx="757">
                  <c:v>-1.0816245095588612</c:v>
                </c:pt>
                <c:pt idx="758">
                  <c:v>-1.0883763013698213</c:v>
                </c:pt>
                <c:pt idx="759">
                  <c:v>-1.098062757256949</c:v>
                </c:pt>
                <c:pt idx="760">
                  <c:v>-1.0988083767789847</c:v>
                </c:pt>
                <c:pt idx="761">
                  <c:v>-1.1067116102621877</c:v>
                </c:pt>
                <c:pt idx="762">
                  <c:v>-1.1026934053745825</c:v>
                </c:pt>
                <c:pt idx="763">
                  <c:v>-1.0974845076006414</c:v>
                </c:pt>
                <c:pt idx="764">
                  <c:v>-1.1058883890072018</c:v>
                </c:pt>
                <c:pt idx="765">
                  <c:v>-1.0914245222326637</c:v>
                </c:pt>
                <c:pt idx="766">
                  <c:v>-1.0657535948565668</c:v>
                </c:pt>
                <c:pt idx="767">
                  <c:v>-1.0486415358403092</c:v>
                </c:pt>
                <c:pt idx="768">
                  <c:v>-1.0289654300989886</c:v>
                </c:pt>
                <c:pt idx="769">
                  <c:v>-1.0080335221653602</c:v>
                </c:pt>
                <c:pt idx="770">
                  <c:v>-0.98639890098046734</c:v>
                </c:pt>
                <c:pt idx="771">
                  <c:v>-0.95926944807909598</c:v>
                </c:pt>
                <c:pt idx="772">
                  <c:v>-0.92417993307281276</c:v>
                </c:pt>
                <c:pt idx="773">
                  <c:v>-0.86917731513620133</c:v>
                </c:pt>
                <c:pt idx="774">
                  <c:v>-0.80723308131451976</c:v>
                </c:pt>
                <c:pt idx="775">
                  <c:v>-0.76066635187689235</c:v>
                </c:pt>
                <c:pt idx="776">
                  <c:v>-0.71264532613117115</c:v>
                </c:pt>
                <c:pt idx="777">
                  <c:v>-0.67830033394469669</c:v>
                </c:pt>
                <c:pt idx="778">
                  <c:v>-0.64867291931558857</c:v>
                </c:pt>
                <c:pt idx="779">
                  <c:v>-0.62122292346651597</c:v>
                </c:pt>
                <c:pt idx="780">
                  <c:v>-0.57614187862869293</c:v>
                </c:pt>
                <c:pt idx="781">
                  <c:v>-0.52708837077312509</c:v>
                </c:pt>
                <c:pt idx="782">
                  <c:v>-0.47356110890445635</c:v>
                </c:pt>
                <c:pt idx="783">
                  <c:v>-0.42890625649440151</c:v>
                </c:pt>
                <c:pt idx="784">
                  <c:v>-0.38275809102040809</c:v>
                </c:pt>
                <c:pt idx="785">
                  <c:v>-0.32730515217411382</c:v>
                </c:pt>
                <c:pt idx="786">
                  <c:v>-0.27721502206859505</c:v>
                </c:pt>
                <c:pt idx="787">
                  <c:v>-0.24626316052176689</c:v>
                </c:pt>
                <c:pt idx="788">
                  <c:v>-0.22464606947188734</c:v>
                </c:pt>
                <c:pt idx="789">
                  <c:v>-0.2097804182831341</c:v>
                </c:pt>
                <c:pt idx="790">
                  <c:v>-0.20830845052409988</c:v>
                </c:pt>
                <c:pt idx="791">
                  <c:v>-0.22165215239002586</c:v>
                </c:pt>
                <c:pt idx="792">
                  <c:v>-0.22312102419838309</c:v>
                </c:pt>
                <c:pt idx="793">
                  <c:v>-0.20983855910599611</c:v>
                </c:pt>
                <c:pt idx="794">
                  <c:v>-0.19763658903819958</c:v>
                </c:pt>
                <c:pt idx="795">
                  <c:v>-0.18991564883664314</c:v>
                </c:pt>
                <c:pt idx="796">
                  <c:v>-0.17526089315295607</c:v>
                </c:pt>
                <c:pt idx="797">
                  <c:v>-0.15933524171737243</c:v>
                </c:pt>
                <c:pt idx="798">
                  <c:v>-0.12176870796656659</c:v>
                </c:pt>
                <c:pt idx="799">
                  <c:v>-7.9630437075610863E-2</c:v>
                </c:pt>
                <c:pt idx="800">
                  <c:v>-4.1603341626925472E-2</c:v>
                </c:pt>
                <c:pt idx="801">
                  <c:v>-1.7409705068413141E-2</c:v>
                </c:pt>
                <c:pt idx="802">
                  <c:v>6.64103121767583E-3</c:v>
                </c:pt>
                <c:pt idx="803">
                  <c:v>2.029573068930603E-2</c:v>
                </c:pt>
                <c:pt idx="804">
                  <c:v>5.304294570365569E-2</c:v>
                </c:pt>
                <c:pt idx="805">
                  <c:v>8.1219352822693089E-2</c:v>
                </c:pt>
                <c:pt idx="806">
                  <c:v>0.11841134351078893</c:v>
                </c:pt>
                <c:pt idx="807">
                  <c:v>0.14720159680187789</c:v>
                </c:pt>
                <c:pt idx="808">
                  <c:v>0.19652529656617093</c:v>
                </c:pt>
                <c:pt idx="809">
                  <c:v>0.23557809721708498</c:v>
                </c:pt>
                <c:pt idx="810">
                  <c:v>0.29078023360779676</c:v>
                </c:pt>
                <c:pt idx="811">
                  <c:v>0.35295314929801502</c:v>
                </c:pt>
                <c:pt idx="812">
                  <c:v>0.43257866191235073</c:v>
                </c:pt>
                <c:pt idx="813">
                  <c:v>0.47916650398089444</c:v>
                </c:pt>
                <c:pt idx="814">
                  <c:v>0.50015542771922317</c:v>
                </c:pt>
                <c:pt idx="815">
                  <c:v>0.51065712373460548</c:v>
                </c:pt>
                <c:pt idx="816">
                  <c:v>0.51346588777011182</c:v>
                </c:pt>
                <c:pt idx="817">
                  <c:v>0.50017012536886618</c:v>
                </c:pt>
                <c:pt idx="818">
                  <c:v>0.4872872779732047</c:v>
                </c:pt>
                <c:pt idx="819">
                  <c:v>0.48763390380072175</c:v>
                </c:pt>
                <c:pt idx="820">
                  <c:v>0.47866601204736742</c:v>
                </c:pt>
                <c:pt idx="821">
                  <c:v>0.47017854752898441</c:v>
                </c:pt>
                <c:pt idx="822">
                  <c:v>0.46557698043069357</c:v>
                </c:pt>
                <c:pt idx="823">
                  <c:v>0.43222788322266703</c:v>
                </c:pt>
                <c:pt idx="824">
                  <c:v>0.41919735608828529</c:v>
                </c:pt>
                <c:pt idx="825">
                  <c:v>0.39041621431464107</c:v>
                </c:pt>
                <c:pt idx="826">
                  <c:v>0.36309612988924395</c:v>
                </c:pt>
                <c:pt idx="827">
                  <c:v>0.34268974079915132</c:v>
                </c:pt>
                <c:pt idx="828">
                  <c:v>0.30991254222188558</c:v>
                </c:pt>
                <c:pt idx="829">
                  <c:v>0.25971848595008296</c:v>
                </c:pt>
                <c:pt idx="830">
                  <c:v>0.24888748885180623</c:v>
                </c:pt>
                <c:pt idx="831">
                  <c:v>0.24263461192646529</c:v>
                </c:pt>
                <c:pt idx="832">
                  <c:v>0.22969267551485567</c:v>
                </c:pt>
                <c:pt idx="833">
                  <c:v>0.21495428528705363</c:v>
                </c:pt>
                <c:pt idx="834">
                  <c:v>0.21504482295023852</c:v>
                </c:pt>
                <c:pt idx="835">
                  <c:v>0.22379111165558216</c:v>
                </c:pt>
                <c:pt idx="836">
                  <c:v>0.23691048467210646</c:v>
                </c:pt>
                <c:pt idx="837">
                  <c:v>0.24213583226877727</c:v>
                </c:pt>
                <c:pt idx="838">
                  <c:v>0.26293554297889071</c:v>
                </c:pt>
                <c:pt idx="839">
                  <c:v>0.28627948038073592</c:v>
                </c:pt>
                <c:pt idx="840">
                  <c:v>0.29273977548655977</c:v>
                </c:pt>
                <c:pt idx="841">
                  <c:v>0.29812508384994851</c:v>
                </c:pt>
                <c:pt idx="842">
                  <c:v>0.30761015110220941</c:v>
                </c:pt>
                <c:pt idx="843">
                  <c:v>0.30585389936565721</c:v>
                </c:pt>
                <c:pt idx="844">
                  <c:v>0.31175781491021332</c:v>
                </c:pt>
                <c:pt idx="845">
                  <c:v>0.29706945386300843</c:v>
                </c:pt>
                <c:pt idx="846">
                  <c:v>0.28915830003772675</c:v>
                </c:pt>
                <c:pt idx="847">
                  <c:v>0.2736913955879352</c:v>
                </c:pt>
                <c:pt idx="848">
                  <c:v>0.24211317754185116</c:v>
                </c:pt>
                <c:pt idx="849">
                  <c:v>0.25835333429051061</c:v>
                </c:pt>
                <c:pt idx="850">
                  <c:v>0.30457378353275755</c:v>
                </c:pt>
                <c:pt idx="851">
                  <c:v>0.33640487986615736</c:v>
                </c:pt>
                <c:pt idx="852">
                  <c:v>0.37730769711028922</c:v>
                </c:pt>
                <c:pt idx="853">
                  <c:v>0.42457233571458536</c:v>
                </c:pt>
                <c:pt idx="854">
                  <c:v>0.47702320677517251</c:v>
                </c:pt>
                <c:pt idx="855">
                  <c:v>0.51135440952780686</c:v>
                </c:pt>
                <c:pt idx="856">
                  <c:v>0.51009523837233806</c:v>
                </c:pt>
                <c:pt idx="857">
                  <c:v>0.52713541521932505</c:v>
                </c:pt>
                <c:pt idx="858">
                  <c:v>0.53490898269805964</c:v>
                </c:pt>
                <c:pt idx="859">
                  <c:v>0.51367553806851629</c:v>
                </c:pt>
                <c:pt idx="860">
                  <c:v>0.48081035302575625</c:v>
                </c:pt>
                <c:pt idx="861">
                  <c:v>0.44144553967412187</c:v>
                </c:pt>
                <c:pt idx="862">
                  <c:v>0.41028739156378519</c:v>
                </c:pt>
                <c:pt idx="863">
                  <c:v>0.37882154192256712</c:v>
                </c:pt>
                <c:pt idx="864">
                  <c:v>0.35071169778000927</c:v>
                </c:pt>
                <c:pt idx="865">
                  <c:v>0.33382199019255182</c:v>
                </c:pt>
                <c:pt idx="866">
                  <c:v>0.34090880162220005</c:v>
                </c:pt>
                <c:pt idx="867">
                  <c:v>0.33847926645798926</c:v>
                </c:pt>
                <c:pt idx="868">
                  <c:v>0.32629707982474371</c:v>
                </c:pt>
                <c:pt idx="869">
                  <c:v>0.30285928945500568</c:v>
                </c:pt>
                <c:pt idx="870">
                  <c:v>0.25562152242708341</c:v>
                </c:pt>
                <c:pt idx="871">
                  <c:v>0.18671579352653905</c:v>
                </c:pt>
                <c:pt idx="872">
                  <c:v>0.11942287604639951</c:v>
                </c:pt>
                <c:pt idx="873">
                  <c:v>1.4916882827025087E-2</c:v>
                </c:pt>
                <c:pt idx="874">
                  <c:v>-9.3371515463682608E-2</c:v>
                </c:pt>
                <c:pt idx="875">
                  <c:v>-0.21469296710703473</c:v>
                </c:pt>
                <c:pt idx="876">
                  <c:v>-0.31030035764372865</c:v>
                </c:pt>
                <c:pt idx="877">
                  <c:v>-0.3619561230275381</c:v>
                </c:pt>
                <c:pt idx="878">
                  <c:v>-0.42817903160589998</c:v>
                </c:pt>
                <c:pt idx="879">
                  <c:v>-0.47946819853687078</c:v>
                </c:pt>
                <c:pt idx="880">
                  <c:v>-0.50908634611520731</c:v>
                </c:pt>
                <c:pt idx="881">
                  <c:v>-0.55589508087173756</c:v>
                </c:pt>
                <c:pt idx="882">
                  <c:v>-0.58605365254698383</c:v>
                </c:pt>
                <c:pt idx="883">
                  <c:v>-0.64900603186012307</c:v>
                </c:pt>
                <c:pt idx="884">
                  <c:v>-0.70474254142907711</c:v>
                </c:pt>
                <c:pt idx="885">
                  <c:v>-0.75032290859723727</c:v>
                </c:pt>
                <c:pt idx="886">
                  <c:v>-0.78740766508672599</c:v>
                </c:pt>
                <c:pt idx="887">
                  <c:v>-0.8202718935144665</c:v>
                </c:pt>
                <c:pt idx="888">
                  <c:v>-0.83539650305639024</c:v>
                </c:pt>
                <c:pt idx="889">
                  <c:v>-0.81316466155365663</c:v>
                </c:pt>
                <c:pt idx="890">
                  <c:v>-0.73608703614493975</c:v>
                </c:pt>
                <c:pt idx="891">
                  <c:v>-0.66940631459001909</c:v>
                </c:pt>
                <c:pt idx="892">
                  <c:v>-0.60189395939782553</c:v>
                </c:pt>
                <c:pt idx="893">
                  <c:v>-0.51350502166505763</c:v>
                </c:pt>
                <c:pt idx="894">
                  <c:v>-0.41311946487591417</c:v>
                </c:pt>
                <c:pt idx="895">
                  <c:v>-0.2888481022069847</c:v>
                </c:pt>
                <c:pt idx="896">
                  <c:v>-0.139970223110151</c:v>
                </c:pt>
                <c:pt idx="897">
                  <c:v>-5.7881307464685464E-2</c:v>
                </c:pt>
                <c:pt idx="898">
                  <c:v>1.4510672300433477E-2</c:v>
                </c:pt>
                <c:pt idx="899">
                  <c:v>7.6566955465672881E-2</c:v>
                </c:pt>
                <c:pt idx="900">
                  <c:v>0.15563907525055881</c:v>
                </c:pt>
                <c:pt idx="901">
                  <c:v>0.22874718317578271</c:v>
                </c:pt>
                <c:pt idx="902">
                  <c:v>0.3582357656419547</c:v>
                </c:pt>
                <c:pt idx="903">
                  <c:v>0.43883198618185687</c:v>
                </c:pt>
                <c:pt idx="904">
                  <c:v>0.54926744260732263</c:v>
                </c:pt>
                <c:pt idx="905">
                  <c:v>0.64870220447157112</c:v>
                </c:pt>
                <c:pt idx="906">
                  <c:v>0.72488515985059132</c:v>
                </c:pt>
                <c:pt idx="907">
                  <c:v>0.81943642104743963</c:v>
                </c:pt>
                <c:pt idx="908">
                  <c:v>0.93500438481150794</c:v>
                </c:pt>
                <c:pt idx="909">
                  <c:v>1.0070761971195432</c:v>
                </c:pt>
                <c:pt idx="910">
                  <c:v>1.0921158059225915</c:v>
                </c:pt>
                <c:pt idx="911">
                  <c:v>1.1398469695468374</c:v>
                </c:pt>
                <c:pt idx="912">
                  <c:v>1.1618881221060218</c:v>
                </c:pt>
                <c:pt idx="913">
                  <c:v>1.2077931681731706</c:v>
                </c:pt>
                <c:pt idx="914">
                  <c:v>1.2324507785466268</c:v>
                </c:pt>
                <c:pt idx="915">
                  <c:v>1.2633517163664498</c:v>
                </c:pt>
                <c:pt idx="916">
                  <c:v>1.2486503489646179</c:v>
                </c:pt>
                <c:pt idx="917">
                  <c:v>1.2179861452400822</c:v>
                </c:pt>
                <c:pt idx="918">
                  <c:v>1.2927216716670726</c:v>
                </c:pt>
                <c:pt idx="919">
                  <c:v>1.3607038495670793</c:v>
                </c:pt>
                <c:pt idx="920">
                  <c:v>1.4215427735755357</c:v>
                </c:pt>
                <c:pt idx="921">
                  <c:v>1.4728887761545317</c:v>
                </c:pt>
                <c:pt idx="922">
                  <c:v>1.5363422354859126</c:v>
                </c:pt>
                <c:pt idx="923">
                  <c:v>1.563378065531666</c:v>
                </c:pt>
                <c:pt idx="924">
                  <c:v>1.5951254308988632</c:v>
                </c:pt>
                <c:pt idx="925">
                  <c:v>1.633148915981899</c:v>
                </c:pt>
                <c:pt idx="926">
                  <c:v>1.6647310253676646</c:v>
                </c:pt>
                <c:pt idx="927">
                  <c:v>1.6970945967511477</c:v>
                </c:pt>
                <c:pt idx="928">
                  <c:v>1.7230937436439788</c:v>
                </c:pt>
                <c:pt idx="929">
                  <c:v>1.726835286970684</c:v>
                </c:pt>
                <c:pt idx="930">
                  <c:v>1.7869109533362801</c:v>
                </c:pt>
                <c:pt idx="931">
                  <c:v>1.7876938673140375</c:v>
                </c:pt>
                <c:pt idx="932">
                  <c:v>1.717725644523115</c:v>
                </c:pt>
                <c:pt idx="933">
                  <c:v>1.6923350112670643</c:v>
                </c:pt>
                <c:pt idx="934">
                  <c:v>1.6690021617619855</c:v>
                </c:pt>
                <c:pt idx="935">
                  <c:v>1.6402737096408122</c:v>
                </c:pt>
                <c:pt idx="936">
                  <c:v>1.6149398678845854</c:v>
                </c:pt>
                <c:pt idx="937">
                  <c:v>1.6115209489370688</c:v>
                </c:pt>
                <c:pt idx="938">
                  <c:v>1.581451198314338</c:v>
                </c:pt>
                <c:pt idx="939">
                  <c:v>1.5128078715614102</c:v>
                </c:pt>
                <c:pt idx="940">
                  <c:v>1.4457272763679285</c:v>
                </c:pt>
                <c:pt idx="941">
                  <c:v>1.3665017419830237</c:v>
                </c:pt>
                <c:pt idx="942">
                  <c:v>1.2961040980760903</c:v>
                </c:pt>
                <c:pt idx="943">
                  <c:v>1.2411534324592648</c:v>
                </c:pt>
                <c:pt idx="944">
                  <c:v>1.1689229377582726</c:v>
                </c:pt>
                <c:pt idx="945">
                  <c:v>1.0975756744672398</c:v>
                </c:pt>
                <c:pt idx="946">
                  <c:v>1.0605623983788253</c:v>
                </c:pt>
                <c:pt idx="947">
                  <c:v>1.0396336465890834</c:v>
                </c:pt>
                <c:pt idx="948">
                  <c:v>1.0079077959808382</c:v>
                </c:pt>
                <c:pt idx="949">
                  <c:v>0.94120158579021362</c:v>
                </c:pt>
                <c:pt idx="950">
                  <c:v>0.93471247782203115</c:v>
                </c:pt>
                <c:pt idx="951">
                  <c:v>0.89189099555517648</c:v>
                </c:pt>
                <c:pt idx="952">
                  <c:v>0.87949492766543225</c:v>
                </c:pt>
                <c:pt idx="953">
                  <c:v>0.90254551586919352</c:v>
                </c:pt>
                <c:pt idx="954">
                  <c:v>0.95365786759440652</c:v>
                </c:pt>
                <c:pt idx="955">
                  <c:v>0.96650877397241752</c:v>
                </c:pt>
                <c:pt idx="956">
                  <c:v>0.95346488693641585</c:v>
                </c:pt>
                <c:pt idx="957">
                  <c:v>0.92238086925180807</c:v>
                </c:pt>
                <c:pt idx="958">
                  <c:v>0.88394660107744671</c:v>
                </c:pt>
                <c:pt idx="959">
                  <c:v>0.86394538677581934</c:v>
                </c:pt>
                <c:pt idx="960">
                  <c:v>0.82082840557462478</c:v>
                </c:pt>
                <c:pt idx="961">
                  <c:v>0.77960500932875409</c:v>
                </c:pt>
                <c:pt idx="962">
                  <c:v>0.72398963530306726</c:v>
                </c:pt>
                <c:pt idx="963">
                  <c:v>0.65528065096763854</c:v>
                </c:pt>
                <c:pt idx="964">
                  <c:v>0.59195671879267131</c:v>
                </c:pt>
                <c:pt idx="965">
                  <c:v>0.55471746731681759</c:v>
                </c:pt>
                <c:pt idx="966">
                  <c:v>0.52248778575877153</c:v>
                </c:pt>
                <c:pt idx="967">
                  <c:v>0.40208379553249157</c:v>
                </c:pt>
                <c:pt idx="968">
                  <c:v>0.27616369799226603</c:v>
                </c:pt>
                <c:pt idx="969">
                  <c:v>0.20737326561914926</c:v>
                </c:pt>
                <c:pt idx="970">
                  <c:v>0.15576773293346394</c:v>
                </c:pt>
                <c:pt idx="971">
                  <c:v>5.1578620188493476E-2</c:v>
                </c:pt>
                <c:pt idx="972">
                  <c:v>-1.3515220754619322E-2</c:v>
                </c:pt>
                <c:pt idx="973">
                  <c:v>-7.9300923516752359E-2</c:v>
                </c:pt>
                <c:pt idx="974">
                  <c:v>-0.12050947527186222</c:v>
                </c:pt>
                <c:pt idx="975">
                  <c:v>-0.19194129996124787</c:v>
                </c:pt>
                <c:pt idx="976">
                  <c:v>-0.25492255382863899</c:v>
                </c:pt>
                <c:pt idx="977">
                  <c:v>-0.30641753691150375</c:v>
                </c:pt>
                <c:pt idx="978">
                  <c:v>-0.3277099826614791</c:v>
                </c:pt>
                <c:pt idx="979">
                  <c:v>-0.34232713229020961</c:v>
                </c:pt>
                <c:pt idx="980">
                  <c:v>-0.37917012229402136</c:v>
                </c:pt>
                <c:pt idx="981">
                  <c:v>-0.40849127557227966</c:v>
                </c:pt>
                <c:pt idx="982">
                  <c:v>-0.41829064790230247</c:v>
                </c:pt>
                <c:pt idx="983">
                  <c:v>-0.38725132194815315</c:v>
                </c:pt>
                <c:pt idx="984">
                  <c:v>-0.39127714060515145</c:v>
                </c:pt>
                <c:pt idx="985">
                  <c:v>-0.42136507476779644</c:v>
                </c:pt>
                <c:pt idx="986">
                  <c:v>-0.45776973814905392</c:v>
                </c:pt>
                <c:pt idx="987">
                  <c:v>-0.46522100901498609</c:v>
                </c:pt>
                <c:pt idx="988">
                  <c:v>-0.42638772924294999</c:v>
                </c:pt>
                <c:pt idx="989">
                  <c:v>-0.37520817278375412</c:v>
                </c:pt>
                <c:pt idx="990">
                  <c:v>-0.35157114569976466</c:v>
                </c:pt>
                <c:pt idx="991">
                  <c:v>-0.32005513074179709</c:v>
                </c:pt>
                <c:pt idx="992">
                  <c:v>-0.30164537609611808</c:v>
                </c:pt>
                <c:pt idx="993">
                  <c:v>-0.30687305227529488</c:v>
                </c:pt>
                <c:pt idx="994">
                  <c:v>-0.3152973960826313</c:v>
                </c:pt>
                <c:pt idx="995">
                  <c:v>-0.3063970683074253</c:v>
                </c:pt>
                <c:pt idx="996">
                  <c:v>-0.2870910988383118</c:v>
                </c:pt>
                <c:pt idx="997">
                  <c:v>-0.26201349930264911</c:v>
                </c:pt>
                <c:pt idx="998">
                  <c:v>-0.23484630824057667</c:v>
                </c:pt>
                <c:pt idx="999">
                  <c:v>-0.22654443942961433</c:v>
                </c:pt>
                <c:pt idx="1000">
                  <c:v>-0.21833063364612243</c:v>
                </c:pt>
                <c:pt idx="1001">
                  <c:v>-0.1697601218304336</c:v>
                </c:pt>
                <c:pt idx="1002">
                  <c:v>-8.1466119680631832E-2</c:v>
                </c:pt>
                <c:pt idx="1003">
                  <c:v>-4.0487646643271979E-2</c:v>
                </c:pt>
                <c:pt idx="1004">
                  <c:v>-1.570523821805226E-2</c:v>
                </c:pt>
                <c:pt idx="1005">
                  <c:v>8.0650260147589359E-2</c:v>
                </c:pt>
                <c:pt idx="1006">
                  <c:v>0.19580490574092446</c:v>
                </c:pt>
                <c:pt idx="1007">
                  <c:v>0.28585530001094156</c:v>
                </c:pt>
                <c:pt idx="1008">
                  <c:v>0.38911889359669549</c:v>
                </c:pt>
                <c:pt idx="1009">
                  <c:v>0.47579539074840754</c:v>
                </c:pt>
                <c:pt idx="1010">
                  <c:v>0.544933577336849</c:v>
                </c:pt>
                <c:pt idx="1011">
                  <c:v>0.6025520697713932</c:v>
                </c:pt>
                <c:pt idx="1012">
                  <c:v>0.64027989758828263</c:v>
                </c:pt>
                <c:pt idx="1013">
                  <c:v>0.65886278688195343</c:v>
                </c:pt>
                <c:pt idx="1014">
                  <c:v>0.66065757480905851</c:v>
                </c:pt>
                <c:pt idx="1015">
                  <c:v>0.65712852790478915</c:v>
                </c:pt>
                <c:pt idx="1016">
                  <c:v>0.63206541051877208</c:v>
                </c:pt>
                <c:pt idx="1017">
                  <c:v>0.57940390834317135</c:v>
                </c:pt>
                <c:pt idx="1018">
                  <c:v>0.55159528650690659</c:v>
                </c:pt>
                <c:pt idx="1019">
                  <c:v>0.54880654547582397</c:v>
                </c:pt>
                <c:pt idx="1020">
                  <c:v>0.53054288878636968</c:v>
                </c:pt>
                <c:pt idx="1021">
                  <c:v>0.53428337175432594</c:v>
                </c:pt>
                <c:pt idx="1022">
                  <c:v>0.55519758431334154</c:v>
                </c:pt>
                <c:pt idx="1023">
                  <c:v>0.52924591260970233</c:v>
                </c:pt>
                <c:pt idx="1024">
                  <c:v>0.54647120815580508</c:v>
                </c:pt>
                <c:pt idx="1025">
                  <c:v>0.54958567452123697</c:v>
                </c:pt>
                <c:pt idx="1026">
                  <c:v>0.52424081425311131</c:v>
                </c:pt>
                <c:pt idx="1027">
                  <c:v>0.49145070393971546</c:v>
                </c:pt>
                <c:pt idx="1028">
                  <c:v>0.50060397577515081</c:v>
                </c:pt>
                <c:pt idx="1029">
                  <c:v>0.43986812687837179</c:v>
                </c:pt>
                <c:pt idx="1030">
                  <c:v>0.40752842002029582</c:v>
                </c:pt>
                <c:pt idx="1031">
                  <c:v>0.37671632391687032</c:v>
                </c:pt>
                <c:pt idx="1032">
                  <c:v>0.34755877016746339</c:v>
                </c:pt>
                <c:pt idx="1033">
                  <c:v>0.36118704401155732</c:v>
                </c:pt>
                <c:pt idx="1034">
                  <c:v>0.37128063846783549</c:v>
                </c:pt>
                <c:pt idx="1035">
                  <c:v>0.39944541381374798</c:v>
                </c:pt>
                <c:pt idx="1036">
                  <c:v>0.4134431056949206</c:v>
                </c:pt>
                <c:pt idx="1037">
                  <c:v>0.43799280096896859</c:v>
                </c:pt>
                <c:pt idx="1038">
                  <c:v>0.43700456149758166</c:v>
                </c:pt>
                <c:pt idx="1039">
                  <c:v>0.44142862267748845</c:v>
                </c:pt>
                <c:pt idx="1040">
                  <c:v>0.4119505423781657</c:v>
                </c:pt>
                <c:pt idx="1041">
                  <c:v>0.38860078595861303</c:v>
                </c:pt>
                <c:pt idx="1042">
                  <c:v>0.34975325618591158</c:v>
                </c:pt>
                <c:pt idx="1043">
                  <c:v>0.26117012986614158</c:v>
                </c:pt>
                <c:pt idx="1044">
                  <c:v>0.21036221935767191</c:v>
                </c:pt>
                <c:pt idx="1045">
                  <c:v>0.13757226189115535</c:v>
                </c:pt>
                <c:pt idx="1046">
                  <c:v>9.8413874184328703E-2</c:v>
                </c:pt>
                <c:pt idx="1047">
                  <c:v>5.9904123868908858E-2</c:v>
                </c:pt>
                <c:pt idx="1048">
                  <c:v>1.5782089806777554E-2</c:v>
                </c:pt>
                <c:pt idx="1049">
                  <c:v>-7.2579862789782137E-2</c:v>
                </c:pt>
                <c:pt idx="1050">
                  <c:v>-0.10874583440942538</c:v>
                </c:pt>
                <c:pt idx="1051">
                  <c:v>-0.1517523640931574</c:v>
                </c:pt>
                <c:pt idx="1052">
                  <c:v>-0.21817225020363762</c:v>
                </c:pt>
                <c:pt idx="1053">
                  <c:v>-0.28447785643467688</c:v>
                </c:pt>
                <c:pt idx="1054">
                  <c:v>-0.38153341888003806</c:v>
                </c:pt>
                <c:pt idx="1055">
                  <c:v>-0.44256766588904051</c:v>
                </c:pt>
                <c:pt idx="1056">
                  <c:v>-0.50165916755559559</c:v>
                </c:pt>
                <c:pt idx="1057">
                  <c:v>-0.54033978267436911</c:v>
                </c:pt>
                <c:pt idx="1058">
                  <c:v>-0.58833851124567993</c:v>
                </c:pt>
                <c:pt idx="1059">
                  <c:v>-0.58795354846032288</c:v>
                </c:pt>
                <c:pt idx="1060">
                  <c:v>-0.62903697540221737</c:v>
                </c:pt>
                <c:pt idx="1061">
                  <c:v>-0.63691042306755163</c:v>
                </c:pt>
                <c:pt idx="1062">
                  <c:v>-0.64897615826409971</c:v>
                </c:pt>
                <c:pt idx="1063">
                  <c:v>-0.64780017767956599</c:v>
                </c:pt>
                <c:pt idx="1064">
                  <c:v>-0.65007283232588431</c:v>
                </c:pt>
                <c:pt idx="1065">
                  <c:v>-0.65974064354941564</c:v>
                </c:pt>
                <c:pt idx="1066">
                  <c:v>-0.63781542469690522</c:v>
                </c:pt>
                <c:pt idx="1067">
                  <c:v>-0.64122380690799352</c:v>
                </c:pt>
                <c:pt idx="1068">
                  <c:v>-0.65916390228624555</c:v>
                </c:pt>
                <c:pt idx="1069">
                  <c:v>-0.65578381413055342</c:v>
                </c:pt>
                <c:pt idx="1070">
                  <c:v>-0.60096183167988459</c:v>
                </c:pt>
                <c:pt idx="1071">
                  <c:v>-0.57607427048209536</c:v>
                </c:pt>
                <c:pt idx="1072">
                  <c:v>-0.54298485475279479</c:v>
                </c:pt>
                <c:pt idx="1073">
                  <c:v>-0.4735442271953138</c:v>
                </c:pt>
                <c:pt idx="1074">
                  <c:v>-0.36071658514667787</c:v>
                </c:pt>
                <c:pt idx="1075">
                  <c:v>-0.26016763891914202</c:v>
                </c:pt>
                <c:pt idx="1076">
                  <c:v>-0.15037186704420083</c:v>
                </c:pt>
                <c:pt idx="1077">
                  <c:v>-4.7995021263029389E-2</c:v>
                </c:pt>
                <c:pt idx="1078">
                  <c:v>5.2828365287299853E-2</c:v>
                </c:pt>
                <c:pt idx="1079">
                  <c:v>0.15256558298060316</c:v>
                </c:pt>
                <c:pt idx="1080">
                  <c:v>0.2585832935256917</c:v>
                </c:pt>
                <c:pt idx="1081">
                  <c:v>0.36633043971134072</c:v>
                </c:pt>
                <c:pt idx="1082">
                  <c:v>0.45907623282489979</c:v>
                </c:pt>
                <c:pt idx="1083">
                  <c:v>0.56766872226859799</c:v>
                </c:pt>
                <c:pt idx="1084">
                  <c:v>0.61366129028922145</c:v>
                </c:pt>
                <c:pt idx="1085">
                  <c:v>0.65391541012536203</c:v>
                </c:pt>
                <c:pt idx="1086">
                  <c:v>0.68833682606833257</c:v>
                </c:pt>
                <c:pt idx="1087">
                  <c:v>0.69811969131091456</c:v>
                </c:pt>
                <c:pt idx="1088">
                  <c:v>0.69923131271554329</c:v>
                </c:pt>
                <c:pt idx="1089">
                  <c:v>0.72465019060295344</c:v>
                </c:pt>
                <c:pt idx="1090">
                  <c:v>0.74641841486475757</c:v>
                </c:pt>
                <c:pt idx="1091">
                  <c:v>0.74335025671932609</c:v>
                </c:pt>
                <c:pt idx="1092">
                  <c:v>0.77386614898832196</c:v>
                </c:pt>
                <c:pt idx="1093">
                  <c:v>0.78047264412708928</c:v>
                </c:pt>
                <c:pt idx="1094">
                  <c:v>0.77918996440332078</c:v>
                </c:pt>
                <c:pt idx="1095">
                  <c:v>0.74728352966479161</c:v>
                </c:pt>
                <c:pt idx="1096">
                  <c:v>0.73523939245633774</c:v>
                </c:pt>
                <c:pt idx="1097">
                  <c:v>0.69387665420576794</c:v>
                </c:pt>
                <c:pt idx="1098">
                  <c:v>0.65290700995932605</c:v>
                </c:pt>
                <c:pt idx="1099">
                  <c:v>0.60268804356757422</c:v>
                </c:pt>
                <c:pt idx="1100">
                  <c:v>0.56723852795512864</c:v>
                </c:pt>
                <c:pt idx="1101">
                  <c:v>0.51753019989524762</c:v>
                </c:pt>
                <c:pt idx="1102">
                  <c:v>0.45916982745707802</c:v>
                </c:pt>
                <c:pt idx="1103">
                  <c:v>0.39901116883784843</c:v>
                </c:pt>
                <c:pt idx="1104">
                  <c:v>0.32509220788066007</c:v>
                </c:pt>
                <c:pt idx="1105">
                  <c:v>0.3104553924802721</c:v>
                </c:pt>
                <c:pt idx="1106">
                  <c:v>0.32463497546225906</c:v>
                </c:pt>
                <c:pt idx="1107">
                  <c:v>0.29772744641178062</c:v>
                </c:pt>
                <c:pt idx="1108">
                  <c:v>0.26583450731974284</c:v>
                </c:pt>
                <c:pt idx="1109">
                  <c:v>0.27085767150038631</c:v>
                </c:pt>
                <c:pt idx="1110">
                  <c:v>0.25420470718205418</c:v>
                </c:pt>
                <c:pt idx="1111">
                  <c:v>0.23065210365222594</c:v>
                </c:pt>
                <c:pt idx="1112">
                  <c:v>0.21116776966879094</c:v>
                </c:pt>
                <c:pt idx="1113">
                  <c:v>0.17788046667428137</c:v>
                </c:pt>
                <c:pt idx="1114">
                  <c:v>0.14615044058856333</c:v>
                </c:pt>
                <c:pt idx="1115">
                  <c:v>0.17974400214867403</c:v>
                </c:pt>
                <c:pt idx="1116">
                  <c:v>0.17915907233233819</c:v>
                </c:pt>
                <c:pt idx="1117">
                  <c:v>0.16836075050513311</c:v>
                </c:pt>
                <c:pt idx="1118">
                  <c:v>0.15881629784631893</c:v>
                </c:pt>
                <c:pt idx="1119">
                  <c:v>0.14877373775832245</c:v>
                </c:pt>
                <c:pt idx="1120">
                  <c:v>0.13601919746598762</c:v>
                </c:pt>
                <c:pt idx="1121">
                  <c:v>0.1323383293192773</c:v>
                </c:pt>
                <c:pt idx="1122">
                  <c:v>0.10968145911379727</c:v>
                </c:pt>
                <c:pt idx="1123">
                  <c:v>0.10060409764895767</c:v>
                </c:pt>
                <c:pt idx="1124">
                  <c:v>9.7940226749590631E-2</c:v>
                </c:pt>
                <c:pt idx="1125">
                  <c:v>9.8484156210593088E-2</c:v>
                </c:pt>
                <c:pt idx="1126">
                  <c:v>8.830421132367218E-2</c:v>
                </c:pt>
                <c:pt idx="1127">
                  <c:v>8.5539917065953083E-2</c:v>
                </c:pt>
                <c:pt idx="1128">
                  <c:v>0.12073701766693447</c:v>
                </c:pt>
                <c:pt idx="1129">
                  <c:v>0.16454313385010777</c:v>
                </c:pt>
                <c:pt idx="1130">
                  <c:v>0.17909398426922063</c:v>
                </c:pt>
                <c:pt idx="1131">
                  <c:v>0.21010171507253758</c:v>
                </c:pt>
                <c:pt idx="1132">
                  <c:v>0.23088945986749776</c:v>
                </c:pt>
                <c:pt idx="1133">
                  <c:v>0.25359511883455749</c:v>
                </c:pt>
                <c:pt idx="1134">
                  <c:v>0.2664518765547364</c:v>
                </c:pt>
                <c:pt idx="1135">
                  <c:v>0.29563125658667805</c:v>
                </c:pt>
                <c:pt idx="1136">
                  <c:v>0.23990942158049106</c:v>
                </c:pt>
                <c:pt idx="1137">
                  <c:v>0.22590330663555902</c:v>
                </c:pt>
                <c:pt idx="1138">
                  <c:v>0.21842354208863168</c:v>
                </c:pt>
                <c:pt idx="1139">
                  <c:v>0.20823879630147341</c:v>
                </c:pt>
                <c:pt idx="1140">
                  <c:v>0.20055129644179037</c:v>
                </c:pt>
                <c:pt idx="1141">
                  <c:v>0.19938049351926346</c:v>
                </c:pt>
                <c:pt idx="1142">
                  <c:v>0.16887438127214113</c:v>
                </c:pt>
                <c:pt idx="1143">
                  <c:v>0.15150141069812326</c:v>
                </c:pt>
                <c:pt idx="1144">
                  <c:v>0.1415095225640631</c:v>
                </c:pt>
                <c:pt idx="1145">
                  <c:v>0.12702616108863929</c:v>
                </c:pt>
                <c:pt idx="1146">
                  <c:v>0.13228082554697743</c:v>
                </c:pt>
                <c:pt idx="1147">
                  <c:v>0.14319363324210835</c:v>
                </c:pt>
                <c:pt idx="1148">
                  <c:v>0.13899344920438239</c:v>
                </c:pt>
                <c:pt idx="1149">
                  <c:v>0.13330691795340333</c:v>
                </c:pt>
                <c:pt idx="1150">
                  <c:v>0.12575334205987132</c:v>
                </c:pt>
                <c:pt idx="1151">
                  <c:v>0.12935026303355129</c:v>
                </c:pt>
                <c:pt idx="1152">
                  <c:v>0.13117859905534612</c:v>
                </c:pt>
                <c:pt idx="1153">
                  <c:v>0.12512457954099093</c:v>
                </c:pt>
                <c:pt idx="1154">
                  <c:v>0.1265364953255374</c:v>
                </c:pt>
                <c:pt idx="1155">
                  <c:v>0.13438933728277944</c:v>
                </c:pt>
                <c:pt idx="1156">
                  <c:v>0.13273356488461951</c:v>
                </c:pt>
                <c:pt idx="1157">
                  <c:v>0.15965278896900809</c:v>
                </c:pt>
                <c:pt idx="1158">
                  <c:v>0.1818647014772683</c:v>
                </c:pt>
                <c:pt idx="1159">
                  <c:v>0.18507648822191819</c:v>
                </c:pt>
                <c:pt idx="1160">
                  <c:v>0.18493886819428701</c:v>
                </c:pt>
                <c:pt idx="1161">
                  <c:v>0.17588419891791601</c:v>
                </c:pt>
                <c:pt idx="1162">
                  <c:v>0.18052099962315549</c:v>
                </c:pt>
                <c:pt idx="1163">
                  <c:v>0.19469864532963116</c:v>
                </c:pt>
                <c:pt idx="1164">
                  <c:v>0.20689811245913406</c:v>
                </c:pt>
                <c:pt idx="1165">
                  <c:v>0.21740326655990613</c:v>
                </c:pt>
                <c:pt idx="1166">
                  <c:v>0.23312784081348997</c:v>
                </c:pt>
                <c:pt idx="1167">
                  <c:v>0.23206276026720879</c:v>
                </c:pt>
                <c:pt idx="1168">
                  <c:v>0.21825519379610958</c:v>
                </c:pt>
                <c:pt idx="1169">
                  <c:v>0.20883632774163854</c:v>
                </c:pt>
                <c:pt idx="1170">
                  <c:v>0.19469580457583086</c:v>
                </c:pt>
                <c:pt idx="1171">
                  <c:v>0.19492923708176871</c:v>
                </c:pt>
                <c:pt idx="1172">
                  <c:v>0.18774324609640775</c:v>
                </c:pt>
                <c:pt idx="1173">
                  <c:v>0.20324551741395683</c:v>
                </c:pt>
                <c:pt idx="1174">
                  <c:v>0.25167790517814143</c:v>
                </c:pt>
                <c:pt idx="1175">
                  <c:v>0.26340871426329482</c:v>
                </c:pt>
                <c:pt idx="1176">
                  <c:v>0.26827362232286273</c:v>
                </c:pt>
                <c:pt idx="1177">
                  <c:v>0.27941930348384597</c:v>
                </c:pt>
                <c:pt idx="1178">
                  <c:v>0.28409812181566191</c:v>
                </c:pt>
                <c:pt idx="1179">
                  <c:v>0.2903451239266221</c:v>
                </c:pt>
                <c:pt idx="1180">
                  <c:v>0.29441386894378418</c:v>
                </c:pt>
                <c:pt idx="1181">
                  <c:v>0.33920492632312182</c:v>
                </c:pt>
                <c:pt idx="1182">
                  <c:v>0.3786795100803938</c:v>
                </c:pt>
                <c:pt idx="1183">
                  <c:v>0.41214372402125127</c:v>
                </c:pt>
                <c:pt idx="1184">
                  <c:v>0.47015836794170202</c:v>
                </c:pt>
                <c:pt idx="1185">
                  <c:v>0.52702288326356705</c:v>
                </c:pt>
                <c:pt idx="1186">
                  <c:v>0.57124695849643514</c:v>
                </c:pt>
                <c:pt idx="1187">
                  <c:v>0.60917744371709392</c:v>
                </c:pt>
                <c:pt idx="1188">
                  <c:v>0.6549368547264699</c:v>
                </c:pt>
                <c:pt idx="1189">
                  <c:v>0.70743732342038768</c:v>
                </c:pt>
                <c:pt idx="1190">
                  <c:v>0.74032727313990165</c:v>
                </c:pt>
                <c:pt idx="1191">
                  <c:v>0.77983142958607765</c:v>
                </c:pt>
                <c:pt idx="1192">
                  <c:v>0.78522882881141831</c:v>
                </c:pt>
                <c:pt idx="1193">
                  <c:v>0.81711157346023533</c:v>
                </c:pt>
                <c:pt idx="1194">
                  <c:v>0.82281598094691799</c:v>
                </c:pt>
                <c:pt idx="1195">
                  <c:v>0.7997389335835311</c:v>
                </c:pt>
                <c:pt idx="1196">
                  <c:v>0.83344436818829604</c:v>
                </c:pt>
                <c:pt idx="1197">
                  <c:v>0.87619547375792728</c:v>
                </c:pt>
                <c:pt idx="1198">
                  <c:v>0.8964493293739253</c:v>
                </c:pt>
                <c:pt idx="1199">
                  <c:v>0.8927637774229441</c:v>
                </c:pt>
                <c:pt idx="1200">
                  <c:v>0.90058568437589748</c:v>
                </c:pt>
                <c:pt idx="1201">
                  <c:v>0.93839890441268814</c:v>
                </c:pt>
                <c:pt idx="1202">
                  <c:v>0.96823843508150365</c:v>
                </c:pt>
                <c:pt idx="1203">
                  <c:v>0.96911245928243395</c:v>
                </c:pt>
                <c:pt idx="1204">
                  <c:v>0.96260528786922817</c:v>
                </c:pt>
                <c:pt idx="1205">
                  <c:v>0.9307117034568585</c:v>
                </c:pt>
                <c:pt idx="1206">
                  <c:v>0.90395904489755763</c:v>
                </c:pt>
                <c:pt idx="1207">
                  <c:v>0.86797560799586115</c:v>
                </c:pt>
                <c:pt idx="1208">
                  <c:v>0.80957275024885644</c:v>
                </c:pt>
                <c:pt idx="1209">
                  <c:v>0.75829627057054716</c:v>
                </c:pt>
                <c:pt idx="1210">
                  <c:v>0.67926419518003456</c:v>
                </c:pt>
                <c:pt idx="1211">
                  <c:v>0.66654779299674061</c:v>
                </c:pt>
                <c:pt idx="1212">
                  <c:v>0.63545082102836514</c:v>
                </c:pt>
                <c:pt idx="1213">
                  <c:v>0.63452187989639841</c:v>
                </c:pt>
                <c:pt idx="1214">
                  <c:v>0.62962212079290403</c:v>
                </c:pt>
                <c:pt idx="1215">
                  <c:v>0.6276811607593733</c:v>
                </c:pt>
                <c:pt idx="1216">
                  <c:v>0.66964975580065</c:v>
                </c:pt>
                <c:pt idx="1217">
                  <c:v>0.68469733603302652</c:v>
                </c:pt>
                <c:pt idx="1218">
                  <c:v>0.68765658679813779</c:v>
                </c:pt>
                <c:pt idx="1219">
                  <c:v>0.69715838829933918</c:v>
                </c:pt>
                <c:pt idx="1220">
                  <c:v>0.72075567435519827</c:v>
                </c:pt>
                <c:pt idx="1221">
                  <c:v>0.73612130836147982</c:v>
                </c:pt>
                <c:pt idx="1222">
                  <c:v>0.73639607427387244</c:v>
                </c:pt>
                <c:pt idx="1223">
                  <c:v>0.68608583219727859</c:v>
                </c:pt>
                <c:pt idx="1224">
                  <c:v>0.68126207899003044</c:v>
                </c:pt>
                <c:pt idx="1225">
                  <c:v>0.66165245864357158</c:v>
                </c:pt>
                <c:pt idx="1226">
                  <c:v>0.63707879234639353</c:v>
                </c:pt>
                <c:pt idx="1227">
                  <c:v>0.60458055356466245</c:v>
                </c:pt>
                <c:pt idx="1228">
                  <c:v>0.6028486266260451</c:v>
                </c:pt>
                <c:pt idx="1229">
                  <c:v>0.62816197395923468</c:v>
                </c:pt>
                <c:pt idx="1230">
                  <c:v>0.66665379314350459</c:v>
                </c:pt>
                <c:pt idx="1231">
                  <c:v>0.72893068437373254</c:v>
                </c:pt>
                <c:pt idx="1232">
                  <c:v>0.73299679237002191</c:v>
                </c:pt>
                <c:pt idx="1233">
                  <c:v>0.71854776928639719</c:v>
                </c:pt>
                <c:pt idx="1234">
                  <c:v>0.70114590251464359</c:v>
                </c:pt>
                <c:pt idx="1235">
                  <c:v>0.67386254813090729</c:v>
                </c:pt>
                <c:pt idx="1236">
                  <c:v>0.64505971255869066</c:v>
                </c:pt>
                <c:pt idx="1237">
                  <c:v>0.57207224880530538</c:v>
                </c:pt>
                <c:pt idx="1238">
                  <c:v>0.5099526098231848</c:v>
                </c:pt>
                <c:pt idx="1239">
                  <c:v>0.44787328047859015</c:v>
                </c:pt>
                <c:pt idx="1240">
                  <c:v>0.4289609945623476</c:v>
                </c:pt>
                <c:pt idx="1241">
                  <c:v>0.40940470970589704</c:v>
                </c:pt>
                <c:pt idx="1242">
                  <c:v>0.38940460703639507</c:v>
                </c:pt>
                <c:pt idx="1243">
                  <c:v>0.33480239436318754</c:v>
                </c:pt>
                <c:pt idx="1244">
                  <c:v>0.32698396872125529</c:v>
                </c:pt>
                <c:pt idx="1245">
                  <c:v>0.30077832471905652</c:v>
                </c:pt>
                <c:pt idx="1246">
                  <c:v>0.30616290557886078</c:v>
                </c:pt>
                <c:pt idx="1247">
                  <c:v>0.32065856031654488</c:v>
                </c:pt>
                <c:pt idx="1248">
                  <c:v>0.34640911446910866</c:v>
                </c:pt>
                <c:pt idx="1249">
                  <c:v>0.38053552929044449</c:v>
                </c:pt>
                <c:pt idx="1250">
                  <c:v>0.38286480762464092</c:v>
                </c:pt>
                <c:pt idx="1251">
                  <c:v>0.36683383818639553</c:v>
                </c:pt>
                <c:pt idx="1252">
                  <c:v>0.36353580767475963</c:v>
                </c:pt>
                <c:pt idx="1253">
                  <c:v>0.38827558850493776</c:v>
                </c:pt>
                <c:pt idx="1254">
                  <c:v>0.43737734062688349</c:v>
                </c:pt>
                <c:pt idx="1255">
                  <c:v>0.47735103342272639</c:v>
                </c:pt>
                <c:pt idx="1256">
                  <c:v>0.51988463235494875</c:v>
                </c:pt>
                <c:pt idx="1257">
                  <c:v>0.5590538693140582</c:v>
                </c:pt>
                <c:pt idx="1258">
                  <c:v>0.59944805848874705</c:v>
                </c:pt>
                <c:pt idx="1259">
                  <c:v>0.61493765101594822</c:v>
                </c:pt>
                <c:pt idx="1260">
                  <c:v>0.62235093025642274</c:v>
                </c:pt>
                <c:pt idx="1261">
                  <c:v>0.61429826476586991</c:v>
                </c:pt>
                <c:pt idx="1262">
                  <c:v>0.60175844523286193</c:v>
                </c:pt>
                <c:pt idx="1263">
                  <c:v>0.53734245077314768</c:v>
                </c:pt>
                <c:pt idx="1264">
                  <c:v>0.48462708254352904</c:v>
                </c:pt>
                <c:pt idx="1265">
                  <c:v>0.43755009571685166</c:v>
                </c:pt>
                <c:pt idx="1266">
                  <c:v>0.42944358504172292</c:v>
                </c:pt>
                <c:pt idx="1267">
                  <c:v>0.43240141367044749</c:v>
                </c:pt>
                <c:pt idx="1268">
                  <c:v>0.44230032158674609</c:v>
                </c:pt>
                <c:pt idx="1269">
                  <c:v>0.43364294399438891</c:v>
                </c:pt>
                <c:pt idx="1270">
                  <c:v>0.42029959414482387</c:v>
                </c:pt>
                <c:pt idx="1271">
                  <c:v>0.43084420920516625</c:v>
                </c:pt>
                <c:pt idx="1272">
                  <c:v>0.43567580191598509</c:v>
                </c:pt>
                <c:pt idx="1273">
                  <c:v>0.41489602511537016</c:v>
                </c:pt>
                <c:pt idx="1274">
                  <c:v>0.38048809745320133</c:v>
                </c:pt>
                <c:pt idx="1275">
                  <c:v>0.31886707185851737</c:v>
                </c:pt>
                <c:pt idx="1276">
                  <c:v>0.23477721205143046</c:v>
                </c:pt>
                <c:pt idx="1277">
                  <c:v>0.17309626765636521</c:v>
                </c:pt>
                <c:pt idx="1278">
                  <c:v>0.12047912964840668</c:v>
                </c:pt>
                <c:pt idx="1279">
                  <c:v>6.746628622845971E-2</c:v>
                </c:pt>
                <c:pt idx="1280">
                  <c:v>2.9242411122932181E-2</c:v>
                </c:pt>
                <c:pt idx="1281">
                  <c:v>-8.8938251841004141E-5</c:v>
                </c:pt>
                <c:pt idx="1282">
                  <c:v>-3.8626420119215611E-2</c:v>
                </c:pt>
                <c:pt idx="1283">
                  <c:v>-5.9449676267955436E-2</c:v>
                </c:pt>
                <c:pt idx="1284">
                  <c:v>-4.1061334021919589E-2</c:v>
                </c:pt>
                <c:pt idx="1285">
                  <c:v>1.8505639828334881E-2</c:v>
                </c:pt>
                <c:pt idx="1286">
                  <c:v>4.9456694199449133E-2</c:v>
                </c:pt>
                <c:pt idx="1287">
                  <c:v>5.7368811795960858E-2</c:v>
                </c:pt>
                <c:pt idx="1288">
                  <c:v>4.3171005038752382E-2</c:v>
                </c:pt>
                <c:pt idx="1289">
                  <c:v>1.2742141639119504E-2</c:v>
                </c:pt>
                <c:pt idx="1290">
                  <c:v>1.9895188831634842E-2</c:v>
                </c:pt>
                <c:pt idx="1291">
                  <c:v>8.1966198105889974E-3</c:v>
                </c:pt>
                <c:pt idx="1292">
                  <c:v>-2.1702856225756153E-2</c:v>
                </c:pt>
                <c:pt idx="1293">
                  <c:v>-5.9709599052134084E-2</c:v>
                </c:pt>
                <c:pt idx="1294">
                  <c:v>-4.8966169395635521E-2</c:v>
                </c:pt>
                <c:pt idx="1295">
                  <c:v>-4.6834081633765387E-2</c:v>
                </c:pt>
                <c:pt idx="1296">
                  <c:v>2.8457187728182981E-2</c:v>
                </c:pt>
                <c:pt idx="1297">
                  <c:v>0.10197521077307196</c:v>
                </c:pt>
                <c:pt idx="1298">
                  <c:v>0.1421036899966438</c:v>
                </c:pt>
                <c:pt idx="1299">
                  <c:v>0.17038341559122935</c:v>
                </c:pt>
                <c:pt idx="1300">
                  <c:v>0.2028731480659226</c:v>
                </c:pt>
                <c:pt idx="1301">
                  <c:v>0.25331131737510948</c:v>
                </c:pt>
                <c:pt idx="1302">
                  <c:v>0.28159631930010615</c:v>
                </c:pt>
                <c:pt idx="1303">
                  <c:v>0.31383817831019339</c:v>
                </c:pt>
                <c:pt idx="1304">
                  <c:v>0.33434850405435096</c:v>
                </c:pt>
                <c:pt idx="1305">
                  <c:v>0.35539549307042223</c:v>
                </c:pt>
                <c:pt idx="1306">
                  <c:v>0.38872830084581239</c:v>
                </c:pt>
                <c:pt idx="1307">
                  <c:v>0.39336391051109937</c:v>
                </c:pt>
                <c:pt idx="1308">
                  <c:v>0.40006821495964079</c:v>
                </c:pt>
                <c:pt idx="1309">
                  <c:v>0.38381402261437075</c:v>
                </c:pt>
                <c:pt idx="1310">
                  <c:v>0.41018120303680722</c:v>
                </c:pt>
                <c:pt idx="1311">
                  <c:v>0.39638340677373018</c:v>
                </c:pt>
                <c:pt idx="1312">
                  <c:v>0.39064849648637834</c:v>
                </c:pt>
                <c:pt idx="1313">
                  <c:v>0.40474442074964828</c:v>
                </c:pt>
                <c:pt idx="1314">
                  <c:v>0.41974923930007058</c:v>
                </c:pt>
                <c:pt idx="1315">
                  <c:v>0.41418873171114745</c:v>
                </c:pt>
                <c:pt idx="1316">
                  <c:v>0.42384840104222915</c:v>
                </c:pt>
                <c:pt idx="1317">
                  <c:v>0.39803554938917179</c:v>
                </c:pt>
                <c:pt idx="1318">
                  <c:v>0.37663025633342501</c:v>
                </c:pt>
                <c:pt idx="1319">
                  <c:v>0.37061989327526818</c:v>
                </c:pt>
                <c:pt idx="1320">
                  <c:v>0.36272572690902272</c:v>
                </c:pt>
                <c:pt idx="1321">
                  <c:v>0.33876915821806758</c:v>
                </c:pt>
                <c:pt idx="1322">
                  <c:v>0.28205459442772463</c:v>
                </c:pt>
                <c:pt idx="1323">
                  <c:v>0.27904875761951126</c:v>
                </c:pt>
                <c:pt idx="1324">
                  <c:v>0.2770785376440415</c:v>
                </c:pt>
                <c:pt idx="1325">
                  <c:v>0.24387359378923645</c:v>
                </c:pt>
                <c:pt idx="1326">
                  <c:v>0.231571959001873</c:v>
                </c:pt>
                <c:pt idx="1327">
                  <c:v>0.17686623645134034</c:v>
                </c:pt>
                <c:pt idx="1328">
                  <c:v>0.15045041226796729</c:v>
                </c:pt>
                <c:pt idx="1329">
                  <c:v>0.11293937855041204</c:v>
                </c:pt>
                <c:pt idx="1330">
                  <c:v>9.7929666265275869E-2</c:v>
                </c:pt>
                <c:pt idx="1331">
                  <c:v>0.11325187526063449</c:v>
                </c:pt>
                <c:pt idx="1332">
                  <c:v>0.15231608267770691</c:v>
                </c:pt>
                <c:pt idx="1333">
                  <c:v>0.11419362655136911</c:v>
                </c:pt>
                <c:pt idx="1334">
                  <c:v>7.5316755509588926E-2</c:v>
                </c:pt>
                <c:pt idx="1335">
                  <c:v>4.7946004110334305E-2</c:v>
                </c:pt>
                <c:pt idx="1336">
                  <c:v>3.8028227745320213E-2</c:v>
                </c:pt>
                <c:pt idx="1337">
                  <c:v>2.3085493036068223E-2</c:v>
                </c:pt>
                <c:pt idx="1338">
                  <c:v>1.3148845917829485E-2</c:v>
                </c:pt>
                <c:pt idx="1339">
                  <c:v>-2.4034543297433635E-2</c:v>
                </c:pt>
                <c:pt idx="1340">
                  <c:v>-3.9010200979178226E-2</c:v>
                </c:pt>
                <c:pt idx="1341">
                  <c:v>-4.5747028509669947E-2</c:v>
                </c:pt>
                <c:pt idx="1342">
                  <c:v>-3.6860042655566895E-2</c:v>
                </c:pt>
                <c:pt idx="1343">
                  <c:v>-1.3217747036109433E-2</c:v>
                </c:pt>
                <c:pt idx="1344">
                  <c:v>-1.3627274438781534E-2</c:v>
                </c:pt>
                <c:pt idx="1345">
                  <c:v>-4.4616080179652774E-2</c:v>
                </c:pt>
                <c:pt idx="1346">
                  <c:v>2.7447970746874162E-2</c:v>
                </c:pt>
                <c:pt idx="1347">
                  <c:v>5.8626015666780204E-2</c:v>
                </c:pt>
                <c:pt idx="1348">
                  <c:v>0.11689437227655435</c:v>
                </c:pt>
                <c:pt idx="1349">
                  <c:v>0.19542762358088994</c:v>
                </c:pt>
                <c:pt idx="1350">
                  <c:v>0.21322216747032879</c:v>
                </c:pt>
                <c:pt idx="1351">
                  <c:v>0.26368555755335016</c:v>
                </c:pt>
                <c:pt idx="1352">
                  <c:v>0.25040460788875896</c:v>
                </c:pt>
                <c:pt idx="1353">
                  <c:v>0.22689774407265526</c:v>
                </c:pt>
                <c:pt idx="1354">
                  <c:v>0.25789110792896619</c:v>
                </c:pt>
                <c:pt idx="1355">
                  <c:v>0.29253084149381431</c:v>
                </c:pt>
                <c:pt idx="1356">
                  <c:v>0.34312662962089563</c:v>
                </c:pt>
                <c:pt idx="1357">
                  <c:v>0.35878382481602145</c:v>
                </c:pt>
                <c:pt idx="1358">
                  <c:v>0.35786551787773607</c:v>
                </c:pt>
                <c:pt idx="1359">
                  <c:v>0.35318443140529099</c:v>
                </c:pt>
                <c:pt idx="1360">
                  <c:v>0.39751558928943165</c:v>
                </c:pt>
                <c:pt idx="1361">
                  <c:v>0.40479535579091086</c:v>
                </c:pt>
                <c:pt idx="1362">
                  <c:v>0.45986026721769147</c:v>
                </c:pt>
                <c:pt idx="1363">
                  <c:v>0.50365041840388292</c:v>
                </c:pt>
                <c:pt idx="1364">
                  <c:v>0.53870346779453337</c:v>
                </c:pt>
                <c:pt idx="1365">
                  <c:v>0.58691185229551979</c:v>
                </c:pt>
                <c:pt idx="1366">
                  <c:v>0.64992048375230838</c:v>
                </c:pt>
                <c:pt idx="1367">
                  <c:v>0.6304832974644613</c:v>
                </c:pt>
                <c:pt idx="1368">
                  <c:v>0.64636773362676192</c:v>
                </c:pt>
                <c:pt idx="1369">
                  <c:v>0.64546416232258275</c:v>
                </c:pt>
                <c:pt idx="1370">
                  <c:v>0.64635713954920793</c:v>
                </c:pt>
                <c:pt idx="1371">
                  <c:v>0.71569908869917465</c:v>
                </c:pt>
                <c:pt idx="1372">
                  <c:v>0.72169506741347011</c:v>
                </c:pt>
                <c:pt idx="1373">
                  <c:v>0.7572372971734328</c:v>
                </c:pt>
                <c:pt idx="1374">
                  <c:v>0.77707109118107587</c:v>
                </c:pt>
                <c:pt idx="1375">
                  <c:v>0.82888096845334169</c:v>
                </c:pt>
                <c:pt idx="1376">
                  <c:v>0.85300439527139293</c:v>
                </c:pt>
                <c:pt idx="1377">
                  <c:v>0.87605502192516849</c:v>
                </c:pt>
                <c:pt idx="1378">
                  <c:v>0.91425803917404036</c:v>
                </c:pt>
                <c:pt idx="1379">
                  <c:v>0.96147337509316888</c:v>
                </c:pt>
                <c:pt idx="1380">
                  <c:v>0.99806812963375147</c:v>
                </c:pt>
                <c:pt idx="1381">
                  <c:v>1.0352997715381909</c:v>
                </c:pt>
                <c:pt idx="1382">
                  <c:v>1.078355452779536</c:v>
                </c:pt>
                <c:pt idx="1383">
                  <c:v>1.0653059546501855</c:v>
                </c:pt>
                <c:pt idx="1384">
                  <c:v>1.0841815699068991</c:v>
                </c:pt>
                <c:pt idx="1385">
                  <c:v>1.1122326110091765</c:v>
                </c:pt>
                <c:pt idx="1386">
                  <c:v>1.0776955620523201</c:v>
                </c:pt>
                <c:pt idx="1387">
                  <c:v>1.0527221644455811</c:v>
                </c:pt>
                <c:pt idx="1388">
                  <c:v>1.0543822655968651</c:v>
                </c:pt>
                <c:pt idx="1389">
                  <c:v>1.0414534845752621</c:v>
                </c:pt>
                <c:pt idx="1390">
                  <c:v>1.0441377763400523</c:v>
                </c:pt>
                <c:pt idx="1391">
                  <c:v>1.0088734527712309</c:v>
                </c:pt>
                <c:pt idx="1392">
                  <c:v>0.97793132178857278</c:v>
                </c:pt>
                <c:pt idx="1393">
                  <c:v>0.96465658029568979</c:v>
                </c:pt>
                <c:pt idx="1394">
                  <c:v>0.92917256195667752</c:v>
                </c:pt>
                <c:pt idx="1395">
                  <c:v>0.91093090019160206</c:v>
                </c:pt>
                <c:pt idx="1396">
                  <c:v>0.88002172950975321</c:v>
                </c:pt>
                <c:pt idx="1397">
                  <c:v>0.87236806907590925</c:v>
                </c:pt>
                <c:pt idx="1398">
                  <c:v>0.82695340779980675</c:v>
                </c:pt>
                <c:pt idx="1399">
                  <c:v>0.7945477944612066</c:v>
                </c:pt>
                <c:pt idx="1400">
                  <c:v>0.76831797901492438</c:v>
                </c:pt>
                <c:pt idx="1401">
                  <c:v>0.77180285570041485</c:v>
                </c:pt>
                <c:pt idx="1402">
                  <c:v>0.78886730275094818</c:v>
                </c:pt>
                <c:pt idx="1403">
                  <c:v>0.7963908247009478</c:v>
                </c:pt>
                <c:pt idx="1404">
                  <c:v>0.81935037430587987</c:v>
                </c:pt>
                <c:pt idx="1405">
                  <c:v>0.82846521949523844</c:v>
                </c:pt>
                <c:pt idx="1406">
                  <c:v>0.82472966380256185</c:v>
                </c:pt>
                <c:pt idx="1407">
                  <c:v>0.8725814277080669</c:v>
                </c:pt>
                <c:pt idx="1408">
                  <c:v>0.93288144386025562</c:v>
                </c:pt>
                <c:pt idx="1409">
                  <c:v>1.018470500818629</c:v>
                </c:pt>
                <c:pt idx="1410">
                  <c:v>1.1126289355900274</c:v>
                </c:pt>
                <c:pt idx="1411">
                  <c:v>1.1699478471363101</c:v>
                </c:pt>
                <c:pt idx="1412">
                  <c:v>1.2258795652478118</c:v>
                </c:pt>
                <c:pt idx="1413">
                  <c:v>1.2524400361349699</c:v>
                </c:pt>
                <c:pt idx="1414">
                  <c:v>1.303111469129602</c:v>
                </c:pt>
                <c:pt idx="1415">
                  <c:v>1.3498338864202148</c:v>
                </c:pt>
                <c:pt idx="1416">
                  <c:v>1.3740635528061107</c:v>
                </c:pt>
                <c:pt idx="1417">
                  <c:v>1.3872411435905445</c:v>
                </c:pt>
                <c:pt idx="1418">
                  <c:v>1.3845989785065282</c:v>
                </c:pt>
                <c:pt idx="1419">
                  <c:v>1.3978300493712028</c:v>
                </c:pt>
                <c:pt idx="1420">
                  <c:v>1.3881167559372898</c:v>
                </c:pt>
                <c:pt idx="1421">
                  <c:v>1.3957431307781656</c:v>
                </c:pt>
                <c:pt idx="1422">
                  <c:v>1.3920729738572371</c:v>
                </c:pt>
                <c:pt idx="1423">
                  <c:v>1.3676246394971006</c:v>
                </c:pt>
                <c:pt idx="1424">
                  <c:v>1.3595452795197067</c:v>
                </c:pt>
                <c:pt idx="1425">
                  <c:v>1.3420660370808084</c:v>
                </c:pt>
                <c:pt idx="1426">
                  <c:v>1.2963777320290306</c:v>
                </c:pt>
                <c:pt idx="1427">
                  <c:v>1.2548539786663222</c:v>
                </c:pt>
                <c:pt idx="1428">
                  <c:v>1.1910529555391951</c:v>
                </c:pt>
                <c:pt idx="1429">
                  <c:v>1.1163343579995166</c:v>
                </c:pt>
                <c:pt idx="1430">
                  <c:v>0.99881702244502601</c:v>
                </c:pt>
                <c:pt idx="1431">
                  <c:v>0.88355181238187808</c:v>
                </c:pt>
                <c:pt idx="1432">
                  <c:v>0.79151944262448648</c:v>
                </c:pt>
                <c:pt idx="1433">
                  <c:v>0.68277164841011229</c:v>
                </c:pt>
                <c:pt idx="1434">
                  <c:v>0.5942698323760448</c:v>
                </c:pt>
                <c:pt idx="1435">
                  <c:v>0.49265940542660769</c:v>
                </c:pt>
                <c:pt idx="1436">
                  <c:v>0.39763175279933516</c:v>
                </c:pt>
                <c:pt idx="1437">
                  <c:v>0.32924243697892702</c:v>
                </c:pt>
                <c:pt idx="1438">
                  <c:v>0.2950862873683236</c:v>
                </c:pt>
                <c:pt idx="1439">
                  <c:v>0.28288809668284431</c:v>
                </c:pt>
                <c:pt idx="1440">
                  <c:v>0.26497739755199945</c:v>
                </c:pt>
                <c:pt idx="1441">
                  <c:v>0.24568940008605444</c:v>
                </c:pt>
                <c:pt idx="1442">
                  <c:v>0.20498585560751603</c:v>
                </c:pt>
                <c:pt idx="1443">
                  <c:v>0.1505384284902806</c:v>
                </c:pt>
                <c:pt idx="1444">
                  <c:v>0.10663566697474522</c:v>
                </c:pt>
                <c:pt idx="1445">
                  <c:v>5.707815719989235E-2</c:v>
                </c:pt>
                <c:pt idx="1446">
                  <c:v>2.0219997963842221E-2</c:v>
                </c:pt>
                <c:pt idx="1447">
                  <c:v>1.7343314695852294E-2</c:v>
                </c:pt>
                <c:pt idx="1448">
                  <c:v>2.4526196869565975E-2</c:v>
                </c:pt>
                <c:pt idx="1449">
                  <c:v>5.0384997389041113E-2</c:v>
                </c:pt>
                <c:pt idx="1450">
                  <c:v>5.4490384083352196E-2</c:v>
                </c:pt>
                <c:pt idx="1451">
                  <c:v>8.0133658678813002E-2</c:v>
                </c:pt>
                <c:pt idx="1452">
                  <c:v>8.8187712275681229E-2</c:v>
                </c:pt>
                <c:pt idx="1453">
                  <c:v>0.10183357648255274</c:v>
                </c:pt>
                <c:pt idx="1454">
                  <c:v>0.13704172676167067</c:v>
                </c:pt>
                <c:pt idx="1455">
                  <c:v>0.20167481283059349</c:v>
                </c:pt>
                <c:pt idx="1456">
                  <c:v>0.25007819024298117</c:v>
                </c:pt>
                <c:pt idx="1457">
                  <c:v>0.28985076872430843</c:v>
                </c:pt>
                <c:pt idx="1458">
                  <c:v>0.32601705683468374</c:v>
                </c:pt>
                <c:pt idx="1459">
                  <c:v>0.35000801952344662</c:v>
                </c:pt>
                <c:pt idx="1460">
                  <c:v>0.38350388736712132</c:v>
                </c:pt>
                <c:pt idx="1461">
                  <c:v>0.44340912395401477</c:v>
                </c:pt>
                <c:pt idx="1462">
                  <c:v>0.52424747245559988</c:v>
                </c:pt>
                <c:pt idx="1463">
                  <c:v>0.61464003375682463</c:v>
                </c:pt>
                <c:pt idx="1464">
                  <c:v>0.7010364474598636</c:v>
                </c:pt>
                <c:pt idx="1465">
                  <c:v>0.79083686737214332</c:v>
                </c:pt>
                <c:pt idx="1466">
                  <c:v>0.87199290458270906</c:v>
                </c:pt>
                <c:pt idx="1467">
                  <c:v>0.95573067117840882</c:v>
                </c:pt>
                <c:pt idx="1468">
                  <c:v>0.9960505672994876</c:v>
                </c:pt>
                <c:pt idx="1469">
                  <c:v>1.0050422012049978</c:v>
                </c:pt>
                <c:pt idx="1470">
                  <c:v>0.99417775316073631</c:v>
                </c:pt>
                <c:pt idx="1471">
                  <c:v>0.99281550636426463</c:v>
                </c:pt>
                <c:pt idx="1472">
                  <c:v>0.97571388346371313</c:v>
                </c:pt>
                <c:pt idx="1473">
                  <c:v>0.9372336648572801</c:v>
                </c:pt>
                <c:pt idx="1474">
                  <c:v>0.90787036023984158</c:v>
                </c:pt>
                <c:pt idx="1475">
                  <c:v>0.91379351002339104</c:v>
                </c:pt>
                <c:pt idx="1476">
                  <c:v>0.90914376101441507</c:v>
                </c:pt>
                <c:pt idx="1477">
                  <c:v>0.90028254411022657</c:v>
                </c:pt>
                <c:pt idx="1478">
                  <c:v>0.89100068719198877</c:v>
                </c:pt>
                <c:pt idx="1479">
                  <c:v>0.92036193113865949</c:v>
                </c:pt>
                <c:pt idx="1480">
                  <c:v>0.90123547531990367</c:v>
                </c:pt>
                <c:pt idx="1481">
                  <c:v>0.86721434737255521</c:v>
                </c:pt>
                <c:pt idx="1482">
                  <c:v>0.83436579050353188</c:v>
                </c:pt>
                <c:pt idx="1483">
                  <c:v>0.78568877121053082</c:v>
                </c:pt>
                <c:pt idx="1484">
                  <c:v>0.7498698458891373</c:v>
                </c:pt>
                <c:pt idx="1485">
                  <c:v>0.71669747366247472</c:v>
                </c:pt>
                <c:pt idx="1486">
                  <c:v>0.67558688715016768</c:v>
                </c:pt>
                <c:pt idx="1487">
                  <c:v>0.63609000155708462</c:v>
                </c:pt>
                <c:pt idx="1488">
                  <c:v>0.61127548551065647</c:v>
                </c:pt>
                <c:pt idx="1489">
                  <c:v>0.59624837165688649</c:v>
                </c:pt>
                <c:pt idx="1490">
                  <c:v>0.58290429608997807</c:v>
                </c:pt>
                <c:pt idx="1491">
                  <c:v>0.58747150791175318</c:v>
                </c:pt>
                <c:pt idx="1492">
                  <c:v>0.5667633264853692</c:v>
                </c:pt>
                <c:pt idx="1493">
                  <c:v>0.55848804004645403</c:v>
                </c:pt>
                <c:pt idx="1494">
                  <c:v>0.56439461495132315</c:v>
                </c:pt>
                <c:pt idx="1495">
                  <c:v>0.54280441857174844</c:v>
                </c:pt>
                <c:pt idx="1496">
                  <c:v>0.49493671939176398</c:v>
                </c:pt>
                <c:pt idx="1497">
                  <c:v>0.44793439650027173</c:v>
                </c:pt>
                <c:pt idx="1498">
                  <c:v>0.42800868271661258</c:v>
                </c:pt>
                <c:pt idx="1499">
                  <c:v>0.41795475509457108</c:v>
                </c:pt>
                <c:pt idx="1500">
                  <c:v>0.35683767614054346</c:v>
                </c:pt>
                <c:pt idx="1501">
                  <c:v>0.35580322485419752</c:v>
                </c:pt>
                <c:pt idx="1502">
                  <c:v>0.37695544097488942</c:v>
                </c:pt>
                <c:pt idx="1503">
                  <c:v>0.39986708975060103</c:v>
                </c:pt>
                <c:pt idx="1504">
                  <c:v>0.3977805836351867</c:v>
                </c:pt>
                <c:pt idx="1505">
                  <c:v>0.35125464903167175</c:v>
                </c:pt>
                <c:pt idx="1506">
                  <c:v>0.32947372790340418</c:v>
                </c:pt>
                <c:pt idx="1507">
                  <c:v>0.28480757732476608</c:v>
                </c:pt>
                <c:pt idx="1508">
                  <c:v>0.26674182483697678</c:v>
                </c:pt>
                <c:pt idx="1509">
                  <c:v>0.20583534769552475</c:v>
                </c:pt>
                <c:pt idx="1510">
                  <c:v>0.16592823160016432</c:v>
                </c:pt>
                <c:pt idx="1511">
                  <c:v>0.14005666775078654</c:v>
                </c:pt>
                <c:pt idx="1512">
                  <c:v>0.11346334181374136</c:v>
                </c:pt>
                <c:pt idx="1513">
                  <c:v>0.14397469663020523</c:v>
                </c:pt>
                <c:pt idx="1514">
                  <c:v>0.1528395835128851</c:v>
                </c:pt>
                <c:pt idx="1515">
                  <c:v>0.21294685850407061</c:v>
                </c:pt>
                <c:pt idx="1516">
                  <c:v>0.2316462863674231</c:v>
                </c:pt>
                <c:pt idx="1517">
                  <c:v>0.31499155069803353</c:v>
                </c:pt>
                <c:pt idx="1518">
                  <c:v>0.36644218172892457</c:v>
                </c:pt>
                <c:pt idx="1519">
                  <c:v>0.43305665916767111</c:v>
                </c:pt>
                <c:pt idx="1520">
                  <c:v>0.49974858146388595</c:v>
                </c:pt>
                <c:pt idx="1521">
                  <c:v>0.60997281875705889</c:v>
                </c:pt>
                <c:pt idx="1522">
                  <c:v>0.65379985667255713</c:v>
                </c:pt>
                <c:pt idx="1523">
                  <c:v>0.68798424228735944</c:v>
                </c:pt>
                <c:pt idx="1524">
                  <c:v>0.69594318923751197</c:v>
                </c:pt>
                <c:pt idx="1525">
                  <c:v>0.73512612907123243</c:v>
                </c:pt>
                <c:pt idx="1526">
                  <c:v>0.79691079743934123</c:v>
                </c:pt>
                <c:pt idx="1527">
                  <c:v>0.82545643686189085</c:v>
                </c:pt>
                <c:pt idx="1528">
                  <c:v>0.87850758584656419</c:v>
                </c:pt>
                <c:pt idx="1529">
                  <c:v>0.88295931187157195</c:v>
                </c:pt>
                <c:pt idx="1530">
                  <c:v>0.91880329208312317</c:v>
                </c:pt>
                <c:pt idx="1531">
                  <c:v>0.93948035041162647</c:v>
                </c:pt>
                <c:pt idx="1532">
                  <c:v>0.99057946191790014</c:v>
                </c:pt>
                <c:pt idx="1533">
                  <c:v>1.030750765177604</c:v>
                </c:pt>
                <c:pt idx="1534">
                  <c:v>1.0242843689292351</c:v>
                </c:pt>
                <c:pt idx="1535">
                  <c:v>1.0259944911675198</c:v>
                </c:pt>
                <c:pt idx="1536">
                  <c:v>0.96046622187792041</c:v>
                </c:pt>
                <c:pt idx="1537">
                  <c:v>0.93058736283990662</c:v>
                </c:pt>
                <c:pt idx="1538">
                  <c:v>0.83924784045171641</c:v>
                </c:pt>
                <c:pt idx="1539">
                  <c:v>0.77835501150833819</c:v>
                </c:pt>
                <c:pt idx="1540">
                  <c:v>0.69061075672482419</c:v>
                </c:pt>
                <c:pt idx="1541">
                  <c:v>0.60185413035248203</c:v>
                </c:pt>
                <c:pt idx="1542">
                  <c:v>0.50221773592685304</c:v>
                </c:pt>
                <c:pt idx="1543">
                  <c:v>0.45494794596329557</c:v>
                </c:pt>
                <c:pt idx="1544">
                  <c:v>0.42243841998763987</c:v>
                </c:pt>
                <c:pt idx="1545">
                  <c:v>0.40037121228291872</c:v>
                </c:pt>
                <c:pt idx="1546">
                  <c:v>0.38626478205273251</c:v>
                </c:pt>
                <c:pt idx="1547">
                  <c:v>0.38852034149033571</c:v>
                </c:pt>
                <c:pt idx="1548">
                  <c:v>0.40442161301695195</c:v>
                </c:pt>
                <c:pt idx="1549">
                  <c:v>0.43606557423633069</c:v>
                </c:pt>
                <c:pt idx="1550">
                  <c:v>0.49352327573148858</c:v>
                </c:pt>
                <c:pt idx="1551">
                  <c:v>0.52122809396230185</c:v>
                </c:pt>
                <c:pt idx="1552">
                  <c:v>0.5612347572008769</c:v>
                </c:pt>
                <c:pt idx="1553">
                  <c:v>0.58263948101787855</c:v>
                </c:pt>
                <c:pt idx="1554">
                  <c:v>0.62938299643776252</c:v>
                </c:pt>
                <c:pt idx="1555">
                  <c:v>0.6957539839393645</c:v>
                </c:pt>
                <c:pt idx="1556">
                  <c:v>0.74871683776287079</c:v>
                </c:pt>
                <c:pt idx="1557">
                  <c:v>0.83039111829725476</c:v>
                </c:pt>
                <c:pt idx="1558">
                  <c:v>0.93649053244287916</c:v>
                </c:pt>
                <c:pt idx="1559">
                  <c:v>1.0576113730650487</c:v>
                </c:pt>
                <c:pt idx="1560">
                  <c:v>1.1522893936419676</c:v>
                </c:pt>
                <c:pt idx="1561">
                  <c:v>1.2534273881550284</c:v>
                </c:pt>
                <c:pt idx="1562">
                  <c:v>1.3555032447665356</c:v>
                </c:pt>
                <c:pt idx="1563">
                  <c:v>1.4426561576783097</c:v>
                </c:pt>
                <c:pt idx="1564">
                  <c:v>1.5238760702193586</c:v>
                </c:pt>
                <c:pt idx="1565">
                  <c:v>1.5865191221849222</c:v>
                </c:pt>
                <c:pt idx="1566">
                  <c:v>1.6421299512418219</c:v>
                </c:pt>
                <c:pt idx="1567">
                  <c:v>1.685435051074424</c:v>
                </c:pt>
                <c:pt idx="1568">
                  <c:v>1.7226435838238021</c:v>
                </c:pt>
                <c:pt idx="1569">
                  <c:v>1.7437849130125518</c:v>
                </c:pt>
                <c:pt idx="1570">
                  <c:v>1.7453211616904896</c:v>
                </c:pt>
                <c:pt idx="1571">
                  <c:v>1.7532925222911877</c:v>
                </c:pt>
                <c:pt idx="1572">
                  <c:v>1.7741645443954583</c:v>
                </c:pt>
                <c:pt idx="1573">
                  <c:v>1.7939401354815459</c:v>
                </c:pt>
                <c:pt idx="1574">
                  <c:v>1.79636333244125</c:v>
                </c:pt>
                <c:pt idx="1575">
                  <c:v>1.7820040968723352</c:v>
                </c:pt>
                <c:pt idx="1576">
                  <c:v>1.7728808712871771</c:v>
                </c:pt>
                <c:pt idx="1577">
                  <c:v>1.768707697950191</c:v>
                </c:pt>
                <c:pt idx="1578">
                  <c:v>1.7952998812522207</c:v>
                </c:pt>
                <c:pt idx="1579">
                  <c:v>1.7884010912099191</c:v>
                </c:pt>
                <c:pt idx="1580">
                  <c:v>1.7434454958693537</c:v>
                </c:pt>
                <c:pt idx="1581">
                  <c:v>1.7150506095957807</c:v>
                </c:pt>
                <c:pt idx="1582">
                  <c:v>1.6904756554479283</c:v>
                </c:pt>
                <c:pt idx="1583">
                  <c:v>1.643235081933978</c:v>
                </c:pt>
                <c:pt idx="1584">
                  <c:v>1.586800890702236</c:v>
                </c:pt>
                <c:pt idx="1585">
                  <c:v>1.5414090236981437</c:v>
                </c:pt>
                <c:pt idx="1586">
                  <c:v>1.5004108893820121</c:v>
                </c:pt>
                <c:pt idx="1587">
                  <c:v>1.444096442874893</c:v>
                </c:pt>
                <c:pt idx="1588">
                  <c:v>1.3691228422727937</c:v>
                </c:pt>
                <c:pt idx="1589">
                  <c:v>1.2846831038765405</c:v>
                </c:pt>
                <c:pt idx="1590">
                  <c:v>1.1959848731219003</c:v>
                </c:pt>
                <c:pt idx="1591">
                  <c:v>1.0912605037162739</c:v>
                </c:pt>
                <c:pt idx="1592">
                  <c:v>0.98382324766613172</c:v>
                </c:pt>
                <c:pt idx="1593">
                  <c:v>0.87376698866561964</c:v>
                </c:pt>
                <c:pt idx="1594">
                  <c:v>0.77872279992026072</c:v>
                </c:pt>
                <c:pt idx="1595">
                  <c:v>0.70443568663041967</c:v>
                </c:pt>
                <c:pt idx="1596">
                  <c:v>0.63912677848091515</c:v>
                </c:pt>
                <c:pt idx="1597">
                  <c:v>0.55725333669890464</c:v>
                </c:pt>
                <c:pt idx="1598">
                  <c:v>0.48187895390789059</c:v>
                </c:pt>
                <c:pt idx="1599">
                  <c:v>0.36215763705492338</c:v>
                </c:pt>
                <c:pt idx="1600">
                  <c:v>0.26917755645370162</c:v>
                </c:pt>
                <c:pt idx="1601">
                  <c:v>0.21833891072069231</c:v>
                </c:pt>
                <c:pt idx="1602">
                  <c:v>0.2172896653219164</c:v>
                </c:pt>
                <c:pt idx="1603">
                  <c:v>0.18776322217889346</c:v>
                </c:pt>
                <c:pt idx="1604">
                  <c:v>0.16694786814108806</c:v>
                </c:pt>
                <c:pt idx="1605">
                  <c:v>0.18645846391220011</c:v>
                </c:pt>
                <c:pt idx="1606">
                  <c:v>0.17930435697800909</c:v>
                </c:pt>
                <c:pt idx="1607">
                  <c:v>0.14731274236923328</c:v>
                </c:pt>
                <c:pt idx="1608">
                  <c:v>0.13252340084871042</c:v>
                </c:pt>
                <c:pt idx="1609">
                  <c:v>0.13290220568344058</c:v>
                </c:pt>
                <c:pt idx="1610">
                  <c:v>0.15005973248196569</c:v>
                </c:pt>
                <c:pt idx="1611">
                  <c:v>0.17766695781102759</c:v>
                </c:pt>
                <c:pt idx="1612">
                  <c:v>0.23575623953008401</c:v>
                </c:pt>
                <c:pt idx="1613">
                  <c:v>0.28709305348168696</c:v>
                </c:pt>
                <c:pt idx="1614">
                  <c:v>0.34211488770778042</c:v>
                </c:pt>
                <c:pt idx="1615">
                  <c:v>0.38475179549566296</c:v>
                </c:pt>
                <c:pt idx="1616">
                  <c:v>0.43721858491198573</c:v>
                </c:pt>
                <c:pt idx="1617">
                  <c:v>0.47934460336964324</c:v>
                </c:pt>
                <c:pt idx="1618">
                  <c:v>0.53336157853458888</c:v>
                </c:pt>
                <c:pt idx="1619">
                  <c:v>0.57035980388261553</c:v>
                </c:pt>
                <c:pt idx="1620">
                  <c:v>0.62597200611279658</c:v>
                </c:pt>
                <c:pt idx="1621">
                  <c:v>0.69315757770234188</c:v>
                </c:pt>
                <c:pt idx="1622">
                  <c:v>0.74756363730072761</c:v>
                </c:pt>
                <c:pt idx="1623">
                  <c:v>0.74382304620143913</c:v>
                </c:pt>
                <c:pt idx="1624">
                  <c:v>0.78296436845841855</c:v>
                </c:pt>
                <c:pt idx="1625">
                  <c:v>0.8085653171989442</c:v>
                </c:pt>
                <c:pt idx="1626">
                  <c:v>0.80075738753893222</c:v>
                </c:pt>
                <c:pt idx="1627">
                  <c:v>0.81831323183040228</c:v>
                </c:pt>
                <c:pt idx="1628">
                  <c:v>0.85275484251542732</c:v>
                </c:pt>
                <c:pt idx="1629">
                  <c:v>0.87236811613293141</c:v>
                </c:pt>
                <c:pt idx="1630">
                  <c:v>0.89299683582417089</c:v>
                </c:pt>
                <c:pt idx="1631">
                  <c:v>0.89656459224661511</c:v>
                </c:pt>
                <c:pt idx="1632">
                  <c:v>0.90839149498094118</c:v>
                </c:pt>
                <c:pt idx="1633">
                  <c:v>0.91745249472282553</c:v>
                </c:pt>
                <c:pt idx="1634">
                  <c:v>0.92466731163408356</c:v>
                </c:pt>
                <c:pt idx="1635">
                  <c:v>0.92159221398465274</c:v>
                </c:pt>
                <c:pt idx="1636">
                  <c:v>0.91840640924890526</c:v>
                </c:pt>
                <c:pt idx="1637">
                  <c:v>0.89009408967889325</c:v>
                </c:pt>
                <c:pt idx="1638">
                  <c:v>0.87519711180120563</c:v>
                </c:pt>
                <c:pt idx="1639">
                  <c:v>0.85443568488643606</c:v>
                </c:pt>
                <c:pt idx="1640">
                  <c:v>0.8374241767899957</c:v>
                </c:pt>
                <c:pt idx="1641">
                  <c:v>0.83777901104863584</c:v>
                </c:pt>
                <c:pt idx="1642">
                  <c:v>0.83375059617551428</c:v>
                </c:pt>
                <c:pt idx="1643">
                  <c:v>0.82721894407540342</c:v>
                </c:pt>
                <c:pt idx="1644">
                  <c:v>0.82880804202835312</c:v>
                </c:pt>
                <c:pt idx="1645">
                  <c:v>0.81880158617567378</c:v>
                </c:pt>
                <c:pt idx="1646">
                  <c:v>0.81000862711453703</c:v>
                </c:pt>
                <c:pt idx="1647">
                  <c:v>0.81296028840726009</c:v>
                </c:pt>
                <c:pt idx="1648">
                  <c:v>0.81684515811156833</c:v>
                </c:pt>
                <c:pt idx="1649">
                  <c:v>0.82855685426824977</c:v>
                </c:pt>
                <c:pt idx="1650">
                  <c:v>0.84598453518523609</c:v>
                </c:pt>
                <c:pt idx="1651">
                  <c:v>0.85188767927291131</c:v>
                </c:pt>
                <c:pt idx="1652">
                  <c:v>0.86586415755042934</c:v>
                </c:pt>
                <c:pt idx="1653">
                  <c:v>0.87695002136448308</c:v>
                </c:pt>
                <c:pt idx="1654">
                  <c:v>0.90027366987660107</c:v>
                </c:pt>
                <c:pt idx="1655">
                  <c:v>0.9456885322382973</c:v>
                </c:pt>
                <c:pt idx="1656">
                  <c:v>0.97357923742752872</c:v>
                </c:pt>
                <c:pt idx="1657">
                  <c:v>1.0090073146734817</c:v>
                </c:pt>
                <c:pt idx="1658">
                  <c:v>1.0535106295965646</c:v>
                </c:pt>
                <c:pt idx="1659">
                  <c:v>1.0667027472897996</c:v>
                </c:pt>
                <c:pt idx="1660">
                  <c:v>1.1080945972517149</c:v>
                </c:pt>
                <c:pt idx="1661">
                  <c:v>1.1645734510850125</c:v>
                </c:pt>
                <c:pt idx="1662">
                  <c:v>1.2043350177218184</c:v>
                </c:pt>
                <c:pt idx="1663">
                  <c:v>1.2331958372586043</c:v>
                </c:pt>
                <c:pt idx="1664">
                  <c:v>1.2669519065073631</c:v>
                </c:pt>
                <c:pt idx="1665">
                  <c:v>1.2932365575927618</c:v>
                </c:pt>
                <c:pt idx="1666">
                  <c:v>1.33487760625395</c:v>
                </c:pt>
                <c:pt idx="1667">
                  <c:v>1.3938385151640744</c:v>
                </c:pt>
                <c:pt idx="1668">
                  <c:v>1.4346026437309811</c:v>
                </c:pt>
                <c:pt idx="1669">
                  <c:v>1.4644589245060684</c:v>
                </c:pt>
                <c:pt idx="1670">
                  <c:v>1.4658333753538777</c:v>
                </c:pt>
                <c:pt idx="1671">
                  <c:v>1.4774280944523228</c:v>
                </c:pt>
                <c:pt idx="1672">
                  <c:v>1.4952101924282193</c:v>
                </c:pt>
                <c:pt idx="1673">
                  <c:v>1.5059394976333915</c:v>
                </c:pt>
                <c:pt idx="1674">
                  <c:v>1.528004210677528</c:v>
                </c:pt>
                <c:pt idx="1675">
                  <c:v>1.5082722045943842</c:v>
                </c:pt>
                <c:pt idx="1676">
                  <c:v>1.4721635170460872</c:v>
                </c:pt>
                <c:pt idx="1677">
                  <c:v>1.4597036869433415</c:v>
                </c:pt>
                <c:pt idx="1678">
                  <c:v>1.4352802313712829</c:v>
                </c:pt>
                <c:pt idx="1679">
                  <c:v>1.4138955423035349</c:v>
                </c:pt>
                <c:pt idx="1680">
                  <c:v>1.4205421688175794</c:v>
                </c:pt>
                <c:pt idx="1681">
                  <c:v>1.4105931943290848</c:v>
                </c:pt>
                <c:pt idx="1682">
                  <c:v>1.3985760552777822</c:v>
                </c:pt>
                <c:pt idx="1683">
                  <c:v>1.392403389755148</c:v>
                </c:pt>
                <c:pt idx="1684">
                  <c:v>1.390411947678005</c:v>
                </c:pt>
                <c:pt idx="1685">
                  <c:v>1.3784365412321702</c:v>
                </c:pt>
                <c:pt idx="1686">
                  <c:v>1.3811209907872155</c:v>
                </c:pt>
                <c:pt idx="1687">
                  <c:v>1.3627246594902589</c:v>
                </c:pt>
                <c:pt idx="1688">
                  <c:v>1.3243454897698059</c:v>
                </c:pt>
                <c:pt idx="1689">
                  <c:v>1.2987734180622834</c:v>
                </c:pt>
                <c:pt idx="1690">
                  <c:v>1.3064492216901538</c:v>
                </c:pt>
                <c:pt idx="1691">
                  <c:v>1.3096092383813938</c:v>
                </c:pt>
                <c:pt idx="1692">
                  <c:v>1.3361511913366197</c:v>
                </c:pt>
                <c:pt idx="1693">
                  <c:v>1.322330229683548</c:v>
                </c:pt>
                <c:pt idx="1694">
                  <c:v>1.2963187874350302</c:v>
                </c:pt>
                <c:pt idx="1695">
                  <c:v>1.2581462893814062</c:v>
                </c:pt>
                <c:pt idx="1696">
                  <c:v>1.2441376954386416</c:v>
                </c:pt>
                <c:pt idx="1697">
                  <c:v>1.2390667032366454</c:v>
                </c:pt>
                <c:pt idx="1698">
                  <c:v>1.2432219226825676</c:v>
                </c:pt>
                <c:pt idx="1699">
                  <c:v>1.2496992974885355</c:v>
                </c:pt>
                <c:pt idx="1700">
                  <c:v>1.2303350391799439</c:v>
                </c:pt>
                <c:pt idx="1701">
                  <c:v>1.1960103442268901</c:v>
                </c:pt>
                <c:pt idx="1702">
                  <c:v>1.1624302526251911</c:v>
                </c:pt>
                <c:pt idx="1703">
                  <c:v>1.1437823797442062</c:v>
                </c:pt>
                <c:pt idx="1704">
                  <c:v>1.1045544889916217</c:v>
                </c:pt>
                <c:pt idx="1705">
                  <c:v>1.0571671255158048</c:v>
                </c:pt>
                <c:pt idx="1706">
                  <c:v>1.0414609099761378</c:v>
                </c:pt>
                <c:pt idx="1707">
                  <c:v>1.0208537893989702</c:v>
                </c:pt>
                <c:pt idx="1708">
                  <c:v>0.9991751981118866</c:v>
                </c:pt>
                <c:pt idx="1709">
                  <c:v>1.0390433358895392</c:v>
                </c:pt>
                <c:pt idx="1710">
                  <c:v>1.0767429788072351</c:v>
                </c:pt>
                <c:pt idx="1711">
                  <c:v>1.0796187169264635</c:v>
                </c:pt>
                <c:pt idx="1712">
                  <c:v>1.0758949107382063</c:v>
                </c:pt>
                <c:pt idx="1713">
                  <c:v>1.0375231468993988</c:v>
                </c:pt>
                <c:pt idx="1714">
                  <c:v>0.99144577180905413</c:v>
                </c:pt>
                <c:pt idx="1715">
                  <c:v>0.95978460374688856</c:v>
                </c:pt>
                <c:pt idx="1716">
                  <c:v>0.94918920874427837</c:v>
                </c:pt>
                <c:pt idx="1717">
                  <c:v>0.91053005898990713</c:v>
                </c:pt>
                <c:pt idx="1718">
                  <c:v>0.88826869815468545</c:v>
                </c:pt>
                <c:pt idx="1719">
                  <c:v>0.87677251997811168</c:v>
                </c:pt>
                <c:pt idx="1720">
                  <c:v>0.90266770715408085</c:v>
                </c:pt>
                <c:pt idx="1721">
                  <c:v>0.94468555596445647</c:v>
                </c:pt>
                <c:pt idx="1722">
                  <c:v>1.0108440383112482</c:v>
                </c:pt>
                <c:pt idx="1723">
                  <c:v>1.0888135903866951</c:v>
                </c:pt>
                <c:pt idx="1724">
                  <c:v>1.1400939807978596</c:v>
                </c:pt>
                <c:pt idx="1725">
                  <c:v>1.1936647765560233</c:v>
                </c:pt>
                <c:pt idx="1726">
                  <c:v>1.2653413533805773</c:v>
                </c:pt>
                <c:pt idx="1727">
                  <c:v>1.3178779868478838</c:v>
                </c:pt>
                <c:pt idx="1728">
                  <c:v>1.3700428949572281</c:v>
                </c:pt>
                <c:pt idx="1729">
                  <c:v>1.4086097106544857</c:v>
                </c:pt>
                <c:pt idx="1730">
                  <c:v>1.3980679859163714</c:v>
                </c:pt>
                <c:pt idx="1731">
                  <c:v>1.3881693011973071</c:v>
                </c:pt>
                <c:pt idx="1732">
                  <c:v>1.3671358960391256</c:v>
                </c:pt>
                <c:pt idx="1733">
                  <c:v>1.389616886561245</c:v>
                </c:pt>
                <c:pt idx="1734">
                  <c:v>1.3954881491443323</c:v>
                </c:pt>
                <c:pt idx="1735">
                  <c:v>1.4516932507717293</c:v>
                </c:pt>
                <c:pt idx="1736">
                  <c:v>1.5279230704742206</c:v>
                </c:pt>
                <c:pt idx="1737">
                  <c:v>1.5708412037506356</c:v>
                </c:pt>
                <c:pt idx="1738">
                  <c:v>1.6058376763147351</c:v>
                </c:pt>
                <c:pt idx="1739">
                  <c:v>1.6038243724408396</c:v>
                </c:pt>
                <c:pt idx="1740">
                  <c:v>1.5958438473508272</c:v>
                </c:pt>
                <c:pt idx="1741">
                  <c:v>1.5597254924368411</c:v>
                </c:pt>
                <c:pt idx="1742">
                  <c:v>1.5295605445422658</c:v>
                </c:pt>
                <c:pt idx="1743">
                  <c:v>1.5168874969560675</c:v>
                </c:pt>
                <c:pt idx="1744">
                  <c:v>1.5055054017024536</c:v>
                </c:pt>
                <c:pt idx="1745">
                  <c:v>1.5022054615280294</c:v>
                </c:pt>
                <c:pt idx="1746">
                  <c:v>1.5278734267622947</c:v>
                </c:pt>
                <c:pt idx="1747">
                  <c:v>1.5159457345485474</c:v>
                </c:pt>
                <c:pt idx="1748">
                  <c:v>1.4891651292547521</c:v>
                </c:pt>
                <c:pt idx="1749">
                  <c:v>1.4443485397670912</c:v>
                </c:pt>
                <c:pt idx="1750">
                  <c:v>1.4193940626725357</c:v>
                </c:pt>
                <c:pt idx="1751">
                  <c:v>1.4039435754501552</c:v>
                </c:pt>
                <c:pt idx="1752">
                  <c:v>1.3859018287482636</c:v>
                </c:pt>
                <c:pt idx="1753">
                  <c:v>1.3895143139180748</c:v>
                </c:pt>
                <c:pt idx="1754">
                  <c:v>1.3716735188775284</c:v>
                </c:pt>
                <c:pt idx="1755">
                  <c:v>1.3663947854101473</c:v>
                </c:pt>
                <c:pt idx="1756">
                  <c:v>1.3687630300460478</c:v>
                </c:pt>
                <c:pt idx="1757">
                  <c:v>1.3379458270324518</c:v>
                </c:pt>
                <c:pt idx="1758">
                  <c:v>1.3171859664608534</c:v>
                </c:pt>
                <c:pt idx="1759">
                  <c:v>1.3275053540683579</c:v>
                </c:pt>
                <c:pt idx="1760">
                  <c:v>1.3601243062045825</c:v>
                </c:pt>
                <c:pt idx="1761">
                  <c:v>1.3772612445906283</c:v>
                </c:pt>
                <c:pt idx="1762">
                  <c:v>1.3506551287647017</c:v>
                </c:pt>
                <c:pt idx="1763">
                  <c:v>1.3282192497015017</c:v>
                </c:pt>
                <c:pt idx="1764">
                  <c:v>1.2716819418841214</c:v>
                </c:pt>
                <c:pt idx="1765">
                  <c:v>1.2158223165529598</c:v>
                </c:pt>
                <c:pt idx="1766">
                  <c:v>1.1770324463359318</c:v>
                </c:pt>
                <c:pt idx="1767">
                  <c:v>1.1157733923891566</c:v>
                </c:pt>
                <c:pt idx="1768">
                  <c:v>1.0798162976476537</c:v>
                </c:pt>
                <c:pt idx="1769">
                  <c:v>1.0455333911405933</c:v>
                </c:pt>
                <c:pt idx="1770">
                  <c:v>1.0011323283333471</c:v>
                </c:pt>
                <c:pt idx="1771">
                  <c:v>0.97576581841314958</c:v>
                </c:pt>
                <c:pt idx="1772">
                  <c:v>0.92115460033678487</c:v>
                </c:pt>
                <c:pt idx="1773">
                  <c:v>0.8474679155692536</c:v>
                </c:pt>
                <c:pt idx="1774">
                  <c:v>0.77195873651307778</c:v>
                </c:pt>
                <c:pt idx="1775">
                  <c:v>0.74122227427837861</c:v>
                </c:pt>
                <c:pt idx="1776">
                  <c:v>0.71719246740967058</c:v>
                </c:pt>
                <c:pt idx="1777">
                  <c:v>0.66612262769181219</c:v>
                </c:pt>
                <c:pt idx="1778">
                  <c:v>0.62785859974837344</c:v>
                </c:pt>
                <c:pt idx="1779">
                  <c:v>0.58043799454145006</c:v>
                </c:pt>
                <c:pt idx="1780">
                  <c:v>0.54871083028500567</c:v>
                </c:pt>
                <c:pt idx="1781">
                  <c:v>0.512679498152527</c:v>
                </c:pt>
                <c:pt idx="1782">
                  <c:v>0.46912049474170175</c:v>
                </c:pt>
                <c:pt idx="1783">
                  <c:v>0.45868433037250783</c:v>
                </c:pt>
                <c:pt idx="1784">
                  <c:v>0.45034970783229161</c:v>
                </c:pt>
                <c:pt idx="1785">
                  <c:v>0.46113457123036361</c:v>
                </c:pt>
                <c:pt idx="1786">
                  <c:v>0.47916602107433787</c:v>
                </c:pt>
                <c:pt idx="1787">
                  <c:v>0.46659627629692096</c:v>
                </c:pt>
                <c:pt idx="1788">
                  <c:v>0.42680605927561471</c:v>
                </c:pt>
                <c:pt idx="1789">
                  <c:v>0.39962256409818192</c:v>
                </c:pt>
                <c:pt idx="1790">
                  <c:v>0.38185376056711462</c:v>
                </c:pt>
                <c:pt idx="1791">
                  <c:v>0.35704152221568364</c:v>
                </c:pt>
                <c:pt idx="1792">
                  <c:v>0.3047774354140822</c:v>
                </c:pt>
                <c:pt idx="1793">
                  <c:v>0.29831686186552991</c:v>
                </c:pt>
                <c:pt idx="1794">
                  <c:v>0.30669572988550997</c:v>
                </c:pt>
                <c:pt idx="1795">
                  <c:v>0.29606016792498469</c:v>
                </c:pt>
                <c:pt idx="1796">
                  <c:v>0.25526663018284912</c:v>
                </c:pt>
                <c:pt idx="1797">
                  <c:v>0.20745850777804326</c:v>
                </c:pt>
                <c:pt idx="1798">
                  <c:v>0.16900931245202325</c:v>
                </c:pt>
                <c:pt idx="1799">
                  <c:v>0.12479221610812476</c:v>
                </c:pt>
                <c:pt idx="1800">
                  <c:v>0.1175203784182766</c:v>
                </c:pt>
                <c:pt idx="1801">
                  <c:v>0.12174356466558862</c:v>
                </c:pt>
                <c:pt idx="1802">
                  <c:v>0.12107470769748548</c:v>
                </c:pt>
                <c:pt idx="1803">
                  <c:v>0.15979684295511801</c:v>
                </c:pt>
                <c:pt idx="1804">
                  <c:v>0.20299416352211491</c:v>
                </c:pt>
                <c:pt idx="1805">
                  <c:v>0.21213177190463137</c:v>
                </c:pt>
                <c:pt idx="1806">
                  <c:v>0.19634048848654065</c:v>
                </c:pt>
                <c:pt idx="1807">
                  <c:v>0.14912222347424509</c:v>
                </c:pt>
                <c:pt idx="1808">
                  <c:v>0.12579977805608325</c:v>
                </c:pt>
                <c:pt idx="1809">
                  <c:v>0.10335617376316189</c:v>
                </c:pt>
                <c:pt idx="1810">
                  <c:v>9.8690898908341623E-2</c:v>
                </c:pt>
                <c:pt idx="1811">
                  <c:v>8.9767614049397315E-2</c:v>
                </c:pt>
                <c:pt idx="1812">
                  <c:v>0.13181139961996419</c:v>
                </c:pt>
                <c:pt idx="1813">
                  <c:v>0.20150314810164649</c:v>
                </c:pt>
                <c:pt idx="1814">
                  <c:v>0.22412695803037649</c:v>
                </c:pt>
                <c:pt idx="1815">
                  <c:v>0.24863804559751154</c:v>
                </c:pt>
                <c:pt idx="1816">
                  <c:v>0.27528555459997039</c:v>
                </c:pt>
                <c:pt idx="1817">
                  <c:v>0.2687400918076297</c:v>
                </c:pt>
                <c:pt idx="1818">
                  <c:v>0.26989966295222084</c:v>
                </c:pt>
                <c:pt idx="1819">
                  <c:v>0.29222331625830561</c:v>
                </c:pt>
                <c:pt idx="1820">
                  <c:v>0.31357935870035086</c:v>
                </c:pt>
                <c:pt idx="1821">
                  <c:v>0.31204870008288421</c:v>
                </c:pt>
                <c:pt idx="1822">
                  <c:v>0.25093549370125212</c:v>
                </c:pt>
                <c:pt idx="1823">
                  <c:v>0.20132666556816642</c:v>
                </c:pt>
                <c:pt idx="1824">
                  <c:v>0.11682458549162691</c:v>
                </c:pt>
                <c:pt idx="1825">
                  <c:v>2.9809932426215296E-2</c:v>
                </c:pt>
                <c:pt idx="1826">
                  <c:v>-3.7394249714523452E-2</c:v>
                </c:pt>
                <c:pt idx="1827">
                  <c:v>-9.2730820265558234E-2</c:v>
                </c:pt>
                <c:pt idx="1828">
                  <c:v>-0.12927043694299598</c:v>
                </c:pt>
                <c:pt idx="1829">
                  <c:v>-0.1830009232461664</c:v>
                </c:pt>
                <c:pt idx="1830">
                  <c:v>-0.20190886300019301</c:v>
                </c:pt>
                <c:pt idx="1831">
                  <c:v>-0.23024407700775282</c:v>
                </c:pt>
                <c:pt idx="1832">
                  <c:v>-0.26461207258756436</c:v>
                </c:pt>
                <c:pt idx="1833">
                  <c:v>-0.32626446651390989</c:v>
                </c:pt>
                <c:pt idx="1834">
                  <c:v>-0.41151354654486971</c:v>
                </c:pt>
                <c:pt idx="1835">
                  <c:v>-0.45651111214355017</c:v>
                </c:pt>
                <c:pt idx="1836">
                  <c:v>-0.49488904340727696</c:v>
                </c:pt>
                <c:pt idx="1837">
                  <c:v>-0.51415411383737941</c:v>
                </c:pt>
                <c:pt idx="1838">
                  <c:v>-0.46712183637899146</c:v>
                </c:pt>
                <c:pt idx="1839">
                  <c:v>-0.41366830290329215</c:v>
                </c:pt>
                <c:pt idx="1840">
                  <c:v>-0.35352520564321277</c:v>
                </c:pt>
                <c:pt idx="1841">
                  <c:v>-0.29299853236983969</c:v>
                </c:pt>
                <c:pt idx="1842">
                  <c:v>-0.23691753700032819</c:v>
                </c:pt>
                <c:pt idx="1843">
                  <c:v>-0.11969703337383095</c:v>
                </c:pt>
                <c:pt idx="1844">
                  <c:v>-3.2212746610415788E-2</c:v>
                </c:pt>
                <c:pt idx="1845">
                  <c:v>4.0803083257811332E-2</c:v>
                </c:pt>
                <c:pt idx="1846">
                  <c:v>0.12052066688970232</c:v>
                </c:pt>
                <c:pt idx="1847">
                  <c:v>0.19974530618301967</c:v>
                </c:pt>
                <c:pt idx="1848">
                  <c:v>0.28716349918984868</c:v>
                </c:pt>
                <c:pt idx="1849">
                  <c:v>0.35265887889751241</c:v>
                </c:pt>
                <c:pt idx="1850">
                  <c:v>0.45780000141282545</c:v>
                </c:pt>
                <c:pt idx="1851">
                  <c:v>0.55211117839910118</c:v>
                </c:pt>
                <c:pt idx="1852">
                  <c:v>0.63289709565655716</c:v>
                </c:pt>
                <c:pt idx="1853">
                  <c:v>0.71480766439203558</c:v>
                </c:pt>
                <c:pt idx="1854">
                  <c:v>0.8050328688903936</c:v>
                </c:pt>
                <c:pt idx="1855">
                  <c:v>0.87815966012550473</c:v>
                </c:pt>
                <c:pt idx="1856">
                  <c:v>0.95100838042738656</c:v>
                </c:pt>
                <c:pt idx="1857">
                  <c:v>0.99725119559685083</c:v>
                </c:pt>
                <c:pt idx="1858">
                  <c:v>1.0460432593129323</c:v>
                </c:pt>
                <c:pt idx="1859">
                  <c:v>1.0451462093472845</c:v>
                </c:pt>
                <c:pt idx="1860">
                  <c:v>1.0442328983279163</c:v>
                </c:pt>
                <c:pt idx="1861">
                  <c:v>1.0266272763441646</c:v>
                </c:pt>
                <c:pt idx="1862">
                  <c:v>1.0115823921739995</c:v>
                </c:pt>
                <c:pt idx="1863">
                  <c:v>0.97977127513589546</c:v>
                </c:pt>
                <c:pt idx="1864">
                  <c:v>0.92957113006520176</c:v>
                </c:pt>
                <c:pt idx="1865">
                  <c:v>0.90590232270608984</c:v>
                </c:pt>
                <c:pt idx="1866">
                  <c:v>0.91633287964295684</c:v>
                </c:pt>
                <c:pt idx="1867">
                  <c:v>0.91842363566755847</c:v>
                </c:pt>
                <c:pt idx="1868">
                  <c:v>0.9043966055440843</c:v>
                </c:pt>
                <c:pt idx="1869">
                  <c:v>0.87946007653030689</c:v>
                </c:pt>
                <c:pt idx="1870">
                  <c:v>0.86310650513567877</c:v>
                </c:pt>
                <c:pt idx="1871">
                  <c:v>0.83488481068841836</c:v>
                </c:pt>
                <c:pt idx="1872">
                  <c:v>0.81816735082922765</c:v>
                </c:pt>
                <c:pt idx="1873">
                  <c:v>0.81169229847677449</c:v>
                </c:pt>
                <c:pt idx="1874">
                  <c:v>0.80893424204792819</c:v>
                </c:pt>
                <c:pt idx="1875">
                  <c:v>0.79687913515485465</c:v>
                </c:pt>
                <c:pt idx="1876">
                  <c:v>0.79896520732217025</c:v>
                </c:pt>
                <c:pt idx="1877">
                  <c:v>0.78281740969875335</c:v>
                </c:pt>
                <c:pt idx="1878">
                  <c:v>0.79187652205672709</c:v>
                </c:pt>
                <c:pt idx="1879">
                  <c:v>0.75281733911341808</c:v>
                </c:pt>
                <c:pt idx="1880">
                  <c:v>0.74276960909193823</c:v>
                </c:pt>
                <c:pt idx="1881">
                  <c:v>0.73813650647393414</c:v>
                </c:pt>
                <c:pt idx="1882">
                  <c:v>0.7088684524725497</c:v>
                </c:pt>
                <c:pt idx="1883">
                  <c:v>0.67696174344173443</c:v>
                </c:pt>
                <c:pt idx="1884">
                  <c:v>0.66827212640848122</c:v>
                </c:pt>
                <c:pt idx="1885">
                  <c:v>0.65633228889321604</c:v>
                </c:pt>
                <c:pt idx="1886">
                  <c:v>0.64995331502366394</c:v>
                </c:pt>
                <c:pt idx="1887">
                  <c:v>0.65033974499417857</c:v>
                </c:pt>
                <c:pt idx="1888">
                  <c:v>0.60378313407322604</c:v>
                </c:pt>
                <c:pt idx="1889">
                  <c:v>0.60712333754920722</c:v>
                </c:pt>
                <c:pt idx="1890">
                  <c:v>0.61376304517245073</c:v>
                </c:pt>
                <c:pt idx="1891">
                  <c:v>0.61978506362546715</c:v>
                </c:pt>
                <c:pt idx="1892">
                  <c:v>0.59009596638093487</c:v>
                </c:pt>
                <c:pt idx="1893">
                  <c:v>0.57707652074916094</c:v>
                </c:pt>
                <c:pt idx="1894">
                  <c:v>0.52316811819136877</c:v>
                </c:pt>
                <c:pt idx="1895">
                  <c:v>0.4408599294189825</c:v>
                </c:pt>
                <c:pt idx="1896">
                  <c:v>0.36981087333759488</c:v>
                </c:pt>
                <c:pt idx="1897">
                  <c:v>0.35353917762398057</c:v>
                </c:pt>
                <c:pt idx="1898">
                  <c:v>0.33258025157702742</c:v>
                </c:pt>
                <c:pt idx="1899">
                  <c:v>0.29486416840982099</c:v>
                </c:pt>
                <c:pt idx="1900">
                  <c:v>0.31503394003245333</c:v>
                </c:pt>
                <c:pt idx="1901">
                  <c:v>0.31770987885031304</c:v>
                </c:pt>
                <c:pt idx="1902">
                  <c:v>0.34218915691507157</c:v>
                </c:pt>
                <c:pt idx="1903">
                  <c:v>0.33692970279948553</c:v>
                </c:pt>
                <c:pt idx="1904">
                  <c:v>0.33499873909715844</c:v>
                </c:pt>
                <c:pt idx="1905">
                  <c:v>0.30777549089446188</c:v>
                </c:pt>
                <c:pt idx="1906">
                  <c:v>0.27807102624098273</c:v>
                </c:pt>
                <c:pt idx="1907">
                  <c:v>0.2580960350291035</c:v>
                </c:pt>
                <c:pt idx="1908">
                  <c:v>0.22498342365722088</c:v>
                </c:pt>
                <c:pt idx="1909">
                  <c:v>0.25166734240895378</c:v>
                </c:pt>
                <c:pt idx="1910">
                  <c:v>0.26977447782883424</c:v>
                </c:pt>
                <c:pt idx="1911">
                  <c:v>0.26490192335001317</c:v>
                </c:pt>
                <c:pt idx="1912">
                  <c:v>0.27891549038964109</c:v>
                </c:pt>
                <c:pt idx="1913">
                  <c:v>0.31367924106435457</c:v>
                </c:pt>
                <c:pt idx="1914">
                  <c:v>0.3276250868684113</c:v>
                </c:pt>
                <c:pt idx="1915">
                  <c:v>0.35677257755349945</c:v>
                </c:pt>
                <c:pt idx="1916">
                  <c:v>0.41797623174280746</c:v>
                </c:pt>
                <c:pt idx="1917">
                  <c:v>0.4670924211317421</c:v>
                </c:pt>
                <c:pt idx="1918">
                  <c:v>0.44836273539198418</c:v>
                </c:pt>
                <c:pt idx="1919">
                  <c:v>0.44700981429503128</c:v>
                </c:pt>
                <c:pt idx="1920">
                  <c:v>0.43371401279282323</c:v>
                </c:pt>
                <c:pt idx="1921">
                  <c:v>0.38661407838994871</c:v>
                </c:pt>
                <c:pt idx="1922">
                  <c:v>0.32244091315207063</c:v>
                </c:pt>
                <c:pt idx="1923">
                  <c:v>0.23685879888363162</c:v>
                </c:pt>
                <c:pt idx="1924">
                  <c:v>0.19628068067467055</c:v>
                </c:pt>
                <c:pt idx="1925">
                  <c:v>0.14501724088517332</c:v>
                </c:pt>
                <c:pt idx="1926">
                  <c:v>0.12032056358259011</c:v>
                </c:pt>
                <c:pt idx="1927">
                  <c:v>6.6603459646622981E-2</c:v>
                </c:pt>
                <c:pt idx="1928">
                  <c:v>3.0267470586066238E-2</c:v>
                </c:pt>
                <c:pt idx="1929">
                  <c:v>-1.8799257805313538E-2</c:v>
                </c:pt>
                <c:pt idx="1930">
                  <c:v>-9.5753664333520255E-2</c:v>
                </c:pt>
                <c:pt idx="1931">
                  <c:v>-0.20057085500534649</c:v>
                </c:pt>
                <c:pt idx="1932">
                  <c:v>-0.29793530245877692</c:v>
                </c:pt>
                <c:pt idx="1933">
                  <c:v>-0.41418762700067069</c:v>
                </c:pt>
                <c:pt idx="1934">
                  <c:v>-0.50520522229233211</c:v>
                </c:pt>
                <c:pt idx="1935">
                  <c:v>-0.60210766004963201</c:v>
                </c:pt>
                <c:pt idx="1936">
                  <c:v>-0.6785305020613297</c:v>
                </c:pt>
                <c:pt idx="1937">
                  <c:v>-0.72839088488663672</c:v>
                </c:pt>
                <c:pt idx="1938">
                  <c:v>-0.78830510909026552</c:v>
                </c:pt>
                <c:pt idx="1939">
                  <c:v>-0.82401316222412846</c:v>
                </c:pt>
                <c:pt idx="1940">
                  <c:v>-0.85959488414923579</c:v>
                </c:pt>
                <c:pt idx="1941">
                  <c:v>-0.8036342459748802</c:v>
                </c:pt>
                <c:pt idx="1942">
                  <c:v>-0.7838623328797788</c:v>
                </c:pt>
                <c:pt idx="1943">
                  <c:v>-0.73990416645789481</c:v>
                </c:pt>
                <c:pt idx="1944">
                  <c:v>-0.71268701852143612</c:v>
                </c:pt>
                <c:pt idx="1945">
                  <c:v>-0.64532836432946072</c:v>
                </c:pt>
                <c:pt idx="1946">
                  <c:v>-0.60735527954347424</c:v>
                </c:pt>
                <c:pt idx="1947">
                  <c:v>-0.59934882600990691</c:v>
                </c:pt>
                <c:pt idx="1948">
                  <c:v>-0.52003240512454429</c:v>
                </c:pt>
                <c:pt idx="1949">
                  <c:v>-0.52442571593831677</c:v>
                </c:pt>
                <c:pt idx="1950">
                  <c:v>-0.54805640079064699</c:v>
                </c:pt>
                <c:pt idx="1951">
                  <c:v>-0.5419017547400844</c:v>
                </c:pt>
                <c:pt idx="1952">
                  <c:v>-0.54902431405105889</c:v>
                </c:pt>
                <c:pt idx="1953">
                  <c:v>-0.56611960024893293</c:v>
                </c:pt>
                <c:pt idx="1954">
                  <c:v>-0.5463106528713817</c:v>
                </c:pt>
                <c:pt idx="1955">
                  <c:v>-0.54918236754810501</c:v>
                </c:pt>
                <c:pt idx="1956">
                  <c:v>-0.52747863065982625</c:v>
                </c:pt>
                <c:pt idx="1957">
                  <c:v>-0.49912087257375354</c:v>
                </c:pt>
                <c:pt idx="1958">
                  <c:v>-0.54596084089092778</c:v>
                </c:pt>
                <c:pt idx="1959">
                  <c:v>-0.56337142763100823</c:v>
                </c:pt>
                <c:pt idx="1960">
                  <c:v>-0.6005253195789646</c:v>
                </c:pt>
                <c:pt idx="1961">
                  <c:v>-0.64584548064394653</c:v>
                </c:pt>
                <c:pt idx="1962">
                  <c:v>-0.72788196231827573</c:v>
                </c:pt>
                <c:pt idx="1963">
                  <c:v>-0.78286709501947482</c:v>
                </c:pt>
                <c:pt idx="1964">
                  <c:v>-0.80664608686538153</c:v>
                </c:pt>
                <c:pt idx="1965">
                  <c:v>-0.82072977703866234</c:v>
                </c:pt>
                <c:pt idx="1966">
                  <c:v>-0.86222565898796788</c:v>
                </c:pt>
                <c:pt idx="1967">
                  <c:v>-0.81290250569615141</c:v>
                </c:pt>
                <c:pt idx="1968">
                  <c:v>-0.73531459446075931</c:v>
                </c:pt>
                <c:pt idx="1969">
                  <c:v>-0.63878732274812722</c:v>
                </c:pt>
                <c:pt idx="1970">
                  <c:v>-0.53996667895350503</c:v>
                </c:pt>
                <c:pt idx="1971">
                  <c:v>-0.4441559832441962</c:v>
                </c:pt>
                <c:pt idx="1972">
                  <c:v>-0.34603486056149768</c:v>
                </c:pt>
                <c:pt idx="1973">
                  <c:v>-0.21645918432776839</c:v>
                </c:pt>
                <c:pt idx="1974">
                  <c:v>-4.398248201750779E-2</c:v>
                </c:pt>
                <c:pt idx="1975">
                  <c:v>4.8342837078770934E-2</c:v>
                </c:pt>
                <c:pt idx="1976">
                  <c:v>9.5425754828125445E-2</c:v>
                </c:pt>
                <c:pt idx="1977">
                  <c:v>0.13065115702161301</c:v>
                </c:pt>
                <c:pt idx="1978">
                  <c:v>0.15293517326289421</c:v>
                </c:pt>
                <c:pt idx="1979">
                  <c:v>0.18591112709205804</c:v>
                </c:pt>
                <c:pt idx="1980">
                  <c:v>0.21435081397170425</c:v>
                </c:pt>
                <c:pt idx="1981">
                  <c:v>0.25019918385976225</c:v>
                </c:pt>
                <c:pt idx="1982">
                  <c:v>0.27451151033616766</c:v>
                </c:pt>
                <c:pt idx="1983">
                  <c:v>0.26485204214853791</c:v>
                </c:pt>
                <c:pt idx="1984">
                  <c:v>0.25020818520762311</c:v>
                </c:pt>
                <c:pt idx="1985">
                  <c:v>0.20161878593530055</c:v>
                </c:pt>
                <c:pt idx="1986">
                  <c:v>0.17681719177025537</c:v>
                </c:pt>
                <c:pt idx="1987">
                  <c:v>0.15878923991663399</c:v>
                </c:pt>
                <c:pt idx="1988">
                  <c:v>0.13447387391369883</c:v>
                </c:pt>
                <c:pt idx="1989">
                  <c:v>0.12431709444801771</c:v>
                </c:pt>
                <c:pt idx="1990">
                  <c:v>3.1344066760787152E-2</c:v>
                </c:pt>
                <c:pt idx="1991">
                  <c:v>-2.0431594788138531E-2</c:v>
                </c:pt>
                <c:pt idx="1992">
                  <c:v>-4.5992680080760642E-2</c:v>
                </c:pt>
                <c:pt idx="1993">
                  <c:v>-7.3744542913660852E-2</c:v>
                </c:pt>
                <c:pt idx="1994">
                  <c:v>-0.10882243137767431</c:v>
                </c:pt>
                <c:pt idx="1995">
                  <c:v>-0.13968223265899593</c:v>
                </c:pt>
                <c:pt idx="1996">
                  <c:v>-0.13349631565873868</c:v>
                </c:pt>
                <c:pt idx="1997">
                  <c:v>-8.0265918488953564E-2</c:v>
                </c:pt>
                <c:pt idx="1998">
                  <c:v>-3.923064502511131E-2</c:v>
                </c:pt>
                <c:pt idx="1999">
                  <c:v>-9.7984267532838336E-3</c:v>
                </c:pt>
                <c:pt idx="2000">
                  <c:v>7.3237568191380512E-2</c:v>
                </c:pt>
                <c:pt idx="2001">
                  <c:v>0.13778458720981349</c:v>
                </c:pt>
                <c:pt idx="2002">
                  <c:v>0.19450376322914817</c:v>
                </c:pt>
                <c:pt idx="2003">
                  <c:v>0.278221557063553</c:v>
                </c:pt>
                <c:pt idx="2004">
                  <c:v>0.39301533175306014</c:v>
                </c:pt>
                <c:pt idx="2005">
                  <c:v>0.52065703864362856</c:v>
                </c:pt>
                <c:pt idx="2006">
                  <c:v>0.62790801855438994</c:v>
                </c:pt>
                <c:pt idx="2007">
                  <c:v>0.70458791269940768</c:v>
                </c:pt>
                <c:pt idx="2008">
                  <c:v>0.79055875205697279</c:v>
                </c:pt>
                <c:pt idx="2009">
                  <c:v>0.79607873650464234</c:v>
                </c:pt>
                <c:pt idx="2010">
                  <c:v>0.78653263835700515</c:v>
                </c:pt>
                <c:pt idx="2011">
                  <c:v>0.79443350698667781</c:v>
                </c:pt>
                <c:pt idx="2012">
                  <c:v>0.80375160754462849</c:v>
                </c:pt>
                <c:pt idx="2013">
                  <c:v>0.82657173747665835</c:v>
                </c:pt>
                <c:pt idx="2014">
                  <c:v>0.8265314611243022</c:v>
                </c:pt>
                <c:pt idx="2015">
                  <c:v>0.8103395166125702</c:v>
                </c:pt>
                <c:pt idx="2016">
                  <c:v>0.76133638265934123</c:v>
                </c:pt>
                <c:pt idx="2017">
                  <c:v>0.77031110833779315</c:v>
                </c:pt>
                <c:pt idx="2018">
                  <c:v>0.76212233223121795</c:v>
                </c:pt>
                <c:pt idx="2019">
                  <c:v>0.74249739925091041</c:v>
                </c:pt>
                <c:pt idx="2020">
                  <c:v>0.7408548586009136</c:v>
                </c:pt>
                <c:pt idx="2021">
                  <c:v>0.71957599975640985</c:v>
                </c:pt>
                <c:pt idx="2022">
                  <c:v>0.69482295126407279</c:v>
                </c:pt>
                <c:pt idx="2023">
                  <c:v>0.66657774812954762</c:v>
                </c:pt>
                <c:pt idx="2024">
                  <c:v>0.61665595994832079</c:v>
                </c:pt>
                <c:pt idx="2025">
                  <c:v>0.50920633540129367</c:v>
                </c:pt>
                <c:pt idx="2026">
                  <c:v>0.42272359293978051</c:v>
                </c:pt>
                <c:pt idx="2027">
                  <c:v>0.37217068194158992</c:v>
                </c:pt>
                <c:pt idx="2028">
                  <c:v>0.33399580937726686</c:v>
                </c:pt>
                <c:pt idx="2029">
                  <c:v>0.28653801262847384</c:v>
                </c:pt>
                <c:pt idx="2030">
                  <c:v>0.27637848641542734</c:v>
                </c:pt>
                <c:pt idx="2031">
                  <c:v>0.287884535271904</c:v>
                </c:pt>
                <c:pt idx="2032">
                  <c:v>0.28582455230815457</c:v>
                </c:pt>
                <c:pt idx="2033">
                  <c:v>0.29228930028001626</c:v>
                </c:pt>
                <c:pt idx="2034">
                  <c:v>0.30613394528571464</c:v>
                </c:pt>
                <c:pt idx="2035">
                  <c:v>0.34213708777472568</c:v>
                </c:pt>
                <c:pt idx="2036">
                  <c:v>0.4006969632345791</c:v>
                </c:pt>
                <c:pt idx="2037">
                  <c:v>0.50823698663942385</c:v>
                </c:pt>
                <c:pt idx="2038">
                  <c:v>0.61191503379334389</c:v>
                </c:pt>
                <c:pt idx="2039">
                  <c:v>0.7310163725808142</c:v>
                </c:pt>
                <c:pt idx="2040">
                  <c:v>0.87625159696284338</c:v>
                </c:pt>
                <c:pt idx="2041">
                  <c:v>0.99075923605193605</c:v>
                </c:pt>
                <c:pt idx="2042">
                  <c:v>1.0726284773445598</c:v>
                </c:pt>
                <c:pt idx="2043">
                  <c:v>1.1632189000279831</c:v>
                </c:pt>
                <c:pt idx="2044">
                  <c:v>1.3096686169402811</c:v>
                </c:pt>
                <c:pt idx="2045">
                  <c:v>1.4583456071370211</c:v>
                </c:pt>
                <c:pt idx="2046">
                  <c:v>1.6151218369479645</c:v>
                </c:pt>
                <c:pt idx="2047">
                  <c:v>1.766899061031485</c:v>
                </c:pt>
                <c:pt idx="2048">
                  <c:v>1.8967351632812484</c:v>
                </c:pt>
                <c:pt idx="2049">
                  <c:v>2.0257848204652658</c:v>
                </c:pt>
                <c:pt idx="2050">
                  <c:v>2.1555227316870491</c:v>
                </c:pt>
                <c:pt idx="2051">
                  <c:v>2.273384667221066</c:v>
                </c:pt>
                <c:pt idx="2052">
                  <c:v>2.3637597771015524</c:v>
                </c:pt>
                <c:pt idx="2053">
                  <c:v>2.4824574097211487</c:v>
                </c:pt>
                <c:pt idx="2054">
                  <c:v>2.5852116258520836</c:v>
                </c:pt>
                <c:pt idx="2055">
                  <c:v>2.6523292805960148</c:v>
                </c:pt>
                <c:pt idx="2056">
                  <c:v>2.6988813453968286</c:v>
                </c:pt>
                <c:pt idx="2057">
                  <c:v>2.7544031107063369</c:v>
                </c:pt>
                <c:pt idx="2058">
                  <c:v>2.7505584197328443</c:v>
                </c:pt>
                <c:pt idx="2059">
                  <c:v>2.7046734786731546</c:v>
                </c:pt>
                <c:pt idx="2060">
                  <c:v>2.6337361902169323</c:v>
                </c:pt>
                <c:pt idx="2061">
                  <c:v>2.5416854748787765</c:v>
                </c:pt>
                <c:pt idx="2062">
                  <c:v>2.4923281772499335</c:v>
                </c:pt>
                <c:pt idx="2063">
                  <c:v>2.4716897077678821</c:v>
                </c:pt>
                <c:pt idx="2064">
                  <c:v>2.4292148239637847</c:v>
                </c:pt>
                <c:pt idx="2065">
                  <c:v>2.3931518500781568</c:v>
                </c:pt>
                <c:pt idx="2066">
                  <c:v>2.3158518057265378</c:v>
                </c:pt>
                <c:pt idx="2067">
                  <c:v>2.2374974230241174</c:v>
                </c:pt>
                <c:pt idx="2068">
                  <c:v>2.1189416441608526</c:v>
                </c:pt>
                <c:pt idx="2069">
                  <c:v>2.0438902708037805</c:v>
                </c:pt>
                <c:pt idx="2070">
                  <c:v>1.919283731910534</c:v>
                </c:pt>
                <c:pt idx="2071">
                  <c:v>1.8224041828858886</c:v>
                </c:pt>
                <c:pt idx="2072">
                  <c:v>1.7252296060638854</c:v>
                </c:pt>
                <c:pt idx="2073">
                  <c:v>1.6335836668770665</c:v>
                </c:pt>
                <c:pt idx="2074">
                  <c:v>1.5067460557996506</c:v>
                </c:pt>
                <c:pt idx="2075">
                  <c:v>1.3948894848445279</c:v>
                </c:pt>
                <c:pt idx="2076">
                  <c:v>1.2886426670086875</c:v>
                </c:pt>
                <c:pt idx="2077">
                  <c:v>1.2080330333680334</c:v>
                </c:pt>
                <c:pt idx="2078">
                  <c:v>1.1338103636902197</c:v>
                </c:pt>
                <c:pt idx="2079">
                  <c:v>1.0610419210286028</c:v>
                </c:pt>
                <c:pt idx="2080">
                  <c:v>0.97981222778113186</c:v>
                </c:pt>
                <c:pt idx="2081">
                  <c:v>0.90475914125712942</c:v>
                </c:pt>
                <c:pt idx="2082">
                  <c:v>0.87022663959610191</c:v>
                </c:pt>
                <c:pt idx="2083">
                  <c:v>0.79178123478001983</c:v>
                </c:pt>
                <c:pt idx="2084">
                  <c:v>0.75029308486672819</c:v>
                </c:pt>
                <c:pt idx="2085">
                  <c:v>0.72624571842038677</c:v>
                </c:pt>
                <c:pt idx="2086">
                  <c:v>0.66400328720287149</c:v>
                </c:pt>
                <c:pt idx="2087">
                  <c:v>0.65721484571519195</c:v>
                </c:pt>
                <c:pt idx="2088">
                  <c:v>0.63121670281331466</c:v>
                </c:pt>
                <c:pt idx="2089">
                  <c:v>0.66871028194171789</c:v>
                </c:pt>
                <c:pt idx="2090">
                  <c:v>0.66787371150868946</c:v>
                </c:pt>
                <c:pt idx="2091">
                  <c:v>0.7170581667861976</c:v>
                </c:pt>
                <c:pt idx="2092">
                  <c:v>0.71979321057421597</c:v>
                </c:pt>
                <c:pt idx="2093">
                  <c:v>0.74739990947533552</c:v>
                </c:pt>
                <c:pt idx="2094">
                  <c:v>0.76807103657858544</c:v>
                </c:pt>
                <c:pt idx="2095">
                  <c:v>0.80064746633542738</c:v>
                </c:pt>
                <c:pt idx="2096">
                  <c:v>0.82057853547393433</c:v>
                </c:pt>
                <c:pt idx="2097">
                  <c:v>0.85777781918923102</c:v>
                </c:pt>
                <c:pt idx="2098">
                  <c:v>0.86016622445430591</c:v>
                </c:pt>
                <c:pt idx="2099">
                  <c:v>0.83399069725848751</c:v>
                </c:pt>
                <c:pt idx="2100">
                  <c:v>0.81018671782203722</c:v>
                </c:pt>
                <c:pt idx="2101">
                  <c:v>0.7803750760915783</c:v>
                </c:pt>
                <c:pt idx="2102">
                  <c:v>0.77250108690782926</c:v>
                </c:pt>
                <c:pt idx="2103">
                  <c:v>0.7340709309511505</c:v>
                </c:pt>
                <c:pt idx="2104">
                  <c:v>0.71984593089756521</c:v>
                </c:pt>
                <c:pt idx="2105">
                  <c:v>0.67948236044471433</c:v>
                </c:pt>
                <c:pt idx="2106">
                  <c:v>0.64176490486058402</c:v>
                </c:pt>
                <c:pt idx="2107">
                  <c:v>0.57055567877006841</c:v>
                </c:pt>
                <c:pt idx="2108">
                  <c:v>0.46935717559990386</c:v>
                </c:pt>
                <c:pt idx="2109">
                  <c:v>0.39443134113591832</c:v>
                </c:pt>
                <c:pt idx="2110">
                  <c:v>0.29810204148842956</c:v>
                </c:pt>
                <c:pt idx="2111">
                  <c:v>0.19395440229388242</c:v>
                </c:pt>
                <c:pt idx="2112">
                  <c:v>0.11112456906128892</c:v>
                </c:pt>
                <c:pt idx="2113">
                  <c:v>5.3938530671971199E-2</c:v>
                </c:pt>
                <c:pt idx="2114">
                  <c:v>-9.743674399004771E-3</c:v>
                </c:pt>
                <c:pt idx="2115">
                  <c:v>-8.4449431162897839E-2</c:v>
                </c:pt>
                <c:pt idx="2116">
                  <c:v>-0.1357952370442114</c:v>
                </c:pt>
                <c:pt idx="2117">
                  <c:v>-0.2178974184293061</c:v>
                </c:pt>
                <c:pt idx="2118">
                  <c:v>-0.27872607123600379</c:v>
                </c:pt>
                <c:pt idx="2119">
                  <c:v>-0.3234186257642927</c:v>
                </c:pt>
                <c:pt idx="2120">
                  <c:v>-0.36094079321604872</c:v>
                </c:pt>
                <c:pt idx="2121">
                  <c:v>-0.37748366942222655</c:v>
                </c:pt>
                <c:pt idx="2122">
                  <c:v>-0.37509737861168208</c:v>
                </c:pt>
                <c:pt idx="2123">
                  <c:v>-0.37083917777988629</c:v>
                </c:pt>
                <c:pt idx="2124">
                  <c:v>-0.40393658715705089</c:v>
                </c:pt>
                <c:pt idx="2125">
                  <c:v>-0.44032467124885283</c:v>
                </c:pt>
                <c:pt idx="2126">
                  <c:v>-0.48466342471346435</c:v>
                </c:pt>
                <c:pt idx="2127">
                  <c:v>-0.52402696969444618</c:v>
                </c:pt>
                <c:pt idx="2128">
                  <c:v>-0.5361511278588188</c:v>
                </c:pt>
                <c:pt idx="2129">
                  <c:v>-0.52167405163643277</c:v>
                </c:pt>
                <c:pt idx="2130">
                  <c:v>-0.48330313227048366</c:v>
                </c:pt>
                <c:pt idx="2131">
                  <c:v>-0.45656702220717199</c:v>
                </c:pt>
                <c:pt idx="2132">
                  <c:v>-0.41219274575261416</c:v>
                </c:pt>
                <c:pt idx="2133">
                  <c:v>-0.39946552226134197</c:v>
                </c:pt>
                <c:pt idx="2134">
                  <c:v>-0.40364122156117915</c:v>
                </c:pt>
                <c:pt idx="2135">
                  <c:v>-0.4105244808424155</c:v>
                </c:pt>
                <c:pt idx="2136">
                  <c:v>-0.3997551225372043</c:v>
                </c:pt>
                <c:pt idx="2137">
                  <c:v>-0.41280811765847386</c:v>
                </c:pt>
                <c:pt idx="2138">
                  <c:v>-0.35832895698693162</c:v>
                </c:pt>
                <c:pt idx="2139">
                  <c:v>-0.33253425930237496</c:v>
                </c:pt>
                <c:pt idx="2140">
                  <c:v>-0.28895220360057899</c:v>
                </c:pt>
                <c:pt idx="2141">
                  <c:v>-0.24208456975237172</c:v>
                </c:pt>
                <c:pt idx="2142">
                  <c:v>-0.19997632612607383</c:v>
                </c:pt>
                <c:pt idx="2143">
                  <c:v>-0.1527764357325411</c:v>
                </c:pt>
                <c:pt idx="2144">
                  <c:v>-0.18530999672430398</c:v>
                </c:pt>
                <c:pt idx="2145">
                  <c:v>-0.18109475959943047</c:v>
                </c:pt>
                <c:pt idx="2146">
                  <c:v>-0.15045419649441255</c:v>
                </c:pt>
                <c:pt idx="2147">
                  <c:v>-0.10161214690324412</c:v>
                </c:pt>
                <c:pt idx="2148">
                  <c:v>-5.8869056298742409E-2</c:v>
                </c:pt>
                <c:pt idx="2149">
                  <c:v>-4.7886276030159339E-2</c:v>
                </c:pt>
                <c:pt idx="2150">
                  <c:v>-4.6928513626561495E-2</c:v>
                </c:pt>
                <c:pt idx="2151">
                  <c:v>-4.6842564079103581E-2</c:v>
                </c:pt>
                <c:pt idx="2152">
                  <c:v>-3.8072296444879319E-2</c:v>
                </c:pt>
                <c:pt idx="2153">
                  <c:v>-3.6986465820066816E-2</c:v>
                </c:pt>
                <c:pt idx="2154">
                  <c:v>-2.9313938213833622E-2</c:v>
                </c:pt>
                <c:pt idx="2155">
                  <c:v>-2.6511949815620155E-2</c:v>
                </c:pt>
                <c:pt idx="2156">
                  <c:v>-4.1674931289137018E-2</c:v>
                </c:pt>
                <c:pt idx="2157">
                  <c:v>-4.8916965206233384E-2</c:v>
                </c:pt>
                <c:pt idx="2158">
                  <c:v>-5.5594445873317945E-2</c:v>
                </c:pt>
                <c:pt idx="2159">
                  <c:v>-0.11235124940485557</c:v>
                </c:pt>
                <c:pt idx="2160">
                  <c:v>-0.1470518194047746</c:v>
                </c:pt>
                <c:pt idx="2161">
                  <c:v>-0.20812194068338208</c:v>
                </c:pt>
                <c:pt idx="2162">
                  <c:v>-0.26581382900020778</c:v>
                </c:pt>
                <c:pt idx="2163">
                  <c:v>-0.32522938347454883</c:v>
                </c:pt>
                <c:pt idx="2164">
                  <c:v>-0.36783006636380711</c:v>
                </c:pt>
                <c:pt idx="2165">
                  <c:v>-0.34588323754153977</c:v>
                </c:pt>
                <c:pt idx="2166">
                  <c:v>-0.32027503734144858</c:v>
                </c:pt>
                <c:pt idx="2167">
                  <c:v>-0.31600615281427535</c:v>
                </c:pt>
                <c:pt idx="2168">
                  <c:v>-0.34735381670550886</c:v>
                </c:pt>
                <c:pt idx="2169">
                  <c:v>-0.36263667169378244</c:v>
                </c:pt>
                <c:pt idx="2170">
                  <c:v>-0.35825765838421564</c:v>
                </c:pt>
                <c:pt idx="2171">
                  <c:v>-0.34625067828002148</c:v>
                </c:pt>
                <c:pt idx="2172">
                  <c:v>-0.34168807928832584</c:v>
                </c:pt>
                <c:pt idx="2173">
                  <c:v>-0.35717182187755664</c:v>
                </c:pt>
                <c:pt idx="2174">
                  <c:v>-0.37356877189787796</c:v>
                </c:pt>
                <c:pt idx="2175">
                  <c:v>-0.38269215668434281</c:v>
                </c:pt>
                <c:pt idx="2176">
                  <c:v>-0.40225367991071453</c:v>
                </c:pt>
                <c:pt idx="2177">
                  <c:v>-0.41362790481365397</c:v>
                </c:pt>
                <c:pt idx="2178">
                  <c:v>-0.4233282549582294</c:v>
                </c:pt>
                <c:pt idx="2179">
                  <c:v>-0.43635091299343676</c:v>
                </c:pt>
                <c:pt idx="2180">
                  <c:v>-0.42910285520626101</c:v>
                </c:pt>
                <c:pt idx="2181">
                  <c:v>-0.44710862579910199</c:v>
                </c:pt>
                <c:pt idx="2182">
                  <c:v>-0.46280716795245408</c:v>
                </c:pt>
                <c:pt idx="2183">
                  <c:v>-0.49169619576519003</c:v>
                </c:pt>
                <c:pt idx="2184">
                  <c:v>-0.50715025786154866</c:v>
                </c:pt>
                <c:pt idx="2185">
                  <c:v>-0.54116868727406031</c:v>
                </c:pt>
                <c:pt idx="2186">
                  <c:v>-0.56921685091172936</c:v>
                </c:pt>
                <c:pt idx="2187">
                  <c:v>-0.60564984981751113</c:v>
                </c:pt>
                <c:pt idx="2188">
                  <c:v>-0.62479695442468541</c:v>
                </c:pt>
                <c:pt idx="2189">
                  <c:v>-0.64337890931718689</c:v>
                </c:pt>
                <c:pt idx="2190">
                  <c:v>-0.68457235952711037</c:v>
                </c:pt>
                <c:pt idx="2191">
                  <c:v>-0.72227949998062857</c:v>
                </c:pt>
                <c:pt idx="2192">
                  <c:v>-0.7665154645125839</c:v>
                </c:pt>
                <c:pt idx="2193">
                  <c:v>-0.80590381658410903</c:v>
                </c:pt>
                <c:pt idx="2194">
                  <c:v>-0.83829513644175069</c:v>
                </c:pt>
                <c:pt idx="2195">
                  <c:v>-0.8646319857805399</c:v>
                </c:pt>
                <c:pt idx="2196">
                  <c:v>-0.89269628422002978</c:v>
                </c:pt>
                <c:pt idx="2197">
                  <c:v>-0.91213784977504542</c:v>
                </c:pt>
                <c:pt idx="2198">
                  <c:v>-0.93058128770170667</c:v>
                </c:pt>
                <c:pt idx="2199">
                  <c:v>-0.95352901529654244</c:v>
                </c:pt>
                <c:pt idx="2200">
                  <c:v>-0.95954996776316226</c:v>
                </c:pt>
                <c:pt idx="2201">
                  <c:v>-0.95834932462532296</c:v>
                </c:pt>
                <c:pt idx="2202">
                  <c:v>-0.95428052555797249</c:v>
                </c:pt>
                <c:pt idx="2203">
                  <c:v>-0.9615949942836195</c:v>
                </c:pt>
                <c:pt idx="2204">
                  <c:v>-0.9729121265836943</c:v>
                </c:pt>
                <c:pt idx="2205">
                  <c:v>-0.99534412846005238</c:v>
                </c:pt>
                <c:pt idx="2206">
                  <c:v>-1.0053550898097758</c:v>
                </c:pt>
                <c:pt idx="2207">
                  <c:v>-1.0117983516427791</c:v>
                </c:pt>
                <c:pt idx="2208">
                  <c:v>-0.99907147109821925</c:v>
                </c:pt>
                <c:pt idx="2209">
                  <c:v>-1.034423217501198</c:v>
                </c:pt>
                <c:pt idx="2210">
                  <c:v>-1.0620389277672477</c:v>
                </c:pt>
                <c:pt idx="2211">
                  <c:v>-1.0694100146238916</c:v>
                </c:pt>
                <c:pt idx="2212">
                  <c:v>-1.0761786768328969</c:v>
                </c:pt>
                <c:pt idx="2213">
                  <c:v>-1.0852595653057082</c:v>
                </c:pt>
                <c:pt idx="2214">
                  <c:v>-1.102500117480425</c:v>
                </c:pt>
                <c:pt idx="2215">
                  <c:v>-1.1035756036866962</c:v>
                </c:pt>
                <c:pt idx="2216">
                  <c:v>-1.1610290723381884</c:v>
                </c:pt>
                <c:pt idx="2217">
                  <c:v>-1.2340631567992517</c:v>
                </c:pt>
                <c:pt idx="2218">
                  <c:v>-1.2953227475752089</c:v>
                </c:pt>
                <c:pt idx="2219">
                  <c:v>-1.3307473283829103</c:v>
                </c:pt>
                <c:pt idx="2220">
                  <c:v>-1.3744449013589124</c:v>
                </c:pt>
                <c:pt idx="2221">
                  <c:v>-1.4002758961236406</c:v>
                </c:pt>
                <c:pt idx="2222">
                  <c:v>-1.4552828376423623</c:v>
                </c:pt>
                <c:pt idx="2223">
                  <c:v>-1.5076943474585645</c:v>
                </c:pt>
                <c:pt idx="2224">
                  <c:v>-1.5347300385672311</c:v>
                </c:pt>
                <c:pt idx="2225">
                  <c:v>-1.5477283197871801</c:v>
                </c:pt>
                <c:pt idx="2226">
                  <c:v>-1.5691123517563796</c:v>
                </c:pt>
                <c:pt idx="2227">
                  <c:v>-1.6035063048812506</c:v>
                </c:pt>
                <c:pt idx="2228">
                  <c:v>-1.6299475334418536</c:v>
                </c:pt>
                <c:pt idx="2229">
                  <c:v>-1.674168622952833</c:v>
                </c:pt>
                <c:pt idx="2230">
                  <c:v>-1.6533371898640352</c:v>
                </c:pt>
                <c:pt idx="2231">
                  <c:v>-1.6496161647229191</c:v>
                </c:pt>
                <c:pt idx="2232">
                  <c:v>-1.6546094937692004</c:v>
                </c:pt>
                <c:pt idx="2233">
                  <c:v>-1.6701912145349216</c:v>
                </c:pt>
                <c:pt idx="2234">
                  <c:v>-1.6769796825882475</c:v>
                </c:pt>
                <c:pt idx="2235">
                  <c:v>-1.6984350586288735</c:v>
                </c:pt>
                <c:pt idx="2236">
                  <c:v>-1.7268032501078669</c:v>
                </c:pt>
                <c:pt idx="2237">
                  <c:v>-1.6982819712596036</c:v>
                </c:pt>
                <c:pt idx="2238">
                  <c:v>-1.6471902834265735</c:v>
                </c:pt>
                <c:pt idx="2239">
                  <c:v>-1.5841637452083461</c:v>
                </c:pt>
                <c:pt idx="2240">
                  <c:v>-1.5516913558542016</c:v>
                </c:pt>
                <c:pt idx="2241">
                  <c:v>-1.5166484909583104</c:v>
                </c:pt>
                <c:pt idx="2242">
                  <c:v>-1.5243138782174845</c:v>
                </c:pt>
                <c:pt idx="2243">
                  <c:v>-1.5229261215855039</c:v>
                </c:pt>
                <c:pt idx="2244">
                  <c:v>-1.5339383005167944</c:v>
                </c:pt>
                <c:pt idx="2245">
                  <c:v>-1.5530311506620786</c:v>
                </c:pt>
                <c:pt idx="2246">
                  <c:v>-1.5760770178210548</c:v>
                </c:pt>
                <c:pt idx="2247">
                  <c:v>-1.596046738475551</c:v>
                </c:pt>
                <c:pt idx="2248">
                  <c:v>-1.596108008364117</c:v>
                </c:pt>
                <c:pt idx="2249">
                  <c:v>-1.6020922731351734</c:v>
                </c:pt>
                <c:pt idx="2250">
                  <c:v>-1.6093765605704731</c:v>
                </c:pt>
                <c:pt idx="2251">
                  <c:v>-1.6847925075619643</c:v>
                </c:pt>
                <c:pt idx="2252">
                  <c:v>-1.7169018097932371</c:v>
                </c:pt>
                <c:pt idx="2253">
                  <c:v>-1.7547620174771275</c:v>
                </c:pt>
                <c:pt idx="2254">
                  <c:v>-1.7734742915007895</c:v>
                </c:pt>
                <c:pt idx="2255">
                  <c:v>-1.79940267951282</c:v>
                </c:pt>
                <c:pt idx="2256">
                  <c:v>-1.8107526347051828</c:v>
                </c:pt>
                <c:pt idx="2257">
                  <c:v>-1.7989776405561428</c:v>
                </c:pt>
                <c:pt idx="2258">
                  <c:v>-1.8014517487072221</c:v>
                </c:pt>
                <c:pt idx="2259">
                  <c:v>-1.8227545993161389</c:v>
                </c:pt>
                <c:pt idx="2260">
                  <c:v>-1.8688859719507993</c:v>
                </c:pt>
                <c:pt idx="2261">
                  <c:v>-1.9079542901704554</c:v>
                </c:pt>
                <c:pt idx="2262">
                  <c:v>-1.9581719859888322</c:v>
                </c:pt>
                <c:pt idx="2263">
                  <c:v>-1.9741236212165829</c:v>
                </c:pt>
                <c:pt idx="2264">
                  <c:v>-1.9826985708731382</c:v>
                </c:pt>
                <c:pt idx="2265">
                  <c:v>-1.9887480212534008</c:v>
                </c:pt>
                <c:pt idx="2266">
                  <c:v>-1.9837002481475234</c:v>
                </c:pt>
                <c:pt idx="2267">
                  <c:v>-1.9801311421074317</c:v>
                </c:pt>
                <c:pt idx="2268">
                  <c:v>-1.9850525872672498</c:v>
                </c:pt>
                <c:pt idx="2269">
                  <c:v>-2.0215995422030857</c:v>
                </c:pt>
                <c:pt idx="2270">
                  <c:v>-2.0680623745067139</c:v>
                </c:pt>
                <c:pt idx="2271">
                  <c:v>-2.1105209486803287</c:v>
                </c:pt>
                <c:pt idx="2272">
                  <c:v>-2.1267166579410333</c:v>
                </c:pt>
                <c:pt idx="2273">
                  <c:v>-2.1578674139173564</c:v>
                </c:pt>
                <c:pt idx="2274">
                  <c:v>-2.1835540363145229</c:v>
                </c:pt>
                <c:pt idx="2275">
                  <c:v>-2.2213093705619813</c:v>
                </c:pt>
                <c:pt idx="2276">
                  <c:v>-2.259163914367428</c:v>
                </c:pt>
                <c:pt idx="2277">
                  <c:v>-2.286554781441609</c:v>
                </c:pt>
                <c:pt idx="2278">
                  <c:v>-2.3257030135988779</c:v>
                </c:pt>
                <c:pt idx="2279">
                  <c:v>-2.3696798942585486</c:v>
                </c:pt>
                <c:pt idx="2280">
                  <c:v>-2.4128281972978392</c:v>
                </c:pt>
                <c:pt idx="2281">
                  <c:v>-2.4531676623882306</c:v>
                </c:pt>
                <c:pt idx="2282">
                  <c:v>-2.4921459663120684</c:v>
                </c:pt>
                <c:pt idx="2283">
                  <c:v>-2.5230658880735088</c:v>
                </c:pt>
                <c:pt idx="2284">
                  <c:v>-2.5585969093081271</c:v>
                </c:pt>
                <c:pt idx="2285">
                  <c:v>-2.5791150953552853</c:v>
                </c:pt>
                <c:pt idx="2286">
                  <c:v>-2.6074638573393707</c:v>
                </c:pt>
                <c:pt idx="2287">
                  <c:v>-2.6400006123049073</c:v>
                </c:pt>
                <c:pt idx="2288">
                  <c:v>-2.6760653910010115</c:v>
                </c:pt>
                <c:pt idx="2289">
                  <c:v>-2.6897419117523818</c:v>
                </c:pt>
                <c:pt idx="2290">
                  <c:v>-2.7083478298896768</c:v>
                </c:pt>
                <c:pt idx="2291">
                  <c:v>-2.7221291585878116</c:v>
                </c:pt>
                <c:pt idx="2292">
                  <c:v>-2.7284582929861387</c:v>
                </c:pt>
                <c:pt idx="2293">
                  <c:v>-2.7305871154805881</c:v>
                </c:pt>
                <c:pt idx="2294">
                  <c:v>-2.7286379726987282</c:v>
                </c:pt>
                <c:pt idx="2295">
                  <c:v>-2.7097819266282186</c:v>
                </c:pt>
                <c:pt idx="2296">
                  <c:v>-2.6723509885762753</c:v>
                </c:pt>
                <c:pt idx="2297">
                  <c:v>-2.6283586106070533</c:v>
                </c:pt>
                <c:pt idx="2298">
                  <c:v>-2.6016569886622403</c:v>
                </c:pt>
                <c:pt idx="2299">
                  <c:v>-2.579711659893936</c:v>
                </c:pt>
                <c:pt idx="2300">
                  <c:v>-2.5325245432039312</c:v>
                </c:pt>
                <c:pt idx="2301">
                  <c:v>-2.4728263951475826</c:v>
                </c:pt>
                <c:pt idx="2302">
                  <c:v>-2.4131014433925686</c:v>
                </c:pt>
                <c:pt idx="2303">
                  <c:v>-2.3521872503698891</c:v>
                </c:pt>
                <c:pt idx="2304">
                  <c:v>-2.2827456514335132</c:v>
                </c:pt>
                <c:pt idx="2305">
                  <c:v>-2.2328519255655661</c:v>
                </c:pt>
                <c:pt idx="2306">
                  <c:v>-2.208527111134869</c:v>
                </c:pt>
                <c:pt idx="2307">
                  <c:v>-2.1639007373611978</c:v>
                </c:pt>
                <c:pt idx="2308">
                  <c:v>-2.1134965664796752</c:v>
                </c:pt>
                <c:pt idx="2309">
                  <c:v>-2.0565753687176804</c:v>
                </c:pt>
                <c:pt idx="2310">
                  <c:v>-2.0025929029430092</c:v>
                </c:pt>
                <c:pt idx="2311">
                  <c:v>-1.9382877039397417</c:v>
                </c:pt>
                <c:pt idx="2312">
                  <c:v>-1.8523934807558537</c:v>
                </c:pt>
                <c:pt idx="2313">
                  <c:v>-1.7693631867125115</c:v>
                </c:pt>
                <c:pt idx="2314">
                  <c:v>-1.6937647147160004</c:v>
                </c:pt>
                <c:pt idx="2315">
                  <c:v>-1.6258460105835233</c:v>
                </c:pt>
                <c:pt idx="2316">
                  <c:v>-1.6017741678368975</c:v>
                </c:pt>
                <c:pt idx="2317">
                  <c:v>-1.5938818992174704</c:v>
                </c:pt>
                <c:pt idx="2318">
                  <c:v>-1.5873298978170471</c:v>
                </c:pt>
                <c:pt idx="2319">
                  <c:v>-1.5676610012866843</c:v>
                </c:pt>
                <c:pt idx="2320">
                  <c:v>-1.5536626375193114</c:v>
                </c:pt>
                <c:pt idx="2321">
                  <c:v>-1.5515984450896236</c:v>
                </c:pt>
                <c:pt idx="2322">
                  <c:v>-1.5577136829317919</c:v>
                </c:pt>
                <c:pt idx="2323">
                  <c:v>-1.5568491076107518</c:v>
                </c:pt>
                <c:pt idx="2324">
                  <c:v>-1.553789412926224</c:v>
                </c:pt>
                <c:pt idx="2325">
                  <c:v>-1.5653559020848271</c:v>
                </c:pt>
                <c:pt idx="2326">
                  <c:v>-1.5651558324190551</c:v>
                </c:pt>
                <c:pt idx="2327">
                  <c:v>-1.5281950187152618</c:v>
                </c:pt>
                <c:pt idx="2328">
                  <c:v>-1.4882695818792306</c:v>
                </c:pt>
                <c:pt idx="2329">
                  <c:v>-1.4598204886560029</c:v>
                </c:pt>
                <c:pt idx="2330">
                  <c:v>-1.4400678589679332</c:v>
                </c:pt>
                <c:pt idx="2331">
                  <c:v>-1.396365998395845</c:v>
                </c:pt>
                <c:pt idx="2332">
                  <c:v>-1.3679242336073887</c:v>
                </c:pt>
                <c:pt idx="2333">
                  <c:v>-1.3414182934132091</c:v>
                </c:pt>
                <c:pt idx="2334">
                  <c:v>-1.3194104246245597</c:v>
                </c:pt>
                <c:pt idx="2335">
                  <c:v>-1.2955931230987108</c:v>
                </c:pt>
                <c:pt idx="2336">
                  <c:v>-1.281414240089658</c:v>
                </c:pt>
                <c:pt idx="2337">
                  <c:v>-1.2281999103073598</c:v>
                </c:pt>
                <c:pt idx="2338">
                  <c:v>-1.1658970633346259</c:v>
                </c:pt>
                <c:pt idx="2339">
                  <c:v>-1.0962062480069985</c:v>
                </c:pt>
                <c:pt idx="2340">
                  <c:v>-1.0230437789522098</c:v>
                </c:pt>
                <c:pt idx="2341">
                  <c:v>-0.96755946468382525</c:v>
                </c:pt>
                <c:pt idx="2342">
                  <c:v>-0.9099045446501044</c:v>
                </c:pt>
                <c:pt idx="2343">
                  <c:v>-0.85048526139179548</c:v>
                </c:pt>
                <c:pt idx="2344">
                  <c:v>-0.79639110145712799</c:v>
                </c:pt>
                <c:pt idx="2345">
                  <c:v>-0.75907869157270524</c:v>
                </c:pt>
                <c:pt idx="2346">
                  <c:v>-0.70310312651058426</c:v>
                </c:pt>
                <c:pt idx="2347">
                  <c:v>-0.66280767797941276</c:v>
                </c:pt>
                <c:pt idx="2348">
                  <c:v>-0.64133583943157468</c:v>
                </c:pt>
                <c:pt idx="2349">
                  <c:v>-0.63121253739645145</c:v>
                </c:pt>
                <c:pt idx="2350">
                  <c:v>-0.62187482863159305</c:v>
                </c:pt>
                <c:pt idx="2351">
                  <c:v>-0.60342455182554178</c:v>
                </c:pt>
                <c:pt idx="2352">
                  <c:v>-0.61050932755752318</c:v>
                </c:pt>
                <c:pt idx="2353">
                  <c:v>-0.59162186140113115</c:v>
                </c:pt>
                <c:pt idx="2354">
                  <c:v>-0.58859817851772378</c:v>
                </c:pt>
                <c:pt idx="2355">
                  <c:v>-0.60300445550909321</c:v>
                </c:pt>
                <c:pt idx="2356">
                  <c:v>-0.61467541810779169</c:v>
                </c:pt>
                <c:pt idx="2357">
                  <c:v>-0.62588596959510223</c:v>
                </c:pt>
                <c:pt idx="2358">
                  <c:v>-0.61753851084041522</c:v>
                </c:pt>
                <c:pt idx="2359">
                  <c:v>-0.59540198363781105</c:v>
                </c:pt>
                <c:pt idx="2360">
                  <c:v>-0.59308945297058258</c:v>
                </c:pt>
                <c:pt idx="2361">
                  <c:v>-0.59774287295908046</c:v>
                </c:pt>
                <c:pt idx="2362">
                  <c:v>-0.60039351312314038</c:v>
                </c:pt>
                <c:pt idx="2363">
                  <c:v>-0.60097595665373815</c:v>
                </c:pt>
                <c:pt idx="2364">
                  <c:v>-0.62534451323914253</c:v>
                </c:pt>
                <c:pt idx="2365">
                  <c:v>-0.66389023035572958</c:v>
                </c:pt>
                <c:pt idx="2366">
                  <c:v>-0.69740209900127847</c:v>
                </c:pt>
                <c:pt idx="2367">
                  <c:v>-0.73950973366056127</c:v>
                </c:pt>
                <c:pt idx="2368">
                  <c:v>-0.77907767207478062</c:v>
                </c:pt>
                <c:pt idx="2369">
                  <c:v>-0.82728338588796713</c:v>
                </c:pt>
                <c:pt idx="2370">
                  <c:v>-0.85205276824380094</c:v>
                </c:pt>
                <c:pt idx="2371">
                  <c:v>-0.86695600975779608</c:v>
                </c:pt>
                <c:pt idx="2372">
                  <c:v>-0.88095936131965791</c:v>
                </c:pt>
                <c:pt idx="2373">
                  <c:v>-0.90975295169599024</c:v>
                </c:pt>
                <c:pt idx="2374">
                  <c:v>-0.95234165610837906</c:v>
                </c:pt>
                <c:pt idx="2375">
                  <c:v>-1.0057134149296145</c:v>
                </c:pt>
                <c:pt idx="2376">
                  <c:v>-1.0321140435081395</c:v>
                </c:pt>
                <c:pt idx="2377">
                  <c:v>-1.0588671783912027</c:v>
                </c:pt>
                <c:pt idx="2378">
                  <c:v>-1.0563484771286717</c:v>
                </c:pt>
                <c:pt idx="2379">
                  <c:v>-1.0822719919517667</c:v>
                </c:pt>
                <c:pt idx="2380">
                  <c:v>-1.1498576413414774</c:v>
                </c:pt>
                <c:pt idx="2381">
                  <c:v>-1.2082790715892953</c:v>
                </c:pt>
                <c:pt idx="2382">
                  <c:v>-1.2505912995951458</c:v>
                </c:pt>
                <c:pt idx="2383">
                  <c:v>-1.2583233971941108</c:v>
                </c:pt>
                <c:pt idx="2384">
                  <c:v>-1.2937359996469144</c:v>
                </c:pt>
                <c:pt idx="2385">
                  <c:v>-1.3346861857478824</c:v>
                </c:pt>
                <c:pt idx="2386">
                  <c:v>-1.3563347736779001</c:v>
                </c:pt>
                <c:pt idx="2387">
                  <c:v>-1.3639466502092716</c:v>
                </c:pt>
                <c:pt idx="2388">
                  <c:v>-1.3727137386155688</c:v>
                </c:pt>
                <c:pt idx="2389">
                  <c:v>-1.3730204553146272</c:v>
                </c:pt>
                <c:pt idx="2390">
                  <c:v>-1.3612384824916111</c:v>
                </c:pt>
                <c:pt idx="2391">
                  <c:v>-1.3731447691838652</c:v>
                </c:pt>
                <c:pt idx="2392">
                  <c:v>-1.3734361044587315</c:v>
                </c:pt>
                <c:pt idx="2393">
                  <c:v>-1.4027098253762931</c:v>
                </c:pt>
                <c:pt idx="2394">
                  <c:v>-1.424828830526331</c:v>
                </c:pt>
                <c:pt idx="2395">
                  <c:v>-1.4315395466456935</c:v>
                </c:pt>
                <c:pt idx="2396">
                  <c:v>-1.4270153818620288</c:v>
                </c:pt>
                <c:pt idx="2397">
                  <c:v>-1.4107916871483246</c:v>
                </c:pt>
                <c:pt idx="2398">
                  <c:v>-1.3940994596028329</c:v>
                </c:pt>
                <c:pt idx="2399">
                  <c:v>-1.408601144556435</c:v>
                </c:pt>
                <c:pt idx="2400">
                  <c:v>-1.4355138527640039</c:v>
                </c:pt>
                <c:pt idx="2401">
                  <c:v>-1.4406669092562854</c:v>
                </c:pt>
                <c:pt idx="2402">
                  <c:v>-1.4414554459225959</c:v>
                </c:pt>
                <c:pt idx="2403">
                  <c:v>-1.4542955734194769</c:v>
                </c:pt>
                <c:pt idx="2404">
                  <c:v>-1.4942302490040558</c:v>
                </c:pt>
                <c:pt idx="2405">
                  <c:v>-1.5052508380838123</c:v>
                </c:pt>
                <c:pt idx="2406">
                  <c:v>-1.4686028390653714</c:v>
                </c:pt>
                <c:pt idx="2407">
                  <c:v>-1.4241897271555488</c:v>
                </c:pt>
                <c:pt idx="2408">
                  <c:v>-1.3743293702825521</c:v>
                </c:pt>
                <c:pt idx="2409">
                  <c:v>-1.3414186566084756</c:v>
                </c:pt>
                <c:pt idx="2410">
                  <c:v>-1.3102311580192745</c:v>
                </c:pt>
                <c:pt idx="2411">
                  <c:v>-1.2992023170704199</c:v>
                </c:pt>
                <c:pt idx="2412">
                  <c:v>-1.2862315778895386</c:v>
                </c:pt>
                <c:pt idx="2413">
                  <c:v>-1.2764281352097653</c:v>
                </c:pt>
                <c:pt idx="2414">
                  <c:v>-1.2432141966114132</c:v>
                </c:pt>
                <c:pt idx="2415">
                  <c:v>-1.192459270225211</c:v>
                </c:pt>
                <c:pt idx="2416">
                  <c:v>-1.1698019899260992</c:v>
                </c:pt>
                <c:pt idx="2417">
                  <c:v>-1.1542045767408202</c:v>
                </c:pt>
                <c:pt idx="2418">
                  <c:v>-1.149758453769282</c:v>
                </c:pt>
                <c:pt idx="2419">
                  <c:v>-1.1479775911246906</c:v>
                </c:pt>
                <c:pt idx="2420">
                  <c:v>-1.1281363880195661</c:v>
                </c:pt>
                <c:pt idx="2421">
                  <c:v>-1.0930536505001507</c:v>
                </c:pt>
                <c:pt idx="2422">
                  <c:v>-1.0516731873224874</c:v>
                </c:pt>
                <c:pt idx="2423">
                  <c:v>-1.0223283403511583</c:v>
                </c:pt>
                <c:pt idx="2424">
                  <c:v>-1.0194608741184956</c:v>
                </c:pt>
                <c:pt idx="2425">
                  <c:v>-1.0155338879377742</c:v>
                </c:pt>
                <c:pt idx="2426">
                  <c:v>-1.0298036733154714</c:v>
                </c:pt>
                <c:pt idx="2427">
                  <c:v>-1.0479092030194337</c:v>
                </c:pt>
                <c:pt idx="2428">
                  <c:v>-1.049496978777841</c:v>
                </c:pt>
                <c:pt idx="2429">
                  <c:v>-1.0544621001462064</c:v>
                </c:pt>
                <c:pt idx="2430">
                  <c:v>-1.0373651880634627</c:v>
                </c:pt>
                <c:pt idx="2431">
                  <c:v>-1.0256055292813751</c:v>
                </c:pt>
                <c:pt idx="2432">
                  <c:v>-1.0021247974577168</c:v>
                </c:pt>
                <c:pt idx="2433">
                  <c:v>-0.97027241801195452</c:v>
                </c:pt>
                <c:pt idx="2434">
                  <c:v>-0.95415265198875654</c:v>
                </c:pt>
                <c:pt idx="2435">
                  <c:v>-0.95428503757321048</c:v>
                </c:pt>
                <c:pt idx="2436">
                  <c:v>-0.97667618085678864</c:v>
                </c:pt>
                <c:pt idx="2437">
                  <c:v>-0.99386403039886961</c:v>
                </c:pt>
                <c:pt idx="2438">
                  <c:v>-1.0125978726301508</c:v>
                </c:pt>
                <c:pt idx="2439">
                  <c:v>-1.0370790677169306</c:v>
                </c:pt>
                <c:pt idx="2440">
                  <c:v>-1.05191521178792</c:v>
                </c:pt>
                <c:pt idx="2441">
                  <c:v>-1.0801534618349198</c:v>
                </c:pt>
                <c:pt idx="2442">
                  <c:v>-1.1267460829389226</c:v>
                </c:pt>
                <c:pt idx="2443">
                  <c:v>-1.1591817178604678</c:v>
                </c:pt>
                <c:pt idx="2444">
                  <c:v>-1.1863284832796703</c:v>
                </c:pt>
                <c:pt idx="2445">
                  <c:v>-1.20846392697467</c:v>
                </c:pt>
                <c:pt idx="2446">
                  <c:v>-1.2256428432415276</c:v>
                </c:pt>
                <c:pt idx="2447">
                  <c:v>-1.2230358227309412</c:v>
                </c:pt>
                <c:pt idx="2448">
                  <c:v>-1.2389279674070128</c:v>
                </c:pt>
                <c:pt idx="2449">
                  <c:v>-1.2810402326023411</c:v>
                </c:pt>
                <c:pt idx="2450">
                  <c:v>-1.3207524414235474</c:v>
                </c:pt>
                <c:pt idx="2451">
                  <c:v>-1.364617785753804</c:v>
                </c:pt>
                <c:pt idx="2452">
                  <c:v>-1.3966058338978244</c:v>
                </c:pt>
                <c:pt idx="2453">
                  <c:v>-1.4326767799083073</c:v>
                </c:pt>
                <c:pt idx="2454">
                  <c:v>-1.4764898959272246</c:v>
                </c:pt>
                <c:pt idx="2455">
                  <c:v>-1.5173190510706887</c:v>
                </c:pt>
                <c:pt idx="2456">
                  <c:v>-1.5337034809215546</c:v>
                </c:pt>
                <c:pt idx="2457">
                  <c:v>-1.535825335812453</c:v>
                </c:pt>
                <c:pt idx="2458">
                  <c:v>-1.5317855135962146</c:v>
                </c:pt>
                <c:pt idx="2459">
                  <c:v>-1.5172171214443457</c:v>
                </c:pt>
                <c:pt idx="2460">
                  <c:v>-1.5040653954257015</c:v>
                </c:pt>
                <c:pt idx="2461">
                  <c:v>-1.5212265799768989</c:v>
                </c:pt>
                <c:pt idx="2462">
                  <c:v>-1.5290314039305892</c:v>
                </c:pt>
                <c:pt idx="2463">
                  <c:v>-1.5184137017366344</c:v>
                </c:pt>
                <c:pt idx="2464">
                  <c:v>-1.5203678755732128</c:v>
                </c:pt>
                <c:pt idx="2465">
                  <c:v>-1.534961823501215</c:v>
                </c:pt>
                <c:pt idx="2466">
                  <c:v>-1.5061737834826561</c:v>
                </c:pt>
                <c:pt idx="2467">
                  <c:v>-1.5083272546616846</c:v>
                </c:pt>
                <c:pt idx="2468">
                  <c:v>-1.5166412826284701</c:v>
                </c:pt>
                <c:pt idx="2469">
                  <c:v>-1.5221184139460486</c:v>
                </c:pt>
                <c:pt idx="2470">
                  <c:v>-1.5130163568403867</c:v>
                </c:pt>
                <c:pt idx="2471">
                  <c:v>-1.4787871070525676</c:v>
                </c:pt>
                <c:pt idx="2472">
                  <c:v>-1.4425551873684663</c:v>
                </c:pt>
                <c:pt idx="2473">
                  <c:v>-1.4125696096987006</c:v>
                </c:pt>
                <c:pt idx="2474">
                  <c:v>-1.372328252353062</c:v>
                </c:pt>
                <c:pt idx="2475">
                  <c:v>-1.3510674869608241</c:v>
                </c:pt>
                <c:pt idx="2476">
                  <c:v>-1.3207877908447487</c:v>
                </c:pt>
                <c:pt idx="2477">
                  <c:v>-1.293191931024176</c:v>
                </c:pt>
                <c:pt idx="2478">
                  <c:v>-1.255983040380213</c:v>
                </c:pt>
                <c:pt idx="2479">
                  <c:v>-1.228260561326628</c:v>
                </c:pt>
                <c:pt idx="2480">
                  <c:v>-1.18312226533327</c:v>
                </c:pt>
                <c:pt idx="2481">
                  <c:v>-1.1364198328680148</c:v>
                </c:pt>
                <c:pt idx="2482">
                  <c:v>-1.0521603756160183</c:v>
                </c:pt>
                <c:pt idx="2483">
                  <c:v>-0.96392255137845562</c:v>
                </c:pt>
                <c:pt idx="2484">
                  <c:v>-0.88109360557623517</c:v>
                </c:pt>
                <c:pt idx="2485">
                  <c:v>-0.806701471520478</c:v>
                </c:pt>
                <c:pt idx="2486">
                  <c:v>-0.71263106993410674</c:v>
                </c:pt>
                <c:pt idx="2487">
                  <c:v>-0.70867492169282353</c:v>
                </c:pt>
                <c:pt idx="2488">
                  <c:v>-0.63728903549203264</c:v>
                </c:pt>
                <c:pt idx="2489">
                  <c:v>-0.58029757461992226</c:v>
                </c:pt>
                <c:pt idx="2490">
                  <c:v>-0.51784354629176099</c:v>
                </c:pt>
                <c:pt idx="2491">
                  <c:v>-0.48080550325872795</c:v>
                </c:pt>
                <c:pt idx="2492">
                  <c:v>-0.49770326646259216</c:v>
                </c:pt>
                <c:pt idx="2493">
                  <c:v>-0.49473639963638588</c:v>
                </c:pt>
                <c:pt idx="2494">
                  <c:v>-0.47427474015018573</c:v>
                </c:pt>
                <c:pt idx="2495">
                  <c:v>-0.47002525997536676</c:v>
                </c:pt>
                <c:pt idx="2496">
                  <c:v>-0.43209370117787355</c:v>
                </c:pt>
                <c:pt idx="2497">
                  <c:v>-0.3980232350664063</c:v>
                </c:pt>
                <c:pt idx="2498">
                  <c:v>-0.3675544946367254</c:v>
                </c:pt>
                <c:pt idx="2499">
                  <c:v>-0.33960673692473353</c:v>
                </c:pt>
                <c:pt idx="2500">
                  <c:v>-0.30561955654020573</c:v>
                </c:pt>
                <c:pt idx="2501">
                  <c:v>-0.30056863806823136</c:v>
                </c:pt>
                <c:pt idx="2502">
                  <c:v>-0.29821273103849222</c:v>
                </c:pt>
                <c:pt idx="2503">
                  <c:v>-0.3190289877034021</c:v>
                </c:pt>
                <c:pt idx="2504">
                  <c:v>-0.34208976418732912</c:v>
                </c:pt>
                <c:pt idx="2505">
                  <c:v>-0.34155281686024408</c:v>
                </c:pt>
                <c:pt idx="2506">
                  <c:v>-0.32653632491972312</c:v>
                </c:pt>
                <c:pt idx="2507">
                  <c:v>-0.33631029275875712</c:v>
                </c:pt>
                <c:pt idx="2508">
                  <c:v>-0.28736258335138237</c:v>
                </c:pt>
                <c:pt idx="2509">
                  <c:v>-0.26366354712022677</c:v>
                </c:pt>
                <c:pt idx="2510">
                  <c:v>-0.24851101932689118</c:v>
                </c:pt>
                <c:pt idx="2511">
                  <c:v>-0.24098357234222745</c:v>
                </c:pt>
                <c:pt idx="2512">
                  <c:v>-0.210396694292174</c:v>
                </c:pt>
                <c:pt idx="2513">
                  <c:v>-0.18544315478208986</c:v>
                </c:pt>
                <c:pt idx="2514">
                  <c:v>-0.19352848973965175</c:v>
                </c:pt>
                <c:pt idx="2515">
                  <c:v>-0.19958356510495762</c:v>
                </c:pt>
                <c:pt idx="2516">
                  <c:v>-0.19906215080099537</c:v>
                </c:pt>
                <c:pt idx="2517">
                  <c:v>-0.21000287470691001</c:v>
                </c:pt>
                <c:pt idx="2518">
                  <c:v>-0.20121006668593874</c:v>
                </c:pt>
                <c:pt idx="2519">
                  <c:v>-0.19820933395392071</c:v>
                </c:pt>
                <c:pt idx="2520">
                  <c:v>-0.21064752725991726</c:v>
                </c:pt>
                <c:pt idx="2521">
                  <c:v>-0.2022156003994236</c:v>
                </c:pt>
                <c:pt idx="2522">
                  <c:v>-0.20331199570156622</c:v>
                </c:pt>
                <c:pt idx="2523">
                  <c:v>-0.19909268686325124</c:v>
                </c:pt>
                <c:pt idx="2524">
                  <c:v>-0.17675177492028243</c:v>
                </c:pt>
                <c:pt idx="2525">
                  <c:v>-0.14384359535486976</c:v>
                </c:pt>
                <c:pt idx="2526">
                  <c:v>-0.13680163468866244</c:v>
                </c:pt>
                <c:pt idx="2527">
                  <c:v>-0.13561736116460235</c:v>
                </c:pt>
                <c:pt idx="2528">
                  <c:v>-0.10131578611663043</c:v>
                </c:pt>
                <c:pt idx="2529">
                  <c:v>-6.1543486671360587E-2</c:v>
                </c:pt>
                <c:pt idx="2530">
                  <c:v>-4.7731238102050183E-2</c:v>
                </c:pt>
                <c:pt idx="2531">
                  <c:v>-3.666545754288178E-2</c:v>
                </c:pt>
                <c:pt idx="2532">
                  <c:v>-3.1154431493216644E-2</c:v>
                </c:pt>
                <c:pt idx="2533">
                  <c:v>-3.9146922458806542E-2</c:v>
                </c:pt>
                <c:pt idx="2534">
                  <c:v>-2.6660453925967578E-2</c:v>
                </c:pt>
                <c:pt idx="2535">
                  <c:v>-4.5656775729486475E-3</c:v>
                </c:pt>
                <c:pt idx="2536">
                  <c:v>4.5448698165113221E-3</c:v>
                </c:pt>
                <c:pt idx="2537">
                  <c:v>3.0116825284396666E-2</c:v>
                </c:pt>
                <c:pt idx="2538">
                  <c:v>4.0831413450995592E-2</c:v>
                </c:pt>
                <c:pt idx="2539">
                  <c:v>2.3433100554067915E-2</c:v>
                </c:pt>
                <c:pt idx="2540">
                  <c:v>1.431076800496003E-2</c:v>
                </c:pt>
                <c:pt idx="2541">
                  <c:v>-6.1516250832504872E-3</c:v>
                </c:pt>
                <c:pt idx="2542">
                  <c:v>-5.0690133457055322E-2</c:v>
                </c:pt>
                <c:pt idx="2543">
                  <c:v>-7.3875422857010986E-2</c:v>
                </c:pt>
                <c:pt idx="2544">
                  <c:v>-0.10534157931391901</c:v>
                </c:pt>
                <c:pt idx="2545">
                  <c:v>-0.14417460629809231</c:v>
                </c:pt>
                <c:pt idx="2546">
                  <c:v>-0.19235952073808824</c:v>
                </c:pt>
                <c:pt idx="2547">
                  <c:v>-0.25045191933903588</c:v>
                </c:pt>
                <c:pt idx="2548">
                  <c:v>-0.31856109878440192</c:v>
                </c:pt>
                <c:pt idx="2549">
                  <c:v>-0.39124643360109079</c:v>
                </c:pt>
                <c:pt idx="2550">
                  <c:v>-0.4663128850581032</c:v>
                </c:pt>
                <c:pt idx="2551">
                  <c:v>-0.53896444601237692</c:v>
                </c:pt>
                <c:pt idx="2552">
                  <c:v>-0.60093346241717527</c:v>
                </c:pt>
                <c:pt idx="2553">
                  <c:v>-0.62834930013110557</c:v>
                </c:pt>
                <c:pt idx="2554">
                  <c:v>-0.64546144856755439</c:v>
                </c:pt>
                <c:pt idx="2555">
                  <c:v>-0.6562701484143163</c:v>
                </c:pt>
                <c:pt idx="2556">
                  <c:v>-0.67409221488678406</c:v>
                </c:pt>
                <c:pt idx="2557">
                  <c:v>-0.67646388508967492</c:v>
                </c:pt>
                <c:pt idx="2558">
                  <c:v>-0.69931877569798706</c:v>
                </c:pt>
                <c:pt idx="2559">
                  <c:v>-0.7107327508854161</c:v>
                </c:pt>
                <c:pt idx="2560">
                  <c:v>-0.71756139477452374</c:v>
                </c:pt>
                <c:pt idx="2561">
                  <c:v>-0.7308601682370397</c:v>
                </c:pt>
                <c:pt idx="2562">
                  <c:v>-0.72177659399714356</c:v>
                </c:pt>
                <c:pt idx="2563">
                  <c:v>-0.72294571338746172</c:v>
                </c:pt>
                <c:pt idx="2564">
                  <c:v>-0.72527505308762574</c:v>
                </c:pt>
                <c:pt idx="2565">
                  <c:v>-0.72377069738506872</c:v>
                </c:pt>
                <c:pt idx="2566">
                  <c:v>-0.72219658120923791</c:v>
                </c:pt>
                <c:pt idx="2567">
                  <c:v>-0.7292293825134919</c:v>
                </c:pt>
                <c:pt idx="2568">
                  <c:v>-0.72366277926360678</c:v>
                </c:pt>
                <c:pt idx="2569">
                  <c:v>-0.70888411600899026</c:v>
                </c:pt>
                <c:pt idx="2570">
                  <c:v>-0.70010881787898094</c:v>
                </c:pt>
                <c:pt idx="2571">
                  <c:v>-0.69804829284653036</c:v>
                </c:pt>
                <c:pt idx="2572">
                  <c:v>-0.67321917647614715</c:v>
                </c:pt>
                <c:pt idx="2573">
                  <c:v>-0.64938387962008082</c:v>
                </c:pt>
                <c:pt idx="2574">
                  <c:v>-0.65869812312300247</c:v>
                </c:pt>
                <c:pt idx="2575">
                  <c:v>-0.68058712316431946</c:v>
                </c:pt>
                <c:pt idx="2576">
                  <c:v>-0.69578247994470266</c:v>
                </c:pt>
                <c:pt idx="2577">
                  <c:v>-0.69199399264673589</c:v>
                </c:pt>
                <c:pt idx="2578">
                  <c:v>-0.70674599954296491</c:v>
                </c:pt>
                <c:pt idx="2579">
                  <c:v>-0.730077888626951</c:v>
                </c:pt>
                <c:pt idx="2580">
                  <c:v>-0.75200492882918446</c:v>
                </c:pt>
                <c:pt idx="2581">
                  <c:v>-0.7742972716013089</c:v>
                </c:pt>
                <c:pt idx="2582">
                  <c:v>-0.77664016306003969</c:v>
                </c:pt>
                <c:pt idx="2583">
                  <c:v>-0.78916558777171908</c:v>
                </c:pt>
                <c:pt idx="2584">
                  <c:v>-0.79918571320666165</c:v>
                </c:pt>
                <c:pt idx="2585">
                  <c:v>-0.81856337835434256</c:v>
                </c:pt>
                <c:pt idx="2586">
                  <c:v>-0.84599281339483723</c:v>
                </c:pt>
                <c:pt idx="2587">
                  <c:v>-0.87185073076808428</c:v>
                </c:pt>
                <c:pt idx="2588">
                  <c:v>-0.91006200626668698</c:v>
                </c:pt>
                <c:pt idx="2589">
                  <c:v>-0.9491958217160027</c:v>
                </c:pt>
                <c:pt idx="2590">
                  <c:v>-0.97902516548611351</c:v>
                </c:pt>
                <c:pt idx="2591">
                  <c:v>-0.99620840516868847</c:v>
                </c:pt>
                <c:pt idx="2592">
                  <c:v>-0.99726925110301512</c:v>
                </c:pt>
                <c:pt idx="2593">
                  <c:v>-1.0121897716886279</c:v>
                </c:pt>
                <c:pt idx="2594">
                  <c:v>-1.0285873042081446</c:v>
                </c:pt>
                <c:pt idx="2595">
                  <c:v>-1.0448887642827946</c:v>
                </c:pt>
                <c:pt idx="2596">
                  <c:v>-1.0592419646103326</c:v>
                </c:pt>
                <c:pt idx="2597">
                  <c:v>-1.0667931976553631</c:v>
                </c:pt>
                <c:pt idx="2598">
                  <c:v>-1.0887220487603337</c:v>
                </c:pt>
                <c:pt idx="2599">
                  <c:v>-1.1037112270152305</c:v>
                </c:pt>
                <c:pt idx="2600">
                  <c:v>-1.1061063905947695</c:v>
                </c:pt>
                <c:pt idx="2601">
                  <c:v>-1.1022555477557254</c:v>
                </c:pt>
                <c:pt idx="2602">
                  <c:v>-1.1181699317343674</c:v>
                </c:pt>
                <c:pt idx="2603">
                  <c:v>-1.1424141016172173</c:v>
                </c:pt>
                <c:pt idx="2604">
                  <c:v>-1.1817706009829414</c:v>
                </c:pt>
                <c:pt idx="2605">
                  <c:v>-1.1983702262656764</c:v>
                </c:pt>
                <c:pt idx="2606">
                  <c:v>-1.2046309993476039</c:v>
                </c:pt>
                <c:pt idx="2607">
                  <c:v>-1.2166869256790429</c:v>
                </c:pt>
                <c:pt idx="2608">
                  <c:v>-1.2452696410225184</c:v>
                </c:pt>
                <c:pt idx="2609">
                  <c:v>-1.2616524814305248</c:v>
                </c:pt>
                <c:pt idx="2610">
                  <c:v>-1.2877594243007839</c:v>
                </c:pt>
                <c:pt idx="2611">
                  <c:v>-1.3382219182972317</c:v>
                </c:pt>
                <c:pt idx="2612">
                  <c:v>-1.3913566011184491</c:v>
                </c:pt>
                <c:pt idx="2613">
                  <c:v>-1.4539343144942083</c:v>
                </c:pt>
                <c:pt idx="2614">
                  <c:v>-1.4988945833453942</c:v>
                </c:pt>
                <c:pt idx="2615">
                  <c:v>-1.5275587670430186</c:v>
                </c:pt>
                <c:pt idx="2616">
                  <c:v>-1.581233673009941</c:v>
                </c:pt>
                <c:pt idx="2617">
                  <c:v>-1.6119494903268938</c:v>
                </c:pt>
                <c:pt idx="2618">
                  <c:v>-1.6723896164120129</c:v>
                </c:pt>
                <c:pt idx="2619">
                  <c:v>-1.7290670562941644</c:v>
                </c:pt>
                <c:pt idx="2620">
                  <c:v>-1.777941034542295</c:v>
                </c:pt>
                <c:pt idx="2621">
                  <c:v>-1.7950684226264186</c:v>
                </c:pt>
                <c:pt idx="2622">
                  <c:v>-1.8286982628199115</c:v>
                </c:pt>
                <c:pt idx="2623">
                  <c:v>-1.8753845543406753</c:v>
                </c:pt>
                <c:pt idx="2624">
                  <c:v>-1.91246746259032</c:v>
                </c:pt>
                <c:pt idx="2625">
                  <c:v>-1.9373275849941276</c:v>
                </c:pt>
                <c:pt idx="2626">
                  <c:v>-1.9931450828632544</c:v>
                </c:pt>
                <c:pt idx="2627">
                  <c:v>-2.0578332152025611</c:v>
                </c:pt>
                <c:pt idx="2628">
                  <c:v>-2.1027452895739693</c:v>
                </c:pt>
                <c:pt idx="2629">
                  <c:v>-2.1312750438493739</c:v>
                </c:pt>
                <c:pt idx="2630">
                  <c:v>-2.1557512954313149</c:v>
                </c:pt>
                <c:pt idx="2631">
                  <c:v>-2.1639845476865975</c:v>
                </c:pt>
                <c:pt idx="2632">
                  <c:v>-2.1675873731649338</c:v>
                </c:pt>
                <c:pt idx="2633">
                  <c:v>-2.1757350608696755</c:v>
                </c:pt>
                <c:pt idx="2634">
                  <c:v>-2.179107034684078</c:v>
                </c:pt>
                <c:pt idx="2635">
                  <c:v>-2.1777653325574122</c:v>
                </c:pt>
                <c:pt idx="2636">
                  <c:v>-2.1698500318197409</c:v>
                </c:pt>
                <c:pt idx="2637">
                  <c:v>-2.1324267846770231</c:v>
                </c:pt>
                <c:pt idx="2638">
                  <c:v>-2.1141332103904373</c:v>
                </c:pt>
                <c:pt idx="2639">
                  <c:v>-2.0775033446841746</c:v>
                </c:pt>
                <c:pt idx="2640">
                  <c:v>-2.0376197547622934</c:v>
                </c:pt>
                <c:pt idx="2641">
                  <c:v>-2.0161661831285094</c:v>
                </c:pt>
                <c:pt idx="2642">
                  <c:v>-2.020123402655436</c:v>
                </c:pt>
                <c:pt idx="2643">
                  <c:v>-2.016681649442901</c:v>
                </c:pt>
                <c:pt idx="2644">
                  <c:v>-1.9787091912257981</c:v>
                </c:pt>
                <c:pt idx="2645">
                  <c:v>-1.9559781305876476</c:v>
                </c:pt>
                <c:pt idx="2646">
                  <c:v>-1.9234660007167932</c:v>
                </c:pt>
                <c:pt idx="2647">
                  <c:v>-1.8732271134326401</c:v>
                </c:pt>
                <c:pt idx="2648">
                  <c:v>-1.8203672064971046</c:v>
                </c:pt>
                <c:pt idx="2649">
                  <c:v>-1.7707997794880106</c:v>
                </c:pt>
                <c:pt idx="2650">
                  <c:v>-1.7322914261241065</c:v>
                </c:pt>
                <c:pt idx="2651">
                  <c:v>-1.6846837835917114</c:v>
                </c:pt>
                <c:pt idx="2652">
                  <c:v>-1.6474907332019526</c:v>
                </c:pt>
                <c:pt idx="2653">
                  <c:v>-1.6039147483508576</c:v>
                </c:pt>
                <c:pt idx="2654">
                  <c:v>-1.5887481297488713</c:v>
                </c:pt>
                <c:pt idx="2655">
                  <c:v>-1.5586274369534918</c:v>
                </c:pt>
                <c:pt idx="2656">
                  <c:v>-1.563106898233394</c:v>
                </c:pt>
                <c:pt idx="2657">
                  <c:v>-1.5765291866693201</c:v>
                </c:pt>
                <c:pt idx="2658">
                  <c:v>-1.5854170909620233</c:v>
                </c:pt>
                <c:pt idx="2659">
                  <c:v>-1.5943742251676389</c:v>
                </c:pt>
                <c:pt idx="2660">
                  <c:v>-1.6097872143897267</c:v>
                </c:pt>
                <c:pt idx="2661">
                  <c:v>-1.6371593695699058</c:v>
                </c:pt>
                <c:pt idx="2662">
                  <c:v>-1.6764278303802416</c:v>
                </c:pt>
                <c:pt idx="2663">
                  <c:v>-1.7098731978067621</c:v>
                </c:pt>
                <c:pt idx="2664">
                  <c:v>-1.7585496878704332</c:v>
                </c:pt>
                <c:pt idx="2665">
                  <c:v>-1.80990928592008</c:v>
                </c:pt>
                <c:pt idx="2666">
                  <c:v>-1.8620753310100411</c:v>
                </c:pt>
                <c:pt idx="2667">
                  <c:v>-1.916049624804762</c:v>
                </c:pt>
                <c:pt idx="2668">
                  <c:v>-1.9557366310930859</c:v>
                </c:pt>
                <c:pt idx="2669">
                  <c:v>-1.9614306188460726</c:v>
                </c:pt>
                <c:pt idx="2670">
                  <c:v>-1.9718419470485136</c:v>
                </c:pt>
                <c:pt idx="2671">
                  <c:v>-1.977772906149005</c:v>
                </c:pt>
                <c:pt idx="2672">
                  <c:v>-2.0192512952931003</c:v>
                </c:pt>
                <c:pt idx="2673">
                  <c:v>-2.0572221876438608</c:v>
                </c:pt>
                <c:pt idx="2674">
                  <c:v>-2.0961613372640442</c:v>
                </c:pt>
                <c:pt idx="2675">
                  <c:v>-2.1144211303424445</c:v>
                </c:pt>
                <c:pt idx="2676">
                  <c:v>-2.1628557032990932</c:v>
                </c:pt>
                <c:pt idx="2677">
                  <c:v>-2.1953622101483834</c:v>
                </c:pt>
                <c:pt idx="2678">
                  <c:v>-2.213711308940026</c:v>
                </c:pt>
                <c:pt idx="2679">
                  <c:v>-2.2546055141625918</c:v>
                </c:pt>
                <c:pt idx="2680">
                  <c:v>-2.2876819972026841</c:v>
                </c:pt>
                <c:pt idx="2681">
                  <c:v>-2.3010413102258394</c:v>
                </c:pt>
                <c:pt idx="2682">
                  <c:v>-2.3155194879440684</c:v>
                </c:pt>
                <c:pt idx="2683">
                  <c:v>-2.3098985382232606</c:v>
                </c:pt>
                <c:pt idx="2684">
                  <c:v>-2.3084887529574964</c:v>
                </c:pt>
                <c:pt idx="2685">
                  <c:v>-2.276954109132717</c:v>
                </c:pt>
                <c:pt idx="2686">
                  <c:v>-2.2705569835253754</c:v>
                </c:pt>
                <c:pt idx="2687">
                  <c:v>-2.2528393515542953</c:v>
                </c:pt>
                <c:pt idx="2688">
                  <c:v>-2.2099119315318516</c:v>
                </c:pt>
                <c:pt idx="2689">
                  <c:v>-2.1666571148618945</c:v>
                </c:pt>
                <c:pt idx="2690">
                  <c:v>-2.168054084051382</c:v>
                </c:pt>
                <c:pt idx="2691">
                  <c:v>-2.1711652735124751</c:v>
                </c:pt>
                <c:pt idx="2692">
                  <c:v>-2.1747139517930165</c:v>
                </c:pt>
                <c:pt idx="2693">
                  <c:v>-2.1338053127461469</c:v>
                </c:pt>
                <c:pt idx="2694">
                  <c:v>-2.1060641661039083</c:v>
                </c:pt>
                <c:pt idx="2695">
                  <c:v>-2.0741210875687743</c:v>
                </c:pt>
                <c:pt idx="2696">
                  <c:v>-2.0011419367603587</c:v>
                </c:pt>
                <c:pt idx="2697">
                  <c:v>-1.9037055906532345</c:v>
                </c:pt>
                <c:pt idx="2698">
                  <c:v>-1.7975862997348899</c:v>
                </c:pt>
                <c:pt idx="2699">
                  <c:v>-1.7228827159961568</c:v>
                </c:pt>
                <c:pt idx="2700">
                  <c:v>-1.6620693211539623</c:v>
                </c:pt>
                <c:pt idx="2701">
                  <c:v>-1.6110611623464948</c:v>
                </c:pt>
                <c:pt idx="2702">
                  <c:v>-1.5659030072816165</c:v>
                </c:pt>
                <c:pt idx="2703">
                  <c:v>-1.5295739370007733</c:v>
                </c:pt>
                <c:pt idx="2704">
                  <c:v>-1.4937326565233691</c:v>
                </c:pt>
                <c:pt idx="2705">
                  <c:v>-1.4627834650356404</c:v>
                </c:pt>
                <c:pt idx="2706">
                  <c:v>-1.4509568873791041</c:v>
                </c:pt>
                <c:pt idx="2707">
                  <c:v>-1.4115592820895038</c:v>
                </c:pt>
                <c:pt idx="2708">
                  <c:v>-1.3893801192842081</c:v>
                </c:pt>
                <c:pt idx="2709">
                  <c:v>-1.3964244427306618</c:v>
                </c:pt>
                <c:pt idx="2710">
                  <c:v>-1.4115508371320649</c:v>
                </c:pt>
                <c:pt idx="2711">
                  <c:v>-1.4169352959717294</c:v>
                </c:pt>
                <c:pt idx="2712">
                  <c:v>-1.4224857817650676</c:v>
                </c:pt>
                <c:pt idx="2713">
                  <c:v>-1.4273744486234168</c:v>
                </c:pt>
                <c:pt idx="2714">
                  <c:v>-1.4554458424704084</c:v>
                </c:pt>
                <c:pt idx="2715">
                  <c:v>-1.480789373836259</c:v>
                </c:pt>
                <c:pt idx="2716">
                  <c:v>-1.5169654274684852</c:v>
                </c:pt>
                <c:pt idx="2717">
                  <c:v>-1.5770444003164397</c:v>
                </c:pt>
                <c:pt idx="2718">
                  <c:v>-1.6523568725830489</c:v>
                </c:pt>
                <c:pt idx="2719">
                  <c:v>-1.7143878555174166</c:v>
                </c:pt>
                <c:pt idx="2720">
                  <c:v>-1.7743576518228117</c:v>
                </c:pt>
                <c:pt idx="2721">
                  <c:v>-1.7966800601838162</c:v>
                </c:pt>
                <c:pt idx="2722">
                  <c:v>-1.8259489150413835</c:v>
                </c:pt>
                <c:pt idx="2723">
                  <c:v>-1.8736217664243831</c:v>
                </c:pt>
                <c:pt idx="2724">
                  <c:v>-1.9013842977167374</c:v>
                </c:pt>
                <c:pt idx="2725">
                  <c:v>-1.9282699072430569</c:v>
                </c:pt>
                <c:pt idx="2726">
                  <c:v>-1.9702796406678036</c:v>
                </c:pt>
                <c:pt idx="2727">
                  <c:v>-2.0052099418627551</c:v>
                </c:pt>
                <c:pt idx="2728">
                  <c:v>-2.0344114874966421</c:v>
                </c:pt>
                <c:pt idx="2729">
                  <c:v>-2.0415577571745294</c:v>
                </c:pt>
                <c:pt idx="2730">
                  <c:v>-2.0468511704741545</c:v>
                </c:pt>
                <c:pt idx="2731">
                  <c:v>-2.0581986734713871</c:v>
                </c:pt>
                <c:pt idx="2732">
                  <c:v>-2.0571775473838754</c:v>
                </c:pt>
                <c:pt idx="2733">
                  <c:v>-2.0622153791217634</c:v>
                </c:pt>
                <c:pt idx="2734">
                  <c:v>-2.0616191516401767</c:v>
                </c:pt>
                <c:pt idx="2735">
                  <c:v>-2.0548313614999931</c:v>
                </c:pt>
                <c:pt idx="2736">
                  <c:v>-2.0496525390375115</c:v>
                </c:pt>
                <c:pt idx="2737">
                  <c:v>-2.0450860052673674</c:v>
                </c:pt>
                <c:pt idx="2738">
                  <c:v>-2.0493689817165146</c:v>
                </c:pt>
                <c:pt idx="2739">
                  <c:v>-2.0467450076225844</c:v>
                </c:pt>
                <c:pt idx="2740">
                  <c:v>-2.072477426433422</c:v>
                </c:pt>
                <c:pt idx="2741">
                  <c:v>-2.0786490999522331</c:v>
                </c:pt>
                <c:pt idx="2742">
                  <c:v>-2.1012849435137242</c:v>
                </c:pt>
                <c:pt idx="2743">
                  <c:v>-2.106516805047379</c:v>
                </c:pt>
                <c:pt idx="2744">
                  <c:v>-2.1074267824468587</c:v>
                </c:pt>
                <c:pt idx="2745">
                  <c:v>-2.0995484346343276</c:v>
                </c:pt>
                <c:pt idx="2746">
                  <c:v>-2.1036999908640777</c:v>
                </c:pt>
                <c:pt idx="2747">
                  <c:v>-2.0841036772428798</c:v>
                </c:pt>
                <c:pt idx="2748">
                  <c:v>-2.0745153401379937</c:v>
                </c:pt>
                <c:pt idx="2749">
                  <c:v>-2.064308422762545</c:v>
                </c:pt>
                <c:pt idx="2750">
                  <c:v>-2.0709210017880939</c:v>
                </c:pt>
                <c:pt idx="2751">
                  <c:v>-2.0614479362036402</c:v>
                </c:pt>
                <c:pt idx="2752">
                  <c:v>-2.0484865570742947</c:v>
                </c:pt>
                <c:pt idx="2753">
                  <c:v>-2.0493662321939414</c:v>
                </c:pt>
                <c:pt idx="2754">
                  <c:v>-2.0360525810513197</c:v>
                </c:pt>
                <c:pt idx="2755">
                  <c:v>-2.0233074835683089</c:v>
                </c:pt>
                <c:pt idx="2756">
                  <c:v>-1.9989918286654322</c:v>
                </c:pt>
                <c:pt idx="2757">
                  <c:v>-1.960216821946863</c:v>
                </c:pt>
                <c:pt idx="2758">
                  <c:v>-1.911832040607983</c:v>
                </c:pt>
                <c:pt idx="2759">
                  <c:v>-1.8738246387839392</c:v>
                </c:pt>
                <c:pt idx="2760">
                  <c:v>-1.8387683126450449</c:v>
                </c:pt>
                <c:pt idx="2761">
                  <c:v>-1.8110141708035232</c:v>
                </c:pt>
                <c:pt idx="2762">
                  <c:v>-1.7887470524368432</c:v>
                </c:pt>
                <c:pt idx="2763">
                  <c:v>-1.7527352448448872</c:v>
                </c:pt>
                <c:pt idx="2764">
                  <c:v>-1.7430834883817636</c:v>
                </c:pt>
                <c:pt idx="2765">
                  <c:v>-1.7265012181016053</c:v>
                </c:pt>
                <c:pt idx="2766">
                  <c:v>-1.7005618948098795</c:v>
                </c:pt>
                <c:pt idx="2767">
                  <c:v>-1.6643380439973154</c:v>
                </c:pt>
                <c:pt idx="2768">
                  <c:v>-1.6068533893009351</c:v>
                </c:pt>
                <c:pt idx="2769">
                  <c:v>-1.5224930064555469</c:v>
                </c:pt>
                <c:pt idx="2770">
                  <c:v>-1.4462146340124749</c:v>
                </c:pt>
                <c:pt idx="2771">
                  <c:v>-1.3855302005453585</c:v>
                </c:pt>
                <c:pt idx="2772">
                  <c:v>-1.3500644497570278</c:v>
                </c:pt>
                <c:pt idx="2773">
                  <c:v>-1.3183958152015343</c:v>
                </c:pt>
                <c:pt idx="2774">
                  <c:v>-1.2863981093131822</c:v>
                </c:pt>
                <c:pt idx="2775">
                  <c:v>-1.264055260619716</c:v>
                </c:pt>
                <c:pt idx="2776">
                  <c:v>-1.244193339764861</c:v>
                </c:pt>
                <c:pt idx="2777">
                  <c:v>-1.2211870516304013</c:v>
                </c:pt>
                <c:pt idx="2778">
                  <c:v>-1.1922855054807622</c:v>
                </c:pt>
                <c:pt idx="2779">
                  <c:v>-1.1741875898782412</c:v>
                </c:pt>
                <c:pt idx="2780">
                  <c:v>-1.1505891672824247</c:v>
                </c:pt>
                <c:pt idx="2781">
                  <c:v>-1.1129600251773213</c:v>
                </c:pt>
                <c:pt idx="2782">
                  <c:v>-1.0486997796022854</c:v>
                </c:pt>
                <c:pt idx="2783">
                  <c:v>-0.97610284638578515</c:v>
                </c:pt>
                <c:pt idx="2784">
                  <c:v>-0.89657692418953761</c:v>
                </c:pt>
                <c:pt idx="2785">
                  <c:v>-0.80637893467034738</c:v>
                </c:pt>
                <c:pt idx="2786">
                  <c:v>-0.72401913092289549</c:v>
                </c:pt>
                <c:pt idx="2787">
                  <c:v>-0.62519728053988433</c:v>
                </c:pt>
                <c:pt idx="2788">
                  <c:v>-0.54849851449701958</c:v>
                </c:pt>
                <c:pt idx="2789">
                  <c:v>-0.50294861827828996</c:v>
                </c:pt>
                <c:pt idx="2790">
                  <c:v>-0.47133973873397195</c:v>
                </c:pt>
                <c:pt idx="2791">
                  <c:v>-0.44646939117475759</c:v>
                </c:pt>
                <c:pt idx="2792">
                  <c:v>-0.40248637278782917</c:v>
                </c:pt>
                <c:pt idx="2793">
                  <c:v>-0.35758288989736503</c:v>
                </c:pt>
                <c:pt idx="2794">
                  <c:v>-0.31785869421690582</c:v>
                </c:pt>
                <c:pt idx="2795">
                  <c:v>-0.27604419586022444</c:v>
                </c:pt>
                <c:pt idx="2796">
                  <c:v>-0.23343280796753305</c:v>
                </c:pt>
                <c:pt idx="2797">
                  <c:v>-0.18563934642325972</c:v>
                </c:pt>
                <c:pt idx="2798">
                  <c:v>-0.15846053173800226</c:v>
                </c:pt>
                <c:pt idx="2799">
                  <c:v>-0.14337957444596094</c:v>
                </c:pt>
                <c:pt idx="2800">
                  <c:v>-0.12186790128879274</c:v>
                </c:pt>
                <c:pt idx="2801">
                  <c:v>-9.972903830000919E-2</c:v>
                </c:pt>
                <c:pt idx="2802">
                  <c:v>-8.6342092294675182E-2</c:v>
                </c:pt>
                <c:pt idx="2803">
                  <c:v>-7.0361061675838013E-2</c:v>
                </c:pt>
                <c:pt idx="2804">
                  <c:v>-6.7635298680221306E-2</c:v>
                </c:pt>
                <c:pt idx="2805">
                  <c:v>-8.0999009225492538E-2</c:v>
                </c:pt>
                <c:pt idx="2806">
                  <c:v>-9.2618538146083507E-2</c:v>
                </c:pt>
                <c:pt idx="2807">
                  <c:v>-9.6271308078341486E-2</c:v>
                </c:pt>
                <c:pt idx="2808">
                  <c:v>-0.12043116717039799</c:v>
                </c:pt>
                <c:pt idx="2809">
                  <c:v>-0.13117333793819985</c:v>
                </c:pt>
                <c:pt idx="2810">
                  <c:v>-0.14923186798507032</c:v>
                </c:pt>
                <c:pt idx="2811">
                  <c:v>-0.15898785125670362</c:v>
                </c:pt>
                <c:pt idx="2812">
                  <c:v>-0.17673281388556655</c:v>
                </c:pt>
                <c:pt idx="2813">
                  <c:v>-0.1905199719094163</c:v>
                </c:pt>
                <c:pt idx="2814">
                  <c:v>-0.19395222370071347</c:v>
                </c:pt>
                <c:pt idx="2815">
                  <c:v>-0.22326844900520149</c:v>
                </c:pt>
                <c:pt idx="2816">
                  <c:v>-0.25427984374334972</c:v>
                </c:pt>
                <c:pt idx="2817">
                  <c:v>-0.29196073848283094</c:v>
                </c:pt>
                <c:pt idx="2818">
                  <c:v>-0.34595341236315236</c:v>
                </c:pt>
                <c:pt idx="2819">
                  <c:v>-0.40337462493439635</c:v>
                </c:pt>
                <c:pt idx="2820">
                  <c:v>-0.42636484445294182</c:v>
                </c:pt>
                <c:pt idx="2821">
                  <c:v>-0.45005705358583348</c:v>
                </c:pt>
                <c:pt idx="2822">
                  <c:v>-0.47756095004176841</c:v>
                </c:pt>
                <c:pt idx="2823">
                  <c:v>-0.51333262381585032</c:v>
                </c:pt>
                <c:pt idx="2824">
                  <c:v>-0.56614381995768293</c:v>
                </c:pt>
                <c:pt idx="2825">
                  <c:v>-0.62988163932570695</c:v>
                </c:pt>
                <c:pt idx="2826">
                  <c:v>-0.67130298359881502</c:v>
                </c:pt>
                <c:pt idx="2827">
                  <c:v>-0.70530532807383628</c:v>
                </c:pt>
                <c:pt idx="2828">
                  <c:v>-0.7436683836154051</c:v>
                </c:pt>
                <c:pt idx="2829">
                  <c:v>-0.81932966343502411</c:v>
                </c:pt>
                <c:pt idx="2830">
                  <c:v>-0.88625370977887019</c:v>
                </c:pt>
                <c:pt idx="2831">
                  <c:v>-0.96749977493282324</c:v>
                </c:pt>
                <c:pt idx="2832">
                  <c:v>-1.0088220130675931</c:v>
                </c:pt>
                <c:pt idx="2833">
                  <c:v>-1.0449740674501502</c:v>
                </c:pt>
                <c:pt idx="2834">
                  <c:v>-1.1082868225978342</c:v>
                </c:pt>
                <c:pt idx="2835">
                  <c:v>-1.1828946451151756</c:v>
                </c:pt>
                <c:pt idx="2836">
                  <c:v>-1.2312045194736674</c:v>
                </c:pt>
                <c:pt idx="2837">
                  <c:v>-1.2847154682929953</c:v>
                </c:pt>
                <c:pt idx="2838">
                  <c:v>-1.3195970165894844</c:v>
                </c:pt>
                <c:pt idx="2839">
                  <c:v>-1.3509847003991877</c:v>
                </c:pt>
                <c:pt idx="2840">
                  <c:v>-1.365263163473422</c:v>
                </c:pt>
                <c:pt idx="2841">
                  <c:v>-1.3933330543884586</c:v>
                </c:pt>
                <c:pt idx="2842">
                  <c:v>-1.4163204183560589</c:v>
                </c:pt>
                <c:pt idx="2843">
                  <c:v>-1.4488723006428219</c:v>
                </c:pt>
                <c:pt idx="2844">
                  <c:v>-1.4657567590461853</c:v>
                </c:pt>
                <c:pt idx="2845">
                  <c:v>-1.478466399915267</c:v>
                </c:pt>
                <c:pt idx="2846">
                  <c:v>-1.4928996841781368</c:v>
                </c:pt>
                <c:pt idx="2847">
                  <c:v>-1.5212653629897819</c:v>
                </c:pt>
                <c:pt idx="2848">
                  <c:v>-1.5592531349059884</c:v>
                </c:pt>
                <c:pt idx="2849">
                  <c:v>-1.599921572393004</c:v>
                </c:pt>
                <c:pt idx="2850">
                  <c:v>-1.5858064884226184</c:v>
                </c:pt>
                <c:pt idx="2851">
                  <c:v>-1.5804605642935758</c:v>
                </c:pt>
                <c:pt idx="2852">
                  <c:v>-1.5493529213673196</c:v>
                </c:pt>
                <c:pt idx="2853">
                  <c:v>-1.5599646490629009</c:v>
                </c:pt>
                <c:pt idx="2854">
                  <c:v>-1.5660639937335898</c:v>
                </c:pt>
                <c:pt idx="2855">
                  <c:v>-1.555659630799674</c:v>
                </c:pt>
                <c:pt idx="2856">
                  <c:v>-1.5336858806454072</c:v>
                </c:pt>
                <c:pt idx="2857">
                  <c:v>-1.5052575635098402</c:v>
                </c:pt>
                <c:pt idx="2858">
                  <c:v>-1.4862464323822038</c:v>
                </c:pt>
                <c:pt idx="2859">
                  <c:v>-1.4780881309990892</c:v>
                </c:pt>
                <c:pt idx="2860">
                  <c:v>-1.451983703231563</c:v>
                </c:pt>
                <c:pt idx="2861">
                  <c:v>-1.4281644715873139</c:v>
                </c:pt>
                <c:pt idx="2862">
                  <c:v>-1.4303193219402885</c:v>
                </c:pt>
                <c:pt idx="2863">
                  <c:v>-1.4368603875031327</c:v>
                </c:pt>
                <c:pt idx="2864">
                  <c:v>-1.4251359835081867</c:v>
                </c:pt>
                <c:pt idx="2865">
                  <c:v>-1.4319984380826303</c:v>
                </c:pt>
                <c:pt idx="2866">
                  <c:v>-1.4471732581925361</c:v>
                </c:pt>
                <c:pt idx="2867">
                  <c:v>-1.4516716878777001</c:v>
                </c:pt>
                <c:pt idx="2868">
                  <c:v>-1.4532581978893027</c:v>
                </c:pt>
                <c:pt idx="2869">
                  <c:v>-1.4464463794897899</c:v>
                </c:pt>
                <c:pt idx="2870">
                  <c:v>-1.4301470882627996</c:v>
                </c:pt>
                <c:pt idx="2871">
                  <c:v>-1.4436459307155649</c:v>
                </c:pt>
                <c:pt idx="2872">
                  <c:v>-1.4454415250775134</c:v>
                </c:pt>
                <c:pt idx="2873">
                  <c:v>-1.4091582795124387</c:v>
                </c:pt>
                <c:pt idx="2874">
                  <c:v>-1.3846146334722824</c:v>
                </c:pt>
                <c:pt idx="2875">
                  <c:v>-1.362541333519633</c:v>
                </c:pt>
                <c:pt idx="2876">
                  <c:v>-1.35050386321827</c:v>
                </c:pt>
                <c:pt idx="2877">
                  <c:v>-1.3393052912423873</c:v>
                </c:pt>
                <c:pt idx="2878">
                  <c:v>-1.3245809313784365</c:v>
                </c:pt>
                <c:pt idx="2879">
                  <c:v>-1.32188677645335</c:v>
                </c:pt>
                <c:pt idx="2880">
                  <c:v>-1.3140804669842856</c:v>
                </c:pt>
                <c:pt idx="2881">
                  <c:v>-1.3112368862755464</c:v>
                </c:pt>
                <c:pt idx="2882">
                  <c:v>-1.318073823237752</c:v>
                </c:pt>
                <c:pt idx="2883">
                  <c:v>-1.32505749433302</c:v>
                </c:pt>
                <c:pt idx="2884">
                  <c:v>-1.3300202325772912</c:v>
                </c:pt>
                <c:pt idx="2885">
                  <c:v>-1.3457875600586462</c:v>
                </c:pt>
                <c:pt idx="2886">
                  <c:v>-1.3711642747175514</c:v>
                </c:pt>
                <c:pt idx="2887">
                  <c:v>-1.3966196469094414</c:v>
                </c:pt>
                <c:pt idx="2888">
                  <c:v>-1.418996463038338</c:v>
                </c:pt>
                <c:pt idx="2889">
                  <c:v>-1.4230676558778939</c:v>
                </c:pt>
                <c:pt idx="2890">
                  <c:v>-1.4298863768213137</c:v>
                </c:pt>
                <c:pt idx="2891">
                  <c:v>-1.4482060919067692</c:v>
                </c:pt>
                <c:pt idx="2892">
                  <c:v>-1.46931690586469</c:v>
                </c:pt>
                <c:pt idx="2893">
                  <c:v>-1.491673306088418</c:v>
                </c:pt>
                <c:pt idx="2894">
                  <c:v>-1.55690867457756</c:v>
                </c:pt>
                <c:pt idx="2895">
                  <c:v>-1.6283747822750392</c:v>
                </c:pt>
                <c:pt idx="2896">
                  <c:v>-1.6856798320125499</c:v>
                </c:pt>
                <c:pt idx="2897">
                  <c:v>-1.7220363835142107</c:v>
                </c:pt>
                <c:pt idx="2898">
                  <c:v>-1.7650879203475323</c:v>
                </c:pt>
                <c:pt idx="2899">
                  <c:v>-1.8033473195060734</c:v>
                </c:pt>
                <c:pt idx="2900">
                  <c:v>-1.7795907993914022</c:v>
                </c:pt>
                <c:pt idx="2901">
                  <c:v>-1.7373622639740134</c:v>
                </c:pt>
                <c:pt idx="2902">
                  <c:v>-1.6882996828213936</c:v>
                </c:pt>
                <c:pt idx="2903">
                  <c:v>-1.6515936489876659</c:v>
                </c:pt>
                <c:pt idx="2904">
                  <c:v>-1.6181297072524492</c:v>
                </c:pt>
                <c:pt idx="2905">
                  <c:v>-1.5854539573854292</c:v>
                </c:pt>
                <c:pt idx="2906">
                  <c:v>-1.5437262624724977</c:v>
                </c:pt>
                <c:pt idx="2907">
                  <c:v>-1.5025218116223316</c:v>
                </c:pt>
                <c:pt idx="2908">
                  <c:v>-1.4474385940777577</c:v>
                </c:pt>
                <c:pt idx="2909">
                  <c:v>-1.4057503446592348</c:v>
                </c:pt>
                <c:pt idx="2910">
                  <c:v>-1.3951872587540644</c:v>
                </c:pt>
                <c:pt idx="2911">
                  <c:v>-1.3875605007948886</c:v>
                </c:pt>
                <c:pt idx="2912">
                  <c:v>-1.3673573391545815</c:v>
                </c:pt>
                <c:pt idx="2913">
                  <c:v>-1.3515362395086838</c:v>
                </c:pt>
                <c:pt idx="2914">
                  <c:v>-1.3210291905150471</c:v>
                </c:pt>
                <c:pt idx="2915">
                  <c:v>-1.2750762008183274</c:v>
                </c:pt>
                <c:pt idx="2916">
                  <c:v>-1.2386524559986665</c:v>
                </c:pt>
                <c:pt idx="2917">
                  <c:v>-1.1940195766453852</c:v>
                </c:pt>
                <c:pt idx="2918">
                  <c:v>-1.1609203910929904</c:v>
                </c:pt>
                <c:pt idx="2919">
                  <c:v>-1.1327857941496742</c:v>
                </c:pt>
                <c:pt idx="2920">
                  <c:v>-1.0895714879107088</c:v>
                </c:pt>
                <c:pt idx="2921">
                  <c:v>-1.0812321222556665</c:v>
                </c:pt>
                <c:pt idx="2922">
                  <c:v>-1.0789901776065611</c:v>
                </c:pt>
                <c:pt idx="2923">
                  <c:v>-1.0847373413432455</c:v>
                </c:pt>
                <c:pt idx="2924">
                  <c:v>-1.0716706081331968</c:v>
                </c:pt>
                <c:pt idx="2925">
                  <c:v>-1.0380457013705944</c:v>
                </c:pt>
                <c:pt idx="2926">
                  <c:v>-1.0140095877464343</c:v>
                </c:pt>
                <c:pt idx="2927">
                  <c:v>-0.99520730597298868</c:v>
                </c:pt>
                <c:pt idx="2928">
                  <c:v>-0.96593138639458365</c:v>
                </c:pt>
                <c:pt idx="2929">
                  <c:v>-0.94261822367406245</c:v>
                </c:pt>
                <c:pt idx="2930">
                  <c:v>-0.92116944790421429</c:v>
                </c:pt>
                <c:pt idx="2931">
                  <c:v>-0.88447005259759792</c:v>
                </c:pt>
                <c:pt idx="2932">
                  <c:v>-0.85150458737165713</c:v>
                </c:pt>
                <c:pt idx="2933">
                  <c:v>-0.82918666744743597</c:v>
                </c:pt>
                <c:pt idx="2934">
                  <c:v>-0.79528093749081274</c:v>
                </c:pt>
                <c:pt idx="2935">
                  <c:v>-0.79104476589070238</c:v>
                </c:pt>
                <c:pt idx="2936">
                  <c:v>-0.81098897487167743</c:v>
                </c:pt>
                <c:pt idx="2937">
                  <c:v>-0.83079924653245307</c:v>
                </c:pt>
                <c:pt idx="2938">
                  <c:v>-0.8526039152965309</c:v>
                </c:pt>
                <c:pt idx="2939">
                  <c:v>-0.88335563871423428</c:v>
                </c:pt>
                <c:pt idx="2940">
                  <c:v>-0.90929626810263242</c:v>
                </c:pt>
                <c:pt idx="2941">
                  <c:v>-0.94340976464362991</c:v>
                </c:pt>
                <c:pt idx="2942">
                  <c:v>-0.96673693662446747</c:v>
                </c:pt>
                <c:pt idx="2943">
                  <c:v>-1.0030216074235632</c:v>
                </c:pt>
                <c:pt idx="2944">
                  <c:v>-1.0236433828246203</c:v>
                </c:pt>
                <c:pt idx="2945">
                  <c:v>-1.0503152477251856</c:v>
                </c:pt>
                <c:pt idx="2946">
                  <c:v>-1.0964135101642174</c:v>
                </c:pt>
                <c:pt idx="2947">
                  <c:v>-1.1210666791511408</c:v>
                </c:pt>
                <c:pt idx="2948">
                  <c:v>-1.1381966434824826</c:v>
                </c:pt>
                <c:pt idx="2949">
                  <c:v>-1.1537762428550469</c:v>
                </c:pt>
                <c:pt idx="2950">
                  <c:v>-1.1619952648827969</c:v>
                </c:pt>
                <c:pt idx="2951">
                  <c:v>-1.1445929102688781</c:v>
                </c:pt>
                <c:pt idx="2952">
                  <c:v>-1.1229531211123274</c:v>
                </c:pt>
                <c:pt idx="2953">
                  <c:v>-1.1014431451327722</c:v>
                </c:pt>
                <c:pt idx="2954">
                  <c:v>-1.067773771223123</c:v>
                </c:pt>
                <c:pt idx="2955">
                  <c:v>-1.028575492155851</c:v>
                </c:pt>
                <c:pt idx="2956">
                  <c:v>-0.95099903667415153</c:v>
                </c:pt>
                <c:pt idx="2957">
                  <c:v>-0.84959105453028549</c:v>
                </c:pt>
                <c:pt idx="2958">
                  <c:v>-0.75614740225356303</c:v>
                </c:pt>
                <c:pt idx="2959">
                  <c:v>-0.66209703540305831</c:v>
                </c:pt>
                <c:pt idx="2960">
                  <c:v>-0.55232838177440602</c:v>
                </c:pt>
                <c:pt idx="2961">
                  <c:v>-0.43846125387875667</c:v>
                </c:pt>
                <c:pt idx="2962">
                  <c:v>-0.33765527917855609</c:v>
                </c:pt>
                <c:pt idx="2963">
                  <c:v>-0.25863483197567533</c:v>
                </c:pt>
                <c:pt idx="2964">
                  <c:v>-0.16526895740699912</c:v>
                </c:pt>
                <c:pt idx="2965">
                  <c:v>-8.7549033888480565E-2</c:v>
                </c:pt>
                <c:pt idx="2966">
                  <c:v>-1.135540863863834E-3</c:v>
                </c:pt>
                <c:pt idx="2967">
                  <c:v>8.960213422981847E-2</c:v>
                </c:pt>
                <c:pt idx="2968">
                  <c:v>0.16961996002331747</c:v>
                </c:pt>
                <c:pt idx="2969">
                  <c:v>0.23235282365538795</c:v>
                </c:pt>
                <c:pt idx="2970">
                  <c:v>0.3156410116093577</c:v>
                </c:pt>
                <c:pt idx="2971">
                  <c:v>0.38746122100830604</c:v>
                </c:pt>
                <c:pt idx="2972">
                  <c:v>0.47148180053032862</c:v>
                </c:pt>
                <c:pt idx="2973">
                  <c:v>0.53803041384280925</c:v>
                </c:pt>
                <c:pt idx="2974">
                  <c:v>0.62280339264783002</c:v>
                </c:pt>
                <c:pt idx="2975">
                  <c:v>0.69837964860932222</c:v>
                </c:pt>
                <c:pt idx="2976">
                  <c:v>0.73811924389857964</c:v>
                </c:pt>
                <c:pt idx="2977">
                  <c:v>0.74790061406527286</c:v>
                </c:pt>
                <c:pt idx="2978">
                  <c:v>0.73663711202671167</c:v>
                </c:pt>
                <c:pt idx="2979">
                  <c:v>0.75223948420648779</c:v>
                </c:pt>
                <c:pt idx="2980">
                  <c:v>0.75695328296018904</c:v>
                </c:pt>
                <c:pt idx="2981">
                  <c:v>0.76539438130285475</c:v>
                </c:pt>
                <c:pt idx="2982">
                  <c:v>0.74357567563353433</c:v>
                </c:pt>
                <c:pt idx="2983">
                  <c:v>0.73531651499507455</c:v>
                </c:pt>
                <c:pt idx="2984">
                  <c:v>0.73868982693883301</c:v>
                </c:pt>
                <c:pt idx="2985">
                  <c:v>0.7279541269089651</c:v>
                </c:pt>
                <c:pt idx="2986">
                  <c:v>0.72159285443846621</c:v>
                </c:pt>
                <c:pt idx="2987">
                  <c:v>0.72114748768767245</c:v>
                </c:pt>
                <c:pt idx="2988">
                  <c:v>0.73844030598798494</c:v>
                </c:pt>
                <c:pt idx="2989">
                  <c:v>0.75639169795457084</c:v>
                </c:pt>
                <c:pt idx="2990">
                  <c:v>0.78426895251301665</c:v>
                </c:pt>
                <c:pt idx="2991">
                  <c:v>0.83223689245055232</c:v>
                </c:pt>
                <c:pt idx="2992">
                  <c:v>0.86375558708168243</c:v>
                </c:pt>
                <c:pt idx="2993">
                  <c:v>0.85308017124559199</c:v>
                </c:pt>
                <c:pt idx="2994">
                  <c:v>0.84758662045981725</c:v>
                </c:pt>
                <c:pt idx="2995">
                  <c:v>0.84196614671084336</c:v>
                </c:pt>
                <c:pt idx="2996">
                  <c:v>0.83437206073114223</c:v>
                </c:pt>
                <c:pt idx="2997">
                  <c:v>0.85557294368377024</c:v>
                </c:pt>
                <c:pt idx="2998">
                  <c:v>0.87867746662382673</c:v>
                </c:pt>
                <c:pt idx="2999">
                  <c:v>0.93790730960572333</c:v>
                </c:pt>
                <c:pt idx="3000">
                  <c:v>0.99527504270411904</c:v>
                </c:pt>
                <c:pt idx="3001">
                  <c:v>1.0190609807603268</c:v>
                </c:pt>
                <c:pt idx="3002">
                  <c:v>1.0313741872817099</c:v>
                </c:pt>
                <c:pt idx="3003">
                  <c:v>1.054712308264488</c:v>
                </c:pt>
                <c:pt idx="3004">
                  <c:v>1.0711775508263393</c:v>
                </c:pt>
                <c:pt idx="3005">
                  <c:v>1.0732679010836657</c:v>
                </c:pt>
                <c:pt idx="3006">
                  <c:v>1.0932157842470835</c:v>
                </c:pt>
                <c:pt idx="3007">
                  <c:v>1.1127399790172849</c:v>
                </c:pt>
                <c:pt idx="3008">
                  <c:v>1.1251562503543107</c:v>
                </c:pt>
                <c:pt idx="3009">
                  <c:v>1.1179981311735883</c:v>
                </c:pt>
                <c:pt idx="3010">
                  <c:v>1.1087929421243576</c:v>
                </c:pt>
                <c:pt idx="3011">
                  <c:v>1.1206835983955796</c:v>
                </c:pt>
                <c:pt idx="3012">
                  <c:v>1.0873200017769578</c:v>
                </c:pt>
                <c:pt idx="3013">
                  <c:v>1.0760196039783516</c:v>
                </c:pt>
                <c:pt idx="3014">
                  <c:v>1.108521487238562</c:v>
                </c:pt>
                <c:pt idx="3015">
                  <c:v>1.1377216984621488</c:v>
                </c:pt>
                <c:pt idx="3016">
                  <c:v>1.1555723031938894</c:v>
                </c:pt>
                <c:pt idx="3017">
                  <c:v>1.1662702299203773</c:v>
                </c:pt>
                <c:pt idx="3018">
                  <c:v>1.1833559940298322</c:v>
                </c:pt>
              </c:numCache>
            </c:numRef>
          </c:val>
          <c:smooth val="0"/>
          <c:extLst>
            <c:ext xmlns:c16="http://schemas.microsoft.com/office/drawing/2014/chart" uri="{C3380CC4-5D6E-409C-BE32-E72D297353CC}">
              <c16:uniqueId val="{00000000-7095-47F2-BE82-DC1F060B108B}"/>
            </c:ext>
          </c:extLst>
        </c:ser>
        <c:dLbls>
          <c:showLegendKey val="0"/>
          <c:showVal val="0"/>
          <c:showCatName val="0"/>
          <c:showSerName val="0"/>
          <c:showPercent val="0"/>
          <c:showBubbleSize val="0"/>
        </c:dLbls>
        <c:smooth val="0"/>
        <c:axId val="12345631"/>
        <c:axId val="1711100431"/>
      </c:lineChart>
      <c:dateAx>
        <c:axId val="12345631"/>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711100431"/>
        <c:crosses val="autoZero"/>
        <c:auto val="1"/>
        <c:lblOffset val="100"/>
        <c:baseTimeUnit val="days"/>
        <c:majorUnit val="1"/>
        <c:majorTimeUnit val="years"/>
      </c:dateAx>
      <c:valAx>
        <c:axId val="1711100431"/>
        <c:scaling>
          <c:orientation val="minMax"/>
        </c:scaling>
        <c:delete val="0"/>
        <c:axPos val="l"/>
        <c:majorGridlines>
          <c:spPr>
            <a:ln w="9525"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345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barChart>
        <c:barDir val="col"/>
        <c:grouping val="clustered"/>
        <c:varyColors val="0"/>
        <c:ser>
          <c:idx val="0"/>
          <c:order val="0"/>
          <c:spPr>
            <a:solidFill>
              <a:srgbClr val="1F2F44"/>
            </a:solidFill>
            <a:ln>
              <a:noFill/>
            </a:ln>
          </c:spPr>
          <c:invertIfNegative val="0"/>
          <c:dPt>
            <c:idx val="0"/>
            <c:invertIfNegative val="0"/>
            <c:bubble3D val="0"/>
            <c:spPr>
              <a:solidFill>
                <a:srgbClr val="1F2F44"/>
              </a:solidFill>
              <a:ln>
                <a:noFill/>
              </a:ln>
            </c:spPr>
          </c:dPt>
          <c:dPt>
            <c:idx val="1"/>
            <c:invertIfNegative val="0"/>
            <c:bubble3D val="0"/>
            <c:spPr>
              <a:solidFill>
                <a:srgbClr val="1F2F44"/>
              </a:solidFill>
              <a:ln>
                <a:noFill/>
              </a:ln>
            </c:spPr>
          </c:dPt>
          <c:dPt>
            <c:idx val="2"/>
            <c:invertIfNegative val="0"/>
            <c:bubble3D val="0"/>
            <c:spPr>
              <a:solidFill>
                <a:srgbClr val="7E7E7E"/>
              </a:solidFill>
              <a:ln>
                <a:noFill/>
              </a:ln>
            </c:spPr>
          </c:dPt>
          <c:dPt>
            <c:idx val="3"/>
            <c:invertIfNegative val="0"/>
            <c:bubble3D val="0"/>
            <c:spPr>
              <a:solidFill>
                <a:srgbClr val="1F2F44"/>
              </a:solidFill>
              <a:ln>
                <a:noFill/>
              </a:ln>
            </c:spPr>
          </c:dPt>
          <c:dPt>
            <c:idx val="4"/>
            <c:invertIfNegative val="0"/>
            <c:bubble3D val="0"/>
            <c:spPr>
              <a:solidFill>
                <a:srgbClr val="1F2F44"/>
              </a:solidFill>
              <a:ln>
                <a:noFill/>
              </a:ln>
            </c:spPr>
          </c:dPt>
          <c:dPt>
            <c:idx val="5"/>
            <c:invertIfNegative val="0"/>
            <c:bubble3D val="0"/>
            <c:spPr>
              <a:solidFill>
                <a:srgbClr val="F9C113"/>
              </a:solidFill>
              <a:ln>
                <a:noFill/>
              </a:ln>
            </c:spPr>
          </c:dPt>
          <c:dLbls>
            <c:spPr>
              <a:noFill/>
              <a:ln>
                <a:noFill/>
              </a:ln>
            </c:spPr>
            <c:txPr>
              <a:bodyPr/>
              <a:lstStyle/>
              <a:p>
                <a:pPr>
                  <a:defRPr sz="700" b="1">
                    <a:solidFill>
                      <a:srgbClr val="1F2F44"/>
                    </a:solidFill>
                    <a:latin typeface="Roboto Light"/>
                  </a:defRPr>
                </a:pPr>
                <a:endParaRPr lang="en-US"/>
              </a:p>
            </c:txPr>
            <c:dLblPos val="outEnd"/>
            <c:showLegendKey val="0"/>
            <c:showVal val="1"/>
            <c:showCatName val="0"/>
            <c:showSerName val="0"/>
            <c:showPercent val="0"/>
            <c:showBubbleSize val="0"/>
          </c:dLbls>
          <c:cat>
            <c:strRef>
              <c:f>Sheet1!$A$2:$A$7</c:f>
              <c:strCache>
                <c:ptCount val="6"/>
                <c:pt idx="0">
                  <c:v>&lt; -1.5</c:v>
                </c:pt>
                <c:pt idx="1">
                  <c:v>-1.5 to -0.5</c:v>
                </c:pt>
                <c:pt idx="2">
                  <c:v>-0.5 to +0.5</c:v>
                </c:pt>
                <c:pt idx="3">
                  <c:v>+0.5 to +1.5</c:v>
                </c:pt>
                <c:pt idx="4">
                  <c:v>&gt; +1.5</c:v>
                </c:pt>
                <c:pt idx="5">
                  <c:v>Fresh crossings</c:v>
                </c:pt>
              </c:strCache>
            </c:strRef>
          </c:cat>
          <c:val>
            <c:numRef>
              <c:f>Sheet1!$B$2:$B$7</c:f>
              <c:numCache>
                <c:formatCode>0.00</c:formatCode>
                <c:ptCount val="6"/>
                <c:pt idx="0">
                  <c:v>1.0</c:v>
                </c:pt>
                <c:pt idx="1">
                  <c:v>0.04</c:v>
                </c:pt>
                <c:pt idx="2">
                  <c:v>-0.78</c:v>
                </c:pt>
                <c:pt idx="3">
                  <c:v>0.79</c:v>
                </c:pt>
                <c:pt idx="4">
                  <c:v>0.97</c:v>
                </c:pt>
                <c:pt idx="5">
                  <c:v>2.71</c:v>
                </c:pt>
              </c:numCache>
            </c:numRef>
          </c:val>
        </c:ser>
        <c:gapWidth val="60"/>
        <c:axId val="510000001"/>
        <c:axId val="510000002"/>
      </c:barChart>
      <c:catAx>
        <c:axId val="510000001"/>
        <c:scaling>
          <c:orientation val="minMax"/>
        </c:scaling>
        <c:delete val="0"/>
        <c:axPos val="b"/>
        <c:numFmt formatCode="General"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2"/>
        <c:crosses val="autoZero"/>
        <c:auto val="1"/>
        <c:lblAlgn val="ctr"/>
        <c:lblOffset val="100"/>
        <c:noMultiLvlLbl val="0"/>
      </c:catAx>
      <c:valAx>
        <c:axId val="51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00" sourceLinked="0"/>
        <c:majorTickMark val="none"/>
        <c:minorTickMark val="none"/>
        <c:tickLblPos val="nextTo"/>
        <c:spPr>
          <a:noFill/>
          <a:ln>
            <a:noFill/>
          </a:ln>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1"/>
        <c:crosses val="autoZero"/>
        <c:crossBetween val="between"/>
      </c:valAx>
    </c:plotArea>
    <c:plotVisOnly val="1"/>
    <c:dispBlanksAs val="gap"/>
  </c:chart>
  <c:spPr>
    <a:noFill/>
    <a:ln>
      <a:noFill/>
    </a:ln>
  </c:spPr>
  <c:txPr>
    <a:bodyPr/>
    <a:lstStyle/>
    <a:p>
      <a:pPr>
        <a:defRPr sz="900">
          <a:latin typeface="Roboto Light"/>
          <a:ea typeface="Roboto Light"/>
          <a:cs typeface="Roboto Light"/>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barChart>
        <c:barDir val="col"/>
        <c:grouping val="clustered"/>
        <c:varyColors val="0"/>
        <c:ser>
          <c:idx val="0"/>
          <c:order val="0"/>
          <c:spPr>
            <a:solidFill>
              <a:srgbClr val="1F2F44"/>
            </a:solidFill>
            <a:ln>
              <a:noFill/>
            </a:ln>
          </c:spPr>
          <c:invertIfNegative val="0"/>
          <c:dPt>
            <c:idx val="0"/>
            <c:invertIfNegative val="0"/>
            <c:bubble3D val="0"/>
            <c:spPr>
              <a:solidFill>
                <a:srgbClr val="1F2F44"/>
              </a:solidFill>
              <a:ln>
                <a:noFill/>
              </a:ln>
            </c:spPr>
          </c:dPt>
          <c:dPt>
            <c:idx val="1"/>
            <c:invertIfNegative val="0"/>
            <c:bubble3D val="0"/>
            <c:spPr>
              <a:solidFill>
                <a:srgbClr val="7E7E7E"/>
              </a:solidFill>
              <a:ln>
                <a:noFill/>
              </a:ln>
            </c:spPr>
          </c:dPt>
          <c:dPt>
            <c:idx val="2"/>
            <c:invertIfNegative val="0"/>
            <c:bubble3D val="0"/>
            <c:spPr>
              <a:solidFill>
                <a:srgbClr val="7E7E7E"/>
              </a:solidFill>
              <a:ln>
                <a:noFill/>
              </a:ln>
            </c:spPr>
          </c:dPt>
          <c:dPt>
            <c:idx val="3"/>
            <c:invertIfNegative val="0"/>
            <c:bubble3D val="0"/>
            <c:spPr>
              <a:solidFill>
                <a:srgbClr val="1F2F44"/>
              </a:solidFill>
              <a:ln>
                <a:noFill/>
              </a:ln>
            </c:spPr>
          </c:dPt>
          <c:dPt>
            <c:idx val="4"/>
            <c:invertIfNegative val="0"/>
            <c:bubble3D val="0"/>
            <c:spPr>
              <a:solidFill>
                <a:srgbClr val="1F2F44"/>
              </a:solidFill>
              <a:ln>
                <a:noFill/>
              </a:ln>
            </c:spPr>
          </c:dPt>
          <c:dPt>
            <c:idx val="5"/>
            <c:invertIfNegative val="0"/>
            <c:bubble3D val="0"/>
            <c:spPr>
              <a:solidFill>
                <a:srgbClr val="F9C113"/>
              </a:solidFill>
              <a:ln>
                <a:noFill/>
              </a:ln>
            </c:spPr>
          </c:dPt>
          <c:dLbls>
            <c:spPr>
              <a:noFill/>
              <a:ln>
                <a:noFill/>
              </a:ln>
            </c:spPr>
            <c:txPr>
              <a:bodyPr/>
              <a:lstStyle/>
              <a:p>
                <a:pPr>
                  <a:defRPr sz="700" b="1">
                    <a:solidFill>
                      <a:srgbClr val="1F2F44"/>
                    </a:solidFill>
                    <a:latin typeface="Roboto Light"/>
                  </a:defRPr>
                </a:pPr>
                <a:endParaRPr lang="en-US"/>
              </a:p>
            </c:txPr>
            <c:dLblPos val="outEnd"/>
            <c:showLegendKey val="0"/>
            <c:showVal val="1"/>
            <c:showCatName val="0"/>
            <c:showSerName val="0"/>
            <c:showPercent val="0"/>
            <c:showBubbleSize val="0"/>
          </c:dLbls>
          <c:cat>
            <c:strRef>
              <c:f>Sheet1!$A$2:$A$7</c:f>
              <c:strCache>
                <c:ptCount val="6"/>
                <c:pt idx="0">
                  <c:v>&lt; -1.5</c:v>
                </c:pt>
                <c:pt idx="1">
                  <c:v>-1.5 to -0.5</c:v>
                </c:pt>
                <c:pt idx="2">
                  <c:v>-0.5 to +0.5</c:v>
                </c:pt>
                <c:pt idx="3">
                  <c:v>+0.5 to +1.5</c:v>
                </c:pt>
                <c:pt idx="4">
                  <c:v>&gt; +1.5</c:v>
                </c:pt>
                <c:pt idx="5">
                  <c:v>Fresh crossings</c:v>
                </c:pt>
              </c:strCache>
            </c:strRef>
          </c:cat>
          <c:val>
            <c:numRef>
              <c:f>Sheet1!$B$2:$B$7</c:f>
              <c:numCache>
                <c:formatCode>0</c:formatCode>
                <c:ptCount val="6"/>
                <c:pt idx="0">
                  <c:v>52.5</c:v>
                </c:pt>
                <c:pt idx="1">
                  <c:v>46.6</c:v>
                </c:pt>
                <c:pt idx="2">
                  <c:v>43.2</c:v>
                </c:pt>
                <c:pt idx="3">
                  <c:v>53.0</c:v>
                </c:pt>
                <c:pt idx="4">
                  <c:v>55.9</c:v>
                </c:pt>
                <c:pt idx="5">
                  <c:v>69.2</c:v>
                </c:pt>
              </c:numCache>
            </c:numRef>
          </c:val>
        </c:ser>
        <c:gapWidth val="60"/>
        <c:axId val="510000001"/>
        <c:axId val="510000002"/>
      </c:barChart>
      <c:catAx>
        <c:axId val="510000001"/>
        <c:scaling>
          <c:orientation val="minMax"/>
        </c:scaling>
        <c:delete val="0"/>
        <c:axPos val="b"/>
        <c:numFmt formatCode="General"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2"/>
        <c:crosses val="autoZero"/>
        <c:auto val="1"/>
        <c:lblAlgn val="ctr"/>
        <c:lblOffset val="100"/>
        <c:noMultiLvlLbl val="0"/>
      </c:catAx>
      <c:valAx>
        <c:axId val="51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1"/>
        <c:crosses val="autoZero"/>
        <c:crossBetween val="between"/>
      </c:valAx>
    </c:plotArea>
    <c:plotVisOnly val="1"/>
    <c:dispBlanksAs val="gap"/>
  </c:chart>
  <c:spPr>
    <a:noFill/>
    <a:ln>
      <a:noFill/>
    </a:ln>
  </c:spPr>
  <c:txPr>
    <a:bodyPr/>
    <a:lstStyle/>
    <a:p>
      <a:pPr>
        <a:defRPr sz="900">
          <a:latin typeface="Roboto Light"/>
          <a:ea typeface="Roboto Light"/>
          <a:cs typeface="Roboto Light"/>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lineChart>
        <c:grouping val="standard"/>
        <c:varyColors val="0"/>
        <c:ser>
          <c:idx val="0"/>
          <c:order val="0"/>
          <c:tx>
            <c:strRef>
              <c:f>Sheet1!$B$1</c:f>
              <c:strCache>
                <c:ptCount val="1"/>
                <c:pt idx="0">
                  <c:v>Always-on long-short</c:v>
                </c:pt>
              </c:strCache>
            </c:strRef>
          </c:tx>
          <c:spPr>
            <a:ln w="19050" cap="rnd">
              <a:solidFill>
                <a:srgbClr val="7E7E7E"/>
              </a:solidFill>
              <a:round/>
            </a:ln>
          </c:spPr>
          <c:marker>
            <c:symbol val="none"/>
          </c:marker>
          <c:cat>
            <c:strRef>
              <c:f>Sheet1!$A$2:$A$139</c:f>
              <c:strCache>
                <c:ptCount val="138"/>
                <c:pt idx="0">
                  <c:v>2014-06</c:v>
                </c:pt>
                <c:pt idx="1">
                  <c:v>2014-07</c:v>
                </c:pt>
                <c:pt idx="2">
                  <c:v>2014-08</c:v>
                </c:pt>
                <c:pt idx="3">
                  <c:v>2014-09</c:v>
                </c:pt>
                <c:pt idx="4">
                  <c:v>2014-10</c:v>
                </c:pt>
                <c:pt idx="5">
                  <c:v>2014-11</c:v>
                </c:pt>
                <c:pt idx="6">
                  <c:v>2014-12</c:v>
                </c:pt>
                <c:pt idx="7">
                  <c:v>2015-01</c:v>
                </c:pt>
                <c:pt idx="8">
                  <c:v>2015-03</c:v>
                </c:pt>
                <c:pt idx="9">
                  <c:v>2015-04</c:v>
                </c:pt>
                <c:pt idx="10">
                  <c:v>2015-05</c:v>
                </c:pt>
                <c:pt idx="11">
                  <c:v>2015-06</c:v>
                </c:pt>
                <c:pt idx="12">
                  <c:v>2015-07</c:v>
                </c:pt>
                <c:pt idx="13">
                  <c:v>2015-08</c:v>
                </c:pt>
                <c:pt idx="14">
                  <c:v>2015-09</c:v>
                </c:pt>
                <c:pt idx="15">
                  <c:v>2015-10</c:v>
                </c:pt>
                <c:pt idx="16">
                  <c:v>2015-11</c:v>
                </c:pt>
                <c:pt idx="17">
                  <c:v>2015-12</c:v>
                </c:pt>
                <c:pt idx="18">
                  <c:v>2016-01</c:v>
                </c:pt>
                <c:pt idx="19">
                  <c:v>2016-02</c:v>
                </c:pt>
                <c:pt idx="20">
                  <c:v>2016-03</c:v>
                </c:pt>
                <c:pt idx="21">
                  <c:v>2016-05</c:v>
                </c:pt>
                <c:pt idx="22">
                  <c:v>2016-06</c:v>
                </c:pt>
                <c:pt idx="23">
                  <c:v>2016-07</c:v>
                </c:pt>
                <c:pt idx="24">
                  <c:v>2016-08</c:v>
                </c:pt>
                <c:pt idx="25">
                  <c:v>2016-09</c:v>
                </c:pt>
                <c:pt idx="26">
                  <c:v>2016-10</c:v>
                </c:pt>
                <c:pt idx="27">
                  <c:v>2016-11</c:v>
                </c:pt>
                <c:pt idx="28">
                  <c:v>2016-12</c:v>
                </c:pt>
                <c:pt idx="29">
                  <c:v>2017-01</c:v>
                </c:pt>
                <c:pt idx="30">
                  <c:v>2017-02</c:v>
                </c:pt>
                <c:pt idx="31">
                  <c:v>2017-03</c:v>
                </c:pt>
                <c:pt idx="32">
                  <c:v>2017-04</c:v>
                </c:pt>
                <c:pt idx="33">
                  <c:v>2017-05</c:v>
                </c:pt>
                <c:pt idx="34">
                  <c:v>2017-06</c:v>
                </c:pt>
                <c:pt idx="35">
                  <c:v>2017-07</c:v>
                </c:pt>
                <c:pt idx="36">
                  <c:v>2017-08</c:v>
                </c:pt>
                <c:pt idx="37">
                  <c:v>2017-09</c:v>
                </c:pt>
                <c:pt idx="38">
                  <c:v>2017-10</c:v>
                </c:pt>
                <c:pt idx="39">
                  <c:v>2017-12</c:v>
                </c:pt>
                <c:pt idx="40">
                  <c:v>2018-01</c:v>
                </c:pt>
                <c:pt idx="41">
                  <c:v>2018-02</c:v>
                </c:pt>
                <c:pt idx="42">
                  <c:v>2018-03</c:v>
                </c:pt>
                <c:pt idx="43">
                  <c:v>2018-04</c:v>
                </c:pt>
                <c:pt idx="44">
                  <c:v>2018-05</c:v>
                </c:pt>
                <c:pt idx="45">
                  <c:v>2018-06</c:v>
                </c:pt>
                <c:pt idx="46">
                  <c:v>2018-07</c:v>
                </c:pt>
                <c:pt idx="47">
                  <c:v>2018-08</c:v>
                </c:pt>
                <c:pt idx="48">
                  <c:v>2018-09</c:v>
                </c:pt>
                <c:pt idx="49">
                  <c:v>2018-10</c:v>
                </c:pt>
                <c:pt idx="50">
                  <c:v>2018-11</c:v>
                </c:pt>
                <c:pt idx="51">
                  <c:v>2019-01</c:v>
                </c:pt>
                <c:pt idx="52">
                  <c:v>2019-02</c:v>
                </c:pt>
                <c:pt idx="53">
                  <c:v>2019-03</c:v>
                </c:pt>
                <c:pt idx="54">
                  <c:v>2019-04</c:v>
                </c:pt>
                <c:pt idx="55">
                  <c:v>2019-05</c:v>
                </c:pt>
                <c:pt idx="56">
                  <c:v>2019-06</c:v>
                </c:pt>
                <c:pt idx="57">
                  <c:v>2019-07</c:v>
                </c:pt>
                <c:pt idx="58">
                  <c:v>2019-08</c:v>
                </c:pt>
                <c:pt idx="59">
                  <c:v>2019-09</c:v>
                </c:pt>
                <c:pt idx="60">
                  <c:v>2019-10</c:v>
                </c:pt>
                <c:pt idx="61">
                  <c:v>2019-11</c:v>
                </c:pt>
                <c:pt idx="62">
                  <c:v>2019-12</c:v>
                </c:pt>
                <c:pt idx="63">
                  <c:v>2020-01</c:v>
                </c:pt>
                <c:pt idx="64">
                  <c:v>2020-02</c:v>
                </c:pt>
                <c:pt idx="65">
                  <c:v>2020-03</c:v>
                </c:pt>
                <c:pt idx="66">
                  <c:v>2020-05</c:v>
                </c:pt>
                <c:pt idx="67">
                  <c:v>2020-06</c:v>
                </c:pt>
                <c:pt idx="68">
                  <c:v>2020-07</c:v>
                </c:pt>
                <c:pt idx="69">
                  <c:v>2020-08</c:v>
                </c:pt>
                <c:pt idx="70">
                  <c:v>2020-09</c:v>
                </c:pt>
                <c:pt idx="71">
                  <c:v>2020-10</c:v>
                </c:pt>
                <c:pt idx="72">
                  <c:v>2020-11</c:v>
                </c:pt>
                <c:pt idx="73">
                  <c:v>2020-12</c:v>
                </c:pt>
                <c:pt idx="74">
                  <c:v>2021-01</c:v>
                </c:pt>
                <c:pt idx="75">
                  <c:v>2021-02</c:v>
                </c:pt>
                <c:pt idx="76">
                  <c:v>2021-03</c:v>
                </c:pt>
                <c:pt idx="77">
                  <c:v>2021-04</c:v>
                </c:pt>
                <c:pt idx="78">
                  <c:v>2021-05</c:v>
                </c:pt>
                <c:pt idx="79">
                  <c:v>2021-06</c:v>
                </c:pt>
                <c:pt idx="80">
                  <c:v>2021-07</c:v>
                </c:pt>
                <c:pt idx="81">
                  <c:v>2021-08</c:v>
                </c:pt>
                <c:pt idx="82">
                  <c:v>2021-10</c:v>
                </c:pt>
                <c:pt idx="83">
                  <c:v>2021-11</c:v>
                </c:pt>
                <c:pt idx="84">
                  <c:v>2021-12</c:v>
                </c:pt>
                <c:pt idx="85">
                  <c:v>2022-01</c:v>
                </c:pt>
                <c:pt idx="86">
                  <c:v>2022-02</c:v>
                </c:pt>
                <c:pt idx="87">
                  <c:v>2022-03</c:v>
                </c:pt>
                <c:pt idx="88">
                  <c:v>2022-04</c:v>
                </c:pt>
                <c:pt idx="89">
                  <c:v>2022-05</c:v>
                </c:pt>
                <c:pt idx="90">
                  <c:v>2022-06</c:v>
                </c:pt>
                <c:pt idx="91">
                  <c:v>2022-07</c:v>
                </c:pt>
                <c:pt idx="92">
                  <c:v>2022-08</c:v>
                </c:pt>
                <c:pt idx="93">
                  <c:v>2022-09</c:v>
                </c:pt>
                <c:pt idx="94">
                  <c:v>2022-10</c:v>
                </c:pt>
                <c:pt idx="95">
                  <c:v>2022-11</c:v>
                </c:pt>
                <c:pt idx="96">
                  <c:v>2022-12</c:v>
                </c:pt>
                <c:pt idx="97">
                  <c:v>2023-01</c:v>
                </c:pt>
                <c:pt idx="98">
                  <c:v>2023-03</c:v>
                </c:pt>
                <c:pt idx="99">
                  <c:v>2023-04</c:v>
                </c:pt>
                <c:pt idx="100">
                  <c:v>2023-05</c:v>
                </c:pt>
                <c:pt idx="101">
                  <c:v>2023-06</c:v>
                </c:pt>
                <c:pt idx="102">
                  <c:v>2023-07</c:v>
                </c:pt>
                <c:pt idx="103">
                  <c:v>2023-08</c:v>
                </c:pt>
                <c:pt idx="104">
                  <c:v>2023-09</c:v>
                </c:pt>
                <c:pt idx="105">
                  <c:v>2023-10</c:v>
                </c:pt>
                <c:pt idx="106">
                  <c:v>2023-11</c:v>
                </c:pt>
                <c:pt idx="107">
                  <c:v>2023-12</c:v>
                </c:pt>
                <c:pt idx="108">
                  <c:v>2024-01</c:v>
                </c:pt>
                <c:pt idx="109">
                  <c:v>2024-02</c:v>
                </c:pt>
                <c:pt idx="110">
                  <c:v>2024-03</c:v>
                </c:pt>
                <c:pt idx="111">
                  <c:v>2024-04</c:v>
                </c:pt>
                <c:pt idx="112">
                  <c:v>2024-05</c:v>
                </c:pt>
                <c:pt idx="113">
                  <c:v>2024-06</c:v>
                </c:pt>
                <c:pt idx="114">
                  <c:v>2024-07</c:v>
                </c:pt>
                <c:pt idx="115">
                  <c:v>2024-08</c:v>
                </c:pt>
                <c:pt idx="116">
                  <c:v>2024-09</c:v>
                </c:pt>
                <c:pt idx="117">
                  <c:v>2024-10</c:v>
                </c:pt>
                <c:pt idx="118">
                  <c:v>2024-12</c:v>
                </c:pt>
                <c:pt idx="119">
                  <c:v>2025-01</c:v>
                </c:pt>
                <c:pt idx="120">
                  <c:v>2025-02</c:v>
                </c:pt>
                <c:pt idx="121">
                  <c:v>2025-03</c:v>
                </c:pt>
                <c:pt idx="122">
                  <c:v>2025-04</c:v>
                </c:pt>
                <c:pt idx="123">
                  <c:v>2025-05</c:v>
                </c:pt>
                <c:pt idx="124">
                  <c:v>2025-06</c:v>
                </c:pt>
                <c:pt idx="125">
                  <c:v>2025-07</c:v>
                </c:pt>
                <c:pt idx="126">
                  <c:v>2025-08</c:v>
                </c:pt>
                <c:pt idx="127">
                  <c:v>2025-09</c:v>
                </c:pt>
                <c:pt idx="128">
                  <c:v>2025-10</c:v>
                </c:pt>
                <c:pt idx="129">
                  <c:v>2025-11</c:v>
                </c:pt>
                <c:pt idx="130">
                  <c:v>2025-12</c:v>
                </c:pt>
                <c:pt idx="131">
                  <c:v>2026-01</c:v>
                </c:pt>
                <c:pt idx="132">
                  <c:v>2026-03</c:v>
                </c:pt>
                <c:pt idx="133">
                  <c:v>2026-04</c:v>
                </c:pt>
                <c:pt idx="134">
                  <c:v>2026-05</c:v>
                </c:pt>
                <c:pt idx="135">
                  <c:v>2026-06</c:v>
                </c:pt>
                <c:pt idx="136">
                  <c:v>2026-07</c:v>
                </c:pt>
                <c:pt idx="137">
                  <c:v>2026-08</c:v>
                </c:pt>
              </c:strCache>
            </c:strRef>
          </c:cat>
          <c:val>
            <c:numRef>
              <c:f>Sheet1!$B$2:$B$139</c:f>
              <c:numCache>
                <c:formatCode>0</c:formatCode>
                <c:ptCount val="138"/>
                <c:pt idx="0">
                  <c:v>102.73</c:v>
                </c:pt>
                <c:pt idx="1">
                  <c:v>98.25</c:v>
                </c:pt>
                <c:pt idx="2">
                  <c:v>98.63</c:v>
                </c:pt>
                <c:pt idx="3">
                  <c:v>101.44</c:v>
                </c:pt>
                <c:pt idx="4">
                  <c:v>101.65</c:v>
                </c:pt>
                <c:pt idx="5">
                  <c:v>100.42</c:v>
                </c:pt>
                <c:pt idx="6">
                  <c:v>96.81</c:v>
                </c:pt>
                <c:pt idx="7">
                  <c:v>93.1</c:v>
                </c:pt>
                <c:pt idx="8">
                  <c:v>90.56</c:v>
                </c:pt>
                <c:pt idx="9">
                  <c:v>96.49</c:v>
                </c:pt>
                <c:pt idx="10">
                  <c:v>98.61</c:v>
                </c:pt>
                <c:pt idx="11">
                  <c:v>98.39</c:v>
                </c:pt>
                <c:pt idx="12">
                  <c:v>90.9</c:v>
                </c:pt>
                <c:pt idx="13">
                  <c:v>89.77</c:v>
                </c:pt>
                <c:pt idx="14">
                  <c:v>90.3</c:v>
                </c:pt>
                <c:pt idx="15">
                  <c:v>93.99</c:v>
                </c:pt>
                <c:pt idx="16">
                  <c:v>92.55</c:v>
                </c:pt>
                <c:pt idx="17">
                  <c:v>92.6</c:v>
                </c:pt>
                <c:pt idx="18">
                  <c:v>91.06</c:v>
                </c:pt>
                <c:pt idx="19">
                  <c:v>91.22</c:v>
                </c:pt>
                <c:pt idx="20">
                  <c:v>97.43</c:v>
                </c:pt>
                <c:pt idx="21">
                  <c:v>94.39</c:v>
                </c:pt>
                <c:pt idx="22">
                  <c:v>96.33</c:v>
                </c:pt>
                <c:pt idx="23">
                  <c:v>93.38</c:v>
                </c:pt>
                <c:pt idx="24">
                  <c:v>93.11</c:v>
                </c:pt>
                <c:pt idx="25">
                  <c:v>97.12</c:v>
                </c:pt>
                <c:pt idx="26">
                  <c:v>98.51</c:v>
                </c:pt>
                <c:pt idx="27">
                  <c:v>99.37</c:v>
                </c:pt>
                <c:pt idx="28">
                  <c:v>98.46</c:v>
                </c:pt>
                <c:pt idx="29">
                  <c:v>96.37</c:v>
                </c:pt>
                <c:pt idx="30">
                  <c:v>92.68</c:v>
                </c:pt>
                <c:pt idx="31">
                  <c:v>94.36</c:v>
                </c:pt>
                <c:pt idx="32">
                  <c:v>95.9</c:v>
                </c:pt>
                <c:pt idx="33">
                  <c:v>100.48</c:v>
                </c:pt>
                <c:pt idx="34">
                  <c:v>101.23</c:v>
                </c:pt>
                <c:pt idx="35">
                  <c:v>99.77</c:v>
                </c:pt>
                <c:pt idx="36">
                  <c:v>100.64</c:v>
                </c:pt>
                <c:pt idx="37">
                  <c:v>101.69</c:v>
                </c:pt>
                <c:pt idx="38">
                  <c:v>103.92</c:v>
                </c:pt>
                <c:pt idx="39">
                  <c:v>111.27</c:v>
                </c:pt>
                <c:pt idx="40">
                  <c:v>112.41</c:v>
                </c:pt>
                <c:pt idx="41">
                  <c:v>110.47</c:v>
                </c:pt>
                <c:pt idx="42">
                  <c:v>106.25</c:v>
                </c:pt>
                <c:pt idx="43">
                  <c:v>107.32</c:v>
                </c:pt>
                <c:pt idx="44">
                  <c:v>108.21</c:v>
                </c:pt>
                <c:pt idx="45">
                  <c:v>108.6</c:v>
                </c:pt>
                <c:pt idx="46">
                  <c:v>112.58</c:v>
                </c:pt>
                <c:pt idx="47">
                  <c:v>110.75</c:v>
                </c:pt>
                <c:pt idx="48">
                  <c:v>111.69</c:v>
                </c:pt>
                <c:pt idx="49">
                  <c:v>118.33</c:v>
                </c:pt>
                <c:pt idx="50">
                  <c:v>114.89</c:v>
                </c:pt>
                <c:pt idx="51">
                  <c:v>113.17</c:v>
                </c:pt>
                <c:pt idx="52">
                  <c:v>113.44</c:v>
                </c:pt>
                <c:pt idx="53">
                  <c:v>119.73</c:v>
                </c:pt>
                <c:pt idx="54">
                  <c:v>120.71</c:v>
                </c:pt>
                <c:pt idx="55">
                  <c:v>121.63</c:v>
                </c:pt>
                <c:pt idx="56">
                  <c:v>121.6</c:v>
                </c:pt>
                <c:pt idx="57">
                  <c:v>120.76</c:v>
                </c:pt>
                <c:pt idx="58">
                  <c:v>115.39</c:v>
                </c:pt>
                <c:pt idx="59">
                  <c:v>117.32</c:v>
                </c:pt>
                <c:pt idx="60">
                  <c:v>111.51</c:v>
                </c:pt>
                <c:pt idx="61">
                  <c:v>108.83</c:v>
                </c:pt>
                <c:pt idx="62">
                  <c:v>108.02</c:v>
                </c:pt>
                <c:pt idx="63">
                  <c:v>107.7</c:v>
                </c:pt>
                <c:pt idx="64">
                  <c:v>106.18</c:v>
                </c:pt>
                <c:pt idx="65">
                  <c:v>107.77</c:v>
                </c:pt>
                <c:pt idx="66">
                  <c:v>110.13</c:v>
                </c:pt>
                <c:pt idx="67">
                  <c:v>113.74</c:v>
                </c:pt>
                <c:pt idx="68">
                  <c:v>111.11</c:v>
                </c:pt>
                <c:pt idx="69">
                  <c:v>105.48</c:v>
                </c:pt>
                <c:pt idx="70">
                  <c:v>107.11</c:v>
                </c:pt>
                <c:pt idx="71">
                  <c:v>105.74</c:v>
                </c:pt>
                <c:pt idx="72">
                  <c:v>105.01</c:v>
                </c:pt>
                <c:pt idx="73">
                  <c:v>107.33</c:v>
                </c:pt>
                <c:pt idx="74">
                  <c:v>102.6</c:v>
                </c:pt>
                <c:pt idx="75">
                  <c:v>99.91</c:v>
                </c:pt>
                <c:pt idx="76">
                  <c:v>104.45</c:v>
                </c:pt>
                <c:pt idx="77">
                  <c:v>100.26</c:v>
                </c:pt>
                <c:pt idx="78">
                  <c:v>100.0</c:v>
                </c:pt>
                <c:pt idx="79">
                  <c:v>96.33</c:v>
                </c:pt>
                <c:pt idx="80">
                  <c:v>94.61</c:v>
                </c:pt>
                <c:pt idx="81">
                  <c:v>95.44</c:v>
                </c:pt>
                <c:pt idx="82">
                  <c:v>96.42</c:v>
                </c:pt>
                <c:pt idx="83">
                  <c:v>91.47</c:v>
                </c:pt>
                <c:pt idx="84">
                  <c:v>97.79</c:v>
                </c:pt>
                <c:pt idx="85">
                  <c:v>99.39</c:v>
                </c:pt>
                <c:pt idx="86">
                  <c:v>102.43</c:v>
                </c:pt>
                <c:pt idx="87">
                  <c:v>99.78</c:v>
                </c:pt>
                <c:pt idx="88">
                  <c:v>99.65</c:v>
                </c:pt>
                <c:pt idx="89">
                  <c:v>100.91</c:v>
                </c:pt>
                <c:pt idx="90">
                  <c:v>97.04</c:v>
                </c:pt>
                <c:pt idx="91">
                  <c:v>98.34</c:v>
                </c:pt>
                <c:pt idx="92">
                  <c:v>102.28</c:v>
                </c:pt>
                <c:pt idx="93">
                  <c:v>102.64</c:v>
                </c:pt>
                <c:pt idx="94">
                  <c:v>101.49</c:v>
                </c:pt>
                <c:pt idx="95">
                  <c:v>100.62</c:v>
                </c:pt>
                <c:pt idx="96">
                  <c:v>97.83</c:v>
                </c:pt>
                <c:pt idx="97">
                  <c:v>96.02</c:v>
                </c:pt>
                <c:pt idx="98">
                  <c:v>93.28</c:v>
                </c:pt>
                <c:pt idx="99">
                  <c:v>94.89</c:v>
                </c:pt>
                <c:pt idx="100">
                  <c:v>98.42</c:v>
                </c:pt>
                <c:pt idx="101">
                  <c:v>102.5</c:v>
                </c:pt>
                <c:pt idx="102">
                  <c:v>100.95</c:v>
                </c:pt>
                <c:pt idx="103">
                  <c:v>102.64</c:v>
                </c:pt>
                <c:pt idx="104">
                  <c:v>103.83</c:v>
                </c:pt>
                <c:pt idx="105">
                  <c:v>99.81</c:v>
                </c:pt>
                <c:pt idx="106">
                  <c:v>102.73</c:v>
                </c:pt>
                <c:pt idx="107">
                  <c:v>103.65</c:v>
                </c:pt>
                <c:pt idx="108">
                  <c:v>103.14</c:v>
                </c:pt>
                <c:pt idx="109">
                  <c:v>101.54</c:v>
                </c:pt>
                <c:pt idx="110">
                  <c:v>101.93</c:v>
                </c:pt>
                <c:pt idx="111">
                  <c:v>98.19</c:v>
                </c:pt>
                <c:pt idx="112">
                  <c:v>100.11</c:v>
                </c:pt>
                <c:pt idx="113">
                  <c:v>97.24</c:v>
                </c:pt>
                <c:pt idx="114">
                  <c:v>99.53</c:v>
                </c:pt>
                <c:pt idx="115">
                  <c:v>102.79</c:v>
                </c:pt>
                <c:pt idx="116">
                  <c:v>100.13</c:v>
                </c:pt>
                <c:pt idx="117">
                  <c:v>100.14</c:v>
                </c:pt>
                <c:pt idx="118">
                  <c:v>96.9</c:v>
                </c:pt>
                <c:pt idx="119">
                  <c:v>96.06</c:v>
                </c:pt>
                <c:pt idx="120">
                  <c:v>99.04</c:v>
                </c:pt>
                <c:pt idx="121">
                  <c:v>100.49</c:v>
                </c:pt>
                <c:pt idx="122">
                  <c:v>104.9</c:v>
                </c:pt>
                <c:pt idx="123">
                  <c:v>102.04</c:v>
                </c:pt>
                <c:pt idx="124">
                  <c:v>103.16</c:v>
                </c:pt>
                <c:pt idx="125">
                  <c:v>102.77</c:v>
                </c:pt>
                <c:pt idx="126">
                  <c:v>104.19</c:v>
                </c:pt>
                <c:pt idx="127">
                  <c:v>103.32</c:v>
                </c:pt>
                <c:pt idx="128">
                  <c:v>100.58</c:v>
                </c:pt>
                <c:pt idx="129">
                  <c:v>99.61</c:v>
                </c:pt>
                <c:pt idx="130">
                  <c:v>96.16</c:v>
                </c:pt>
                <c:pt idx="131">
                  <c:v>94.73</c:v>
                </c:pt>
                <c:pt idx="132">
                  <c:v>96.44</c:v>
                </c:pt>
                <c:pt idx="133">
                  <c:v>93.44</c:v>
                </c:pt>
                <c:pt idx="134">
                  <c:v>95.54</c:v>
                </c:pt>
                <c:pt idx="135">
                  <c:v>94.98</c:v>
                </c:pt>
                <c:pt idx="136">
                  <c:v>94.05</c:v>
                </c:pt>
                <c:pt idx="137">
                  <c:v>91.01</c:v>
                </c:pt>
              </c:numCache>
            </c:numRef>
          </c:val>
          <c:smooth val="0"/>
        </c:ser>
        <c:dLbls>
          <c:showLegendKey val="0"/>
          <c:showVal val="0"/>
          <c:showCatName val="0"/>
          <c:showSerName val="0"/>
          <c:showPercent val="0"/>
          <c:showBubbleSize val="0"/>
        </c:dLbls>
        <c:marker val="1"/>
        <c:axId val="530000001"/>
        <c:axId val="530000002"/>
      </c:lineChart>
      <c:catAx>
        <c:axId val="530000001"/>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30000002"/>
        <c:crosses val="autoZero"/>
        <c:auto val="1"/>
        <c:lblAlgn val="ctr"/>
        <c:lblOffset val="100"/>
        <c:tickLblSkip val="12"/>
        <c:tickMarkSkip val="12"/>
        <c:noMultiLvlLbl val="0"/>
      </c:catAx>
      <c:valAx>
        <c:axId val="53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30000001"/>
        <c:crosses val="autoZero"/>
        <c:crossBetween val="between"/>
      </c:valAx>
    </c:plotArea>
    <c:plotVisOnly val="1"/>
    <c:dispBlanksAs val="gap"/>
  </c:chart>
  <c:spPr>
    <a:noFill/>
    <a:ln>
      <a:noFill/>
    </a:ln>
  </c:spPr>
  <c:txPr>
    <a:bodyPr/>
    <a:lstStyle/>
    <a:p>
      <a:pPr>
        <a:defRPr sz="900">
          <a:latin typeface="Roboto Light"/>
          <a:ea typeface="Roboto Light"/>
          <a:cs typeface="Roboto Light"/>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lineChart>
        <c:grouping val="standard"/>
        <c:varyColors val="0"/>
        <c:ser>
          <c:idx val="0"/>
          <c:order val="0"/>
          <c:tx>
            <c:strRef>
              <c:f>Sheet1!$B$1</c:f>
              <c:strCache>
                <c:ptCount val="1"/>
                <c:pt idx="0">
                  <c:v>Back below +0.5</c:v>
                </c:pt>
              </c:strCache>
            </c:strRef>
          </c:tx>
          <c:spPr>
            <a:ln w="28575" cap="rnd">
              <a:solidFill>
                <a:srgbClr val="1F2F44"/>
              </a:solidFill>
              <a:round/>
            </a:ln>
          </c:spPr>
          <c:marker>
            <c:symbol val="none"/>
          </c:marker>
          <c:cat>
            <c:strRef>
              <c:f>Sheet1!$A$2:$A$65</c:f>
              <c:strCache>
                <c:ptCount val="6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strCache>
            </c:strRef>
          </c:cat>
          <c:val>
            <c:numRef>
              <c:f>Sheet1!$B$2:$B$65</c:f>
              <c:numCache>
                <c:formatCode>0</c:formatCode>
                <c:ptCount val="64"/>
                <c:pt idx="0">
                  <c:v>0.0</c:v>
                </c:pt>
                <c:pt idx="1">
                  <c:v>2.86</c:v>
                </c:pt>
                <c:pt idx="2">
                  <c:v>8.57</c:v>
                </c:pt>
                <c:pt idx="3">
                  <c:v>28.57</c:v>
                </c:pt>
                <c:pt idx="4">
                  <c:v>28.57</c:v>
                </c:pt>
                <c:pt idx="5">
                  <c:v>31.43</c:v>
                </c:pt>
                <c:pt idx="6">
                  <c:v>40.0</c:v>
                </c:pt>
                <c:pt idx="7">
                  <c:v>42.86</c:v>
                </c:pt>
                <c:pt idx="8">
                  <c:v>48.87</c:v>
                </c:pt>
                <c:pt idx="9">
                  <c:v>51.88</c:v>
                </c:pt>
                <c:pt idx="10">
                  <c:v>51.88</c:v>
                </c:pt>
                <c:pt idx="11">
                  <c:v>54.89</c:v>
                </c:pt>
                <c:pt idx="12">
                  <c:v>54.89</c:v>
                </c:pt>
                <c:pt idx="13">
                  <c:v>57.89</c:v>
                </c:pt>
                <c:pt idx="14">
                  <c:v>57.89</c:v>
                </c:pt>
                <c:pt idx="15">
                  <c:v>57.89</c:v>
                </c:pt>
                <c:pt idx="16">
                  <c:v>57.89</c:v>
                </c:pt>
                <c:pt idx="17">
                  <c:v>60.9</c:v>
                </c:pt>
                <c:pt idx="18">
                  <c:v>69.92</c:v>
                </c:pt>
                <c:pt idx="19">
                  <c:v>69.92</c:v>
                </c:pt>
                <c:pt idx="20">
                  <c:v>69.92</c:v>
                </c:pt>
                <c:pt idx="21">
                  <c:v>72.93</c:v>
                </c:pt>
                <c:pt idx="22">
                  <c:v>75.94</c:v>
                </c:pt>
                <c:pt idx="23">
                  <c:v>78.95</c:v>
                </c:pt>
                <c:pt idx="24">
                  <c:v>78.95</c:v>
                </c:pt>
                <c:pt idx="25">
                  <c:v>78.95</c:v>
                </c:pt>
                <c:pt idx="26">
                  <c:v>78.95</c:v>
                </c:pt>
                <c:pt idx="27">
                  <c:v>84.96</c:v>
                </c:pt>
                <c:pt idx="28">
                  <c:v>87.97</c:v>
                </c:pt>
                <c:pt idx="29">
                  <c:v>87.97</c:v>
                </c:pt>
                <c:pt idx="30">
                  <c:v>87.97</c:v>
                </c:pt>
                <c:pt idx="31">
                  <c:v>87.97</c:v>
                </c:pt>
                <c:pt idx="32">
                  <c:v>90.98</c:v>
                </c:pt>
                <c:pt idx="33">
                  <c:v>90.98</c:v>
                </c:pt>
                <c:pt idx="34">
                  <c:v>90.98</c:v>
                </c:pt>
                <c:pt idx="35">
                  <c:v>90.98</c:v>
                </c:pt>
                <c:pt idx="36">
                  <c:v>90.98</c:v>
                </c:pt>
                <c:pt idx="37">
                  <c:v>96.99</c:v>
                </c:pt>
                <c:pt idx="38">
                  <c:v>96.99</c:v>
                </c:pt>
                <c:pt idx="39">
                  <c:v>96.99</c:v>
                </c:pt>
                <c:pt idx="40">
                  <c:v>96.99</c:v>
                </c:pt>
                <c:pt idx="41">
                  <c:v>100.0</c:v>
                </c:pt>
                <c:pt idx="42">
                  <c:v>100.0</c:v>
                </c:pt>
                <c:pt idx="43">
                  <c:v>100.0</c:v>
                </c:pt>
                <c:pt idx="44">
                  <c:v>100.0</c:v>
                </c:pt>
                <c:pt idx="45">
                  <c:v>100.0</c:v>
                </c:pt>
                <c:pt idx="46">
                  <c:v>100.0</c:v>
                </c:pt>
                <c:pt idx="47">
                  <c:v>100.0</c:v>
                </c:pt>
                <c:pt idx="48">
                  <c:v>100.0</c:v>
                </c:pt>
                <c:pt idx="49">
                  <c:v>100.0</c:v>
                </c:pt>
                <c:pt idx="50">
                  <c:v>100.0</c:v>
                </c:pt>
                <c:pt idx="51">
                  <c:v>100.0</c:v>
                </c:pt>
                <c:pt idx="52">
                  <c:v>100.0</c:v>
                </c:pt>
                <c:pt idx="53">
                  <c:v>100.0</c:v>
                </c:pt>
                <c:pt idx="54">
                  <c:v>100.0</c:v>
                </c:pt>
                <c:pt idx="55">
                  <c:v>100.0</c:v>
                </c:pt>
                <c:pt idx="56">
                  <c:v>100.0</c:v>
                </c:pt>
                <c:pt idx="57">
                  <c:v>100.0</c:v>
                </c:pt>
                <c:pt idx="58">
                  <c:v>100.0</c:v>
                </c:pt>
                <c:pt idx="59">
                  <c:v>100.0</c:v>
                </c:pt>
                <c:pt idx="60">
                  <c:v>100.0</c:v>
                </c:pt>
                <c:pt idx="61">
                  <c:v>100.0</c:v>
                </c:pt>
                <c:pt idx="62">
                  <c:v>100.0</c:v>
                </c:pt>
                <c:pt idx="63">
                  <c:v>100.0</c:v>
                </c:pt>
              </c:numCache>
            </c:numRef>
          </c:val>
          <c:smooth val="0"/>
        </c:ser>
        <c:ser>
          <c:idx val="1"/>
          <c:order val="1"/>
          <c:tx>
            <c:strRef>
              <c:f>Sheet1!$C$1</c:f>
              <c:strCache>
                <c:ptCount val="1"/>
                <c:pt idx="0">
                  <c:v>Back to the mean</c:v>
                </c:pt>
              </c:strCache>
            </c:strRef>
          </c:tx>
          <c:spPr>
            <a:ln w="28575" cap="rnd">
              <a:solidFill>
                <a:srgbClr val="F9C113"/>
              </a:solidFill>
              <a:round/>
            </a:ln>
          </c:spPr>
          <c:marker>
            <c:symbol val="none"/>
          </c:marker>
          <c:cat>
            <c:strRef>
              <c:f>Sheet1!$A$2:$A$65</c:f>
              <c:strCache>
                <c:ptCount val="6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strCache>
            </c:strRef>
          </c:cat>
          <c:val>
            <c:numRef>
              <c:f>Sheet1!$C$2:$C$65</c:f>
              <c:numCache>
                <c:formatCode>0</c:formatCode>
                <c:ptCount val="64"/>
                <c:pt idx="0">
                  <c:v>0.0</c:v>
                </c:pt>
                <c:pt idx="1">
                  <c:v>3.7</c:v>
                </c:pt>
                <c:pt idx="2">
                  <c:v>3.7</c:v>
                </c:pt>
                <c:pt idx="3">
                  <c:v>11.11</c:v>
                </c:pt>
                <c:pt idx="4">
                  <c:v>14.81</c:v>
                </c:pt>
                <c:pt idx="5">
                  <c:v>22.22</c:v>
                </c:pt>
                <c:pt idx="6">
                  <c:v>25.93</c:v>
                </c:pt>
                <c:pt idx="7">
                  <c:v>25.93</c:v>
                </c:pt>
                <c:pt idx="8">
                  <c:v>25.93</c:v>
                </c:pt>
                <c:pt idx="9">
                  <c:v>25.93</c:v>
                </c:pt>
                <c:pt idx="10">
                  <c:v>25.93</c:v>
                </c:pt>
                <c:pt idx="11">
                  <c:v>33.72</c:v>
                </c:pt>
                <c:pt idx="12">
                  <c:v>33.72</c:v>
                </c:pt>
                <c:pt idx="13">
                  <c:v>33.72</c:v>
                </c:pt>
                <c:pt idx="14">
                  <c:v>37.62</c:v>
                </c:pt>
                <c:pt idx="15">
                  <c:v>37.62</c:v>
                </c:pt>
                <c:pt idx="16">
                  <c:v>37.62</c:v>
                </c:pt>
                <c:pt idx="17">
                  <c:v>41.52</c:v>
                </c:pt>
                <c:pt idx="18">
                  <c:v>41.52</c:v>
                </c:pt>
                <c:pt idx="19">
                  <c:v>41.52</c:v>
                </c:pt>
                <c:pt idx="20">
                  <c:v>49.32</c:v>
                </c:pt>
                <c:pt idx="21">
                  <c:v>49.32</c:v>
                </c:pt>
                <c:pt idx="22">
                  <c:v>49.32</c:v>
                </c:pt>
                <c:pt idx="23">
                  <c:v>49.32</c:v>
                </c:pt>
                <c:pt idx="24">
                  <c:v>53.22</c:v>
                </c:pt>
                <c:pt idx="25">
                  <c:v>53.22</c:v>
                </c:pt>
                <c:pt idx="26">
                  <c:v>53.22</c:v>
                </c:pt>
                <c:pt idx="27">
                  <c:v>53.22</c:v>
                </c:pt>
                <c:pt idx="28">
                  <c:v>61.01</c:v>
                </c:pt>
                <c:pt idx="29">
                  <c:v>64.91</c:v>
                </c:pt>
                <c:pt idx="30">
                  <c:v>64.91</c:v>
                </c:pt>
                <c:pt idx="31">
                  <c:v>64.91</c:v>
                </c:pt>
                <c:pt idx="32">
                  <c:v>76.61</c:v>
                </c:pt>
                <c:pt idx="33">
                  <c:v>80.51</c:v>
                </c:pt>
                <c:pt idx="34">
                  <c:v>84.41</c:v>
                </c:pt>
                <c:pt idx="35">
                  <c:v>84.41</c:v>
                </c:pt>
                <c:pt idx="36">
                  <c:v>84.41</c:v>
                </c:pt>
                <c:pt idx="37">
                  <c:v>84.41</c:v>
                </c:pt>
                <c:pt idx="38">
                  <c:v>84.41</c:v>
                </c:pt>
                <c:pt idx="39">
                  <c:v>84.41</c:v>
                </c:pt>
                <c:pt idx="40">
                  <c:v>84.41</c:v>
                </c:pt>
                <c:pt idx="41">
                  <c:v>88.3</c:v>
                </c:pt>
                <c:pt idx="42">
                  <c:v>88.3</c:v>
                </c:pt>
                <c:pt idx="43">
                  <c:v>88.3</c:v>
                </c:pt>
                <c:pt idx="44">
                  <c:v>88.3</c:v>
                </c:pt>
                <c:pt idx="45">
                  <c:v>92.2</c:v>
                </c:pt>
                <c:pt idx="46">
                  <c:v>92.2</c:v>
                </c:pt>
                <c:pt idx="47">
                  <c:v>92.2</c:v>
                </c:pt>
                <c:pt idx="48">
                  <c:v>92.2</c:v>
                </c:pt>
                <c:pt idx="49">
                  <c:v>92.2</c:v>
                </c:pt>
                <c:pt idx="50">
                  <c:v>92.2</c:v>
                </c:pt>
                <c:pt idx="51">
                  <c:v>92.2</c:v>
                </c:pt>
                <c:pt idx="52">
                  <c:v>92.2</c:v>
                </c:pt>
                <c:pt idx="53">
                  <c:v>92.2</c:v>
                </c:pt>
                <c:pt idx="54">
                  <c:v>92.2</c:v>
                </c:pt>
                <c:pt idx="55">
                  <c:v>92.2</c:v>
                </c:pt>
                <c:pt idx="56">
                  <c:v>96.1</c:v>
                </c:pt>
                <c:pt idx="57">
                  <c:v>96.1</c:v>
                </c:pt>
                <c:pt idx="58">
                  <c:v>96.1</c:v>
                </c:pt>
                <c:pt idx="59">
                  <c:v>96.1</c:v>
                </c:pt>
                <c:pt idx="60">
                  <c:v>96.1</c:v>
                </c:pt>
                <c:pt idx="61">
                  <c:v>96.1</c:v>
                </c:pt>
                <c:pt idx="62">
                  <c:v>96.1</c:v>
                </c:pt>
                <c:pt idx="63">
                  <c:v>96.1</c:v>
                </c:pt>
              </c:numCache>
            </c:numRef>
          </c:val>
          <c:smooth val="0"/>
        </c:ser>
        <c:dLbls>
          <c:showLegendKey val="0"/>
          <c:showVal val="0"/>
          <c:showCatName val="0"/>
          <c:showSerName val="0"/>
          <c:showPercent val="0"/>
          <c:showBubbleSize val="0"/>
        </c:dLbls>
        <c:marker val="1"/>
        <c:axId val="530000001"/>
        <c:axId val="530000002"/>
      </c:lineChart>
      <c:catAx>
        <c:axId val="530000001"/>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30000002"/>
        <c:crosses val="autoZero"/>
        <c:auto val="1"/>
        <c:lblAlgn val="ctr"/>
        <c:lblOffset val="100"/>
        <c:tickLblSkip val="10"/>
        <c:tickMarkSkip val="10"/>
        <c:noMultiLvlLbl val="0"/>
      </c:catAx>
      <c:valAx>
        <c:axId val="53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30000001"/>
        <c:crosses val="autoZero"/>
        <c:crossBetween val="between"/>
      </c:valAx>
    </c:plotArea>
    <c:legend>
      <c:legendPos val="b"/>
      <c:overlay val="0"/>
      <c:txPr>
        <a:bodyPr/>
        <a:lstStyle/>
        <a:p>
          <a:pPr>
            <a:defRPr sz="800">
              <a:latin typeface="Roboto Light"/>
            </a:defRPr>
          </a:pPr>
          <a:endParaRPr lang="en-US"/>
        </a:p>
      </c:txPr>
    </c:legend>
    <c:plotVisOnly val="1"/>
    <c:dispBlanksAs val="gap"/>
  </c:chart>
  <c:spPr>
    <a:noFill/>
    <a:ln>
      <a:noFill/>
    </a:ln>
  </c:spPr>
  <c:txPr>
    <a:bodyPr/>
    <a:lstStyle/>
    <a:p>
      <a:pPr>
        <a:defRPr sz="900">
          <a:latin typeface="Roboto Light"/>
          <a:ea typeface="Roboto Light"/>
          <a:cs typeface="Roboto Light"/>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barChart>
        <c:barDir val="col"/>
        <c:grouping val="clustered"/>
        <c:varyColors val="0"/>
        <c:ser>
          <c:idx val="0"/>
          <c:order val="0"/>
          <c:spPr>
            <a:solidFill>
              <a:srgbClr val="1F2F44"/>
            </a:solidFill>
            <a:ln>
              <a:noFill/>
            </a:ln>
          </c:spPr>
          <c:invertIfNegative val="0"/>
          <c:dPt>
            <c:idx val="0"/>
            <c:invertIfNegative val="0"/>
            <c:bubble3D val="0"/>
            <c:spPr>
              <a:solidFill>
                <a:srgbClr val="1F2F44"/>
              </a:solidFill>
              <a:ln>
                <a:noFill/>
              </a:ln>
            </c:spPr>
          </c:dPt>
          <c:dPt>
            <c:idx val="1"/>
            <c:invertIfNegative val="0"/>
            <c:bubble3D val="0"/>
            <c:spPr>
              <a:solidFill>
                <a:srgbClr val="7E7E7E"/>
              </a:solidFill>
              <a:ln>
                <a:noFill/>
              </a:ln>
            </c:spPr>
          </c:dPt>
          <c:dPt>
            <c:idx val="2"/>
            <c:invertIfNegative val="0"/>
            <c:bubble3D val="0"/>
            <c:spPr>
              <a:solidFill>
                <a:srgbClr val="7E7E7E"/>
              </a:solidFill>
              <a:ln>
                <a:noFill/>
              </a:ln>
            </c:spPr>
          </c:dPt>
          <c:dPt>
            <c:idx val="3"/>
            <c:invertIfNegative val="0"/>
            <c:bubble3D val="0"/>
            <c:spPr>
              <a:solidFill>
                <a:srgbClr val="7E7E7E"/>
              </a:solidFill>
              <a:ln>
                <a:noFill/>
              </a:ln>
            </c:spPr>
          </c:dPt>
          <c:dLbls>
            <c:spPr>
              <a:noFill/>
              <a:ln>
                <a:noFill/>
              </a:ln>
            </c:spPr>
            <c:txPr>
              <a:bodyPr/>
              <a:lstStyle/>
              <a:p>
                <a:pPr>
                  <a:defRPr sz="700" b="1">
                    <a:solidFill>
                      <a:srgbClr val="1F2F44"/>
                    </a:solidFill>
                    <a:latin typeface="Roboto Light"/>
                  </a:defRPr>
                </a:pPr>
                <a:endParaRPr lang="en-US"/>
              </a:p>
            </c:txPr>
            <c:dLblPos val="outEnd"/>
            <c:showLegendKey val="0"/>
            <c:showVal val="1"/>
            <c:showCatName val="0"/>
            <c:showSerName val="0"/>
            <c:showPercent val="0"/>
            <c:showBubbleSize val="0"/>
          </c:dLbls>
          <c:cat>
            <c:strRef>
              <c:f>Sheet1!$A$2:$A$5</c:f>
              <c:strCache>
                <c:ptCount val="4"/>
                <c:pt idx="0">
                  <c:v>Daily index</c:v>
                </c:pt>
                <c:pt idx="1">
                  <c:v>5-day average</c:v>
                </c:pt>
                <c:pt idx="2">
                  <c:v>15-day average</c:v>
                </c:pt>
                <c:pt idx="3">
                  <c:v>21-day average</c:v>
                </c:pt>
              </c:strCache>
            </c:strRef>
          </c:cat>
          <c:val>
            <c:numRef>
              <c:f>Sheet1!$B$2:$B$5</c:f>
              <c:numCache>
                <c:formatCode>0</c:formatCode>
                <c:ptCount val="4"/>
                <c:pt idx="0">
                  <c:v>24</c:v>
                </c:pt>
                <c:pt idx="1">
                  <c:v>27</c:v>
                </c:pt>
                <c:pt idx="2">
                  <c:v>67</c:v>
                </c:pt>
                <c:pt idx="3">
                  <c:v>54</c:v>
                </c:pt>
              </c:numCache>
            </c:numRef>
          </c:val>
        </c:ser>
        <c:gapWidth val="60"/>
        <c:axId val="510000001"/>
        <c:axId val="510000002"/>
      </c:barChart>
      <c:catAx>
        <c:axId val="510000001"/>
        <c:scaling>
          <c:orientation val="minMax"/>
        </c:scaling>
        <c:delete val="0"/>
        <c:axPos val="b"/>
        <c:numFmt formatCode="General"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2"/>
        <c:crosses val="autoZero"/>
        <c:auto val="1"/>
        <c:lblAlgn val="ctr"/>
        <c:lblOffset val="100"/>
        <c:noMultiLvlLbl val="0"/>
      </c:catAx>
      <c:valAx>
        <c:axId val="51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1"/>
        <c:crosses val="autoZero"/>
        <c:crossBetween val="between"/>
      </c:valAx>
    </c:plotArea>
    <c:plotVisOnly val="1"/>
    <c:dispBlanksAs val="gap"/>
  </c:chart>
  <c:spPr>
    <a:noFill/>
    <a:ln>
      <a:noFill/>
    </a:ln>
  </c:spPr>
  <c:txPr>
    <a:bodyPr/>
    <a:lstStyle/>
    <a:p>
      <a:pPr>
        <a:defRPr sz="900">
          <a:latin typeface="Roboto Light"/>
          <a:ea typeface="Roboto Light"/>
          <a:cs typeface="Roboto Light"/>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lineChart>
        <c:grouping val="standard"/>
        <c:varyColors val="0"/>
        <c:ser>
          <c:idx val="0"/>
          <c:order val="0"/>
          <c:tx>
            <c:strRef>
              <c:f>Sheet1!$B$1</c:f>
              <c:strCache>
                <c:ptCount val="1"/>
                <c:pt idx="0">
                  <c:v>21-session average z-score</c:v>
                </c:pt>
              </c:strCache>
            </c:strRef>
          </c:tx>
          <c:spPr>
            <a:ln w="19050" cap="rnd">
              <a:solidFill>
                <a:srgbClr val="1F2F44"/>
              </a:solidFill>
              <a:round/>
            </a:ln>
          </c:spPr>
          <c:marker>
            <c:symbol val="none"/>
          </c:marker>
          <c:cat>
            <c:strRef>
              <c:f>Sheet1!$A$2:$A$584</c:f>
              <c:strCache>
                <c:ptCount val="583"/>
                <c:pt idx="0">
                  <c:v>2015-06</c:v>
                </c:pt>
                <c:pt idx="1">
                  <c:v>2015-06</c:v>
                </c:pt>
                <c:pt idx="2">
                  <c:v>2015-07</c:v>
                </c:pt>
                <c:pt idx="3">
                  <c:v>2015-07</c:v>
                </c:pt>
                <c:pt idx="4">
                  <c:v>2015-07</c:v>
                </c:pt>
                <c:pt idx="5">
                  <c:v>2015-07</c:v>
                </c:pt>
                <c:pt idx="6">
                  <c:v>2015-07</c:v>
                </c:pt>
                <c:pt idx="7">
                  <c:v>2015-08</c:v>
                </c:pt>
                <c:pt idx="8">
                  <c:v>2015-08</c:v>
                </c:pt>
                <c:pt idx="9">
                  <c:v>2015-08</c:v>
                </c:pt>
                <c:pt idx="10">
                  <c:v>2015-08</c:v>
                </c:pt>
                <c:pt idx="11">
                  <c:v>2015-09</c:v>
                </c:pt>
                <c:pt idx="12">
                  <c:v>2015-09</c:v>
                </c:pt>
                <c:pt idx="13">
                  <c:v>2015-09</c:v>
                </c:pt>
                <c:pt idx="14">
                  <c:v>2015-09</c:v>
                </c:pt>
                <c:pt idx="15">
                  <c:v>2015-10</c:v>
                </c:pt>
                <c:pt idx="16">
                  <c:v>2015-10</c:v>
                </c:pt>
                <c:pt idx="17">
                  <c:v>2015-10</c:v>
                </c:pt>
                <c:pt idx="18">
                  <c:v>2015-10</c:v>
                </c:pt>
                <c:pt idx="19">
                  <c:v>2015-10</c:v>
                </c:pt>
                <c:pt idx="20">
                  <c:v>2015-11</c:v>
                </c:pt>
                <c:pt idx="21">
                  <c:v>2015-11</c:v>
                </c:pt>
                <c:pt idx="22">
                  <c:v>2015-11</c:v>
                </c:pt>
                <c:pt idx="23">
                  <c:v>2015-11</c:v>
                </c:pt>
                <c:pt idx="24">
                  <c:v>2015-12</c:v>
                </c:pt>
                <c:pt idx="25">
                  <c:v>2015-12</c:v>
                </c:pt>
                <c:pt idx="26">
                  <c:v>2015-12</c:v>
                </c:pt>
                <c:pt idx="27">
                  <c:v>2015-12</c:v>
                </c:pt>
                <c:pt idx="28">
                  <c:v>2016-01</c:v>
                </c:pt>
                <c:pt idx="29">
                  <c:v>2016-01</c:v>
                </c:pt>
                <c:pt idx="30">
                  <c:v>2016-01</c:v>
                </c:pt>
                <c:pt idx="31">
                  <c:v>2016-01</c:v>
                </c:pt>
                <c:pt idx="32">
                  <c:v>2016-01</c:v>
                </c:pt>
                <c:pt idx="33">
                  <c:v>2016-02</c:v>
                </c:pt>
                <c:pt idx="34">
                  <c:v>2016-02</c:v>
                </c:pt>
                <c:pt idx="35">
                  <c:v>2016-02</c:v>
                </c:pt>
                <c:pt idx="36">
                  <c:v>2016-02</c:v>
                </c:pt>
                <c:pt idx="37">
                  <c:v>2016-03</c:v>
                </c:pt>
                <c:pt idx="38">
                  <c:v>2016-03</c:v>
                </c:pt>
                <c:pt idx="39">
                  <c:v>2016-03</c:v>
                </c:pt>
                <c:pt idx="40">
                  <c:v>2016-03</c:v>
                </c:pt>
                <c:pt idx="41">
                  <c:v>2016-04</c:v>
                </c:pt>
                <c:pt idx="42">
                  <c:v>2016-04</c:v>
                </c:pt>
                <c:pt idx="43">
                  <c:v>2016-04</c:v>
                </c:pt>
                <c:pt idx="44">
                  <c:v>2016-04</c:v>
                </c:pt>
                <c:pt idx="45">
                  <c:v>2016-04</c:v>
                </c:pt>
                <c:pt idx="46">
                  <c:v>2016-05</c:v>
                </c:pt>
                <c:pt idx="47">
                  <c:v>2016-05</c:v>
                </c:pt>
                <c:pt idx="48">
                  <c:v>2016-05</c:v>
                </c:pt>
                <c:pt idx="49">
                  <c:v>2016-05</c:v>
                </c:pt>
                <c:pt idx="50">
                  <c:v>2016-06</c:v>
                </c:pt>
                <c:pt idx="51">
                  <c:v>2016-06</c:v>
                </c:pt>
                <c:pt idx="52">
                  <c:v>2016-06</c:v>
                </c:pt>
                <c:pt idx="53">
                  <c:v>2016-06</c:v>
                </c:pt>
                <c:pt idx="54">
                  <c:v>2016-07</c:v>
                </c:pt>
                <c:pt idx="55">
                  <c:v>2016-07</c:v>
                </c:pt>
                <c:pt idx="56">
                  <c:v>2016-07</c:v>
                </c:pt>
                <c:pt idx="57">
                  <c:v>2016-07</c:v>
                </c:pt>
                <c:pt idx="58">
                  <c:v>2016-07</c:v>
                </c:pt>
                <c:pt idx="59">
                  <c:v>2016-08</c:v>
                </c:pt>
                <c:pt idx="60">
                  <c:v>2016-08</c:v>
                </c:pt>
                <c:pt idx="61">
                  <c:v>2016-08</c:v>
                </c:pt>
                <c:pt idx="62">
                  <c:v>2016-08</c:v>
                </c:pt>
                <c:pt idx="63">
                  <c:v>2016-09</c:v>
                </c:pt>
                <c:pt idx="64">
                  <c:v>2016-09</c:v>
                </c:pt>
                <c:pt idx="65">
                  <c:v>2016-09</c:v>
                </c:pt>
                <c:pt idx="66">
                  <c:v>2016-09</c:v>
                </c:pt>
                <c:pt idx="67">
                  <c:v>2016-09</c:v>
                </c:pt>
                <c:pt idx="68">
                  <c:v>2016-10</c:v>
                </c:pt>
                <c:pt idx="69">
                  <c:v>2016-10</c:v>
                </c:pt>
                <c:pt idx="70">
                  <c:v>2016-10</c:v>
                </c:pt>
                <c:pt idx="71">
                  <c:v>2016-10</c:v>
                </c:pt>
                <c:pt idx="72">
                  <c:v>2016-11</c:v>
                </c:pt>
                <c:pt idx="73">
                  <c:v>2016-11</c:v>
                </c:pt>
                <c:pt idx="74">
                  <c:v>2016-11</c:v>
                </c:pt>
                <c:pt idx="75">
                  <c:v>2016-11</c:v>
                </c:pt>
                <c:pt idx="76">
                  <c:v>2016-12</c:v>
                </c:pt>
                <c:pt idx="77">
                  <c:v>2016-12</c:v>
                </c:pt>
                <c:pt idx="78">
                  <c:v>2016-12</c:v>
                </c:pt>
                <c:pt idx="79">
                  <c:v>2016-12</c:v>
                </c:pt>
                <c:pt idx="80">
                  <c:v>2016-12</c:v>
                </c:pt>
                <c:pt idx="81">
                  <c:v>2017-01</c:v>
                </c:pt>
                <c:pt idx="82">
                  <c:v>2017-01</c:v>
                </c:pt>
                <c:pt idx="83">
                  <c:v>2017-01</c:v>
                </c:pt>
                <c:pt idx="84">
                  <c:v>2017-01</c:v>
                </c:pt>
                <c:pt idx="85">
                  <c:v>2017-02</c:v>
                </c:pt>
                <c:pt idx="86">
                  <c:v>2017-02</c:v>
                </c:pt>
                <c:pt idx="87">
                  <c:v>2017-02</c:v>
                </c:pt>
                <c:pt idx="88">
                  <c:v>2017-02</c:v>
                </c:pt>
                <c:pt idx="89">
                  <c:v>2017-03</c:v>
                </c:pt>
                <c:pt idx="90">
                  <c:v>2017-03</c:v>
                </c:pt>
                <c:pt idx="91">
                  <c:v>2017-03</c:v>
                </c:pt>
                <c:pt idx="92">
                  <c:v>2017-03</c:v>
                </c:pt>
                <c:pt idx="93">
                  <c:v>2017-03</c:v>
                </c:pt>
                <c:pt idx="94">
                  <c:v>2017-04</c:v>
                </c:pt>
                <c:pt idx="95">
                  <c:v>2017-04</c:v>
                </c:pt>
                <c:pt idx="96">
                  <c:v>2017-04</c:v>
                </c:pt>
                <c:pt idx="97">
                  <c:v>2017-04</c:v>
                </c:pt>
                <c:pt idx="98">
                  <c:v>2017-05</c:v>
                </c:pt>
                <c:pt idx="99">
                  <c:v>2017-05</c:v>
                </c:pt>
                <c:pt idx="100">
                  <c:v>2017-05</c:v>
                </c:pt>
                <c:pt idx="101">
                  <c:v>2017-05</c:v>
                </c:pt>
                <c:pt idx="102">
                  <c:v>2017-06</c:v>
                </c:pt>
                <c:pt idx="103">
                  <c:v>2017-06</c:v>
                </c:pt>
                <c:pt idx="104">
                  <c:v>2017-06</c:v>
                </c:pt>
                <c:pt idx="105">
                  <c:v>2017-06</c:v>
                </c:pt>
                <c:pt idx="106">
                  <c:v>2017-06</c:v>
                </c:pt>
                <c:pt idx="107">
                  <c:v>2017-07</c:v>
                </c:pt>
                <c:pt idx="108">
                  <c:v>2017-07</c:v>
                </c:pt>
                <c:pt idx="109">
                  <c:v>2017-07</c:v>
                </c:pt>
                <c:pt idx="110">
                  <c:v>2017-07</c:v>
                </c:pt>
                <c:pt idx="111">
                  <c:v>2017-08</c:v>
                </c:pt>
                <c:pt idx="112">
                  <c:v>2017-08</c:v>
                </c:pt>
                <c:pt idx="113">
                  <c:v>2017-08</c:v>
                </c:pt>
                <c:pt idx="114">
                  <c:v>2017-08</c:v>
                </c:pt>
                <c:pt idx="115">
                  <c:v>2017-09</c:v>
                </c:pt>
                <c:pt idx="116">
                  <c:v>2017-09</c:v>
                </c:pt>
                <c:pt idx="117">
                  <c:v>2017-09</c:v>
                </c:pt>
                <c:pt idx="118">
                  <c:v>2017-09</c:v>
                </c:pt>
                <c:pt idx="119">
                  <c:v>2017-09</c:v>
                </c:pt>
                <c:pt idx="120">
                  <c:v>2017-10</c:v>
                </c:pt>
                <c:pt idx="121">
                  <c:v>2017-10</c:v>
                </c:pt>
                <c:pt idx="122">
                  <c:v>2017-10</c:v>
                </c:pt>
                <c:pt idx="123">
                  <c:v>2017-10</c:v>
                </c:pt>
                <c:pt idx="124">
                  <c:v>2017-11</c:v>
                </c:pt>
                <c:pt idx="125">
                  <c:v>2017-11</c:v>
                </c:pt>
                <c:pt idx="126">
                  <c:v>2017-11</c:v>
                </c:pt>
                <c:pt idx="127">
                  <c:v>2017-11</c:v>
                </c:pt>
                <c:pt idx="128">
                  <c:v>2017-12</c:v>
                </c:pt>
                <c:pt idx="129">
                  <c:v>2017-12</c:v>
                </c:pt>
                <c:pt idx="130">
                  <c:v>2017-12</c:v>
                </c:pt>
                <c:pt idx="131">
                  <c:v>2017-12</c:v>
                </c:pt>
                <c:pt idx="132">
                  <c:v>2017-12</c:v>
                </c:pt>
                <c:pt idx="133">
                  <c:v>2018-01</c:v>
                </c:pt>
                <c:pt idx="134">
                  <c:v>2018-01</c:v>
                </c:pt>
                <c:pt idx="135">
                  <c:v>2018-01</c:v>
                </c:pt>
                <c:pt idx="136">
                  <c:v>2018-01</c:v>
                </c:pt>
                <c:pt idx="137">
                  <c:v>2018-02</c:v>
                </c:pt>
                <c:pt idx="138">
                  <c:v>2018-02</c:v>
                </c:pt>
                <c:pt idx="139">
                  <c:v>2018-02</c:v>
                </c:pt>
                <c:pt idx="140">
                  <c:v>2018-02</c:v>
                </c:pt>
                <c:pt idx="141">
                  <c:v>2018-03</c:v>
                </c:pt>
                <c:pt idx="142">
                  <c:v>2018-03</c:v>
                </c:pt>
                <c:pt idx="143">
                  <c:v>2018-03</c:v>
                </c:pt>
                <c:pt idx="144">
                  <c:v>2018-03</c:v>
                </c:pt>
                <c:pt idx="145">
                  <c:v>2018-03</c:v>
                </c:pt>
                <c:pt idx="146">
                  <c:v>2018-04</c:v>
                </c:pt>
                <c:pt idx="147">
                  <c:v>2018-04</c:v>
                </c:pt>
                <c:pt idx="148">
                  <c:v>2018-04</c:v>
                </c:pt>
                <c:pt idx="149">
                  <c:v>2018-04</c:v>
                </c:pt>
                <c:pt idx="150">
                  <c:v>2018-05</c:v>
                </c:pt>
                <c:pt idx="151">
                  <c:v>2018-05</c:v>
                </c:pt>
                <c:pt idx="152">
                  <c:v>2018-05</c:v>
                </c:pt>
                <c:pt idx="153">
                  <c:v>2018-05</c:v>
                </c:pt>
                <c:pt idx="154">
                  <c:v>2018-06</c:v>
                </c:pt>
                <c:pt idx="155">
                  <c:v>2018-06</c:v>
                </c:pt>
                <c:pt idx="156">
                  <c:v>2018-06</c:v>
                </c:pt>
                <c:pt idx="157">
                  <c:v>2018-06</c:v>
                </c:pt>
                <c:pt idx="158">
                  <c:v>2018-06</c:v>
                </c:pt>
                <c:pt idx="159">
                  <c:v>2018-07</c:v>
                </c:pt>
                <c:pt idx="160">
                  <c:v>2018-07</c:v>
                </c:pt>
                <c:pt idx="161">
                  <c:v>2018-07</c:v>
                </c:pt>
                <c:pt idx="162">
                  <c:v>2018-07</c:v>
                </c:pt>
                <c:pt idx="163">
                  <c:v>2018-08</c:v>
                </c:pt>
                <c:pt idx="164">
                  <c:v>2018-08</c:v>
                </c:pt>
                <c:pt idx="165">
                  <c:v>2018-08</c:v>
                </c:pt>
                <c:pt idx="166">
                  <c:v>2018-08</c:v>
                </c:pt>
                <c:pt idx="167">
                  <c:v>2018-08</c:v>
                </c:pt>
                <c:pt idx="168">
                  <c:v>2018-09</c:v>
                </c:pt>
                <c:pt idx="169">
                  <c:v>2018-09</c:v>
                </c:pt>
                <c:pt idx="170">
                  <c:v>2018-09</c:v>
                </c:pt>
                <c:pt idx="171">
                  <c:v>2018-09</c:v>
                </c:pt>
                <c:pt idx="172">
                  <c:v>2018-10</c:v>
                </c:pt>
                <c:pt idx="173">
                  <c:v>2018-10</c:v>
                </c:pt>
                <c:pt idx="174">
                  <c:v>2018-10</c:v>
                </c:pt>
                <c:pt idx="175">
                  <c:v>2018-10</c:v>
                </c:pt>
                <c:pt idx="176">
                  <c:v>2018-11</c:v>
                </c:pt>
                <c:pt idx="177">
                  <c:v>2018-11</c:v>
                </c:pt>
                <c:pt idx="178">
                  <c:v>2018-11</c:v>
                </c:pt>
                <c:pt idx="179">
                  <c:v>2018-11</c:v>
                </c:pt>
                <c:pt idx="180">
                  <c:v>2018-11</c:v>
                </c:pt>
                <c:pt idx="181">
                  <c:v>2018-12</c:v>
                </c:pt>
                <c:pt idx="182">
                  <c:v>2018-12</c:v>
                </c:pt>
                <c:pt idx="183">
                  <c:v>2018-12</c:v>
                </c:pt>
                <c:pt idx="184">
                  <c:v>2018-12</c:v>
                </c:pt>
                <c:pt idx="185">
                  <c:v>2019-01</c:v>
                </c:pt>
                <c:pt idx="186">
                  <c:v>2019-01</c:v>
                </c:pt>
                <c:pt idx="187">
                  <c:v>2019-01</c:v>
                </c:pt>
                <c:pt idx="188">
                  <c:v>2019-01</c:v>
                </c:pt>
                <c:pt idx="189">
                  <c:v>2019-02</c:v>
                </c:pt>
                <c:pt idx="190">
                  <c:v>2019-02</c:v>
                </c:pt>
                <c:pt idx="191">
                  <c:v>2019-02</c:v>
                </c:pt>
                <c:pt idx="192">
                  <c:v>2019-02</c:v>
                </c:pt>
                <c:pt idx="193">
                  <c:v>2019-03</c:v>
                </c:pt>
                <c:pt idx="194">
                  <c:v>2019-03</c:v>
                </c:pt>
                <c:pt idx="195">
                  <c:v>2019-03</c:v>
                </c:pt>
                <c:pt idx="196">
                  <c:v>2019-03</c:v>
                </c:pt>
                <c:pt idx="197">
                  <c:v>2019-03</c:v>
                </c:pt>
                <c:pt idx="198">
                  <c:v>2019-04</c:v>
                </c:pt>
                <c:pt idx="199">
                  <c:v>2019-04</c:v>
                </c:pt>
                <c:pt idx="200">
                  <c:v>2019-04</c:v>
                </c:pt>
                <c:pt idx="201">
                  <c:v>2019-04</c:v>
                </c:pt>
                <c:pt idx="202">
                  <c:v>2019-05</c:v>
                </c:pt>
                <c:pt idx="203">
                  <c:v>2019-05</c:v>
                </c:pt>
                <c:pt idx="204">
                  <c:v>2019-05</c:v>
                </c:pt>
                <c:pt idx="205">
                  <c:v>2019-05</c:v>
                </c:pt>
                <c:pt idx="206">
                  <c:v>2019-05</c:v>
                </c:pt>
                <c:pt idx="207">
                  <c:v>2019-06</c:v>
                </c:pt>
                <c:pt idx="208">
                  <c:v>2019-06</c:v>
                </c:pt>
                <c:pt idx="209">
                  <c:v>2019-06</c:v>
                </c:pt>
                <c:pt idx="210">
                  <c:v>2019-06</c:v>
                </c:pt>
                <c:pt idx="211">
                  <c:v>2019-07</c:v>
                </c:pt>
                <c:pt idx="212">
                  <c:v>2019-07</c:v>
                </c:pt>
                <c:pt idx="213">
                  <c:v>2019-07</c:v>
                </c:pt>
                <c:pt idx="214">
                  <c:v>2019-07</c:v>
                </c:pt>
                <c:pt idx="215">
                  <c:v>2019-08</c:v>
                </c:pt>
                <c:pt idx="216">
                  <c:v>2019-08</c:v>
                </c:pt>
                <c:pt idx="217">
                  <c:v>2019-08</c:v>
                </c:pt>
                <c:pt idx="218">
                  <c:v>2019-08</c:v>
                </c:pt>
                <c:pt idx="219">
                  <c:v>2019-08</c:v>
                </c:pt>
                <c:pt idx="220">
                  <c:v>2019-09</c:v>
                </c:pt>
                <c:pt idx="221">
                  <c:v>2019-09</c:v>
                </c:pt>
                <c:pt idx="222">
                  <c:v>2019-09</c:v>
                </c:pt>
                <c:pt idx="223">
                  <c:v>2019-09</c:v>
                </c:pt>
                <c:pt idx="224">
                  <c:v>2019-10</c:v>
                </c:pt>
                <c:pt idx="225">
                  <c:v>2019-10</c:v>
                </c:pt>
                <c:pt idx="226">
                  <c:v>2019-10</c:v>
                </c:pt>
                <c:pt idx="227">
                  <c:v>2019-10</c:v>
                </c:pt>
                <c:pt idx="228">
                  <c:v>2019-11</c:v>
                </c:pt>
                <c:pt idx="229">
                  <c:v>2019-11</c:v>
                </c:pt>
                <c:pt idx="230">
                  <c:v>2019-11</c:v>
                </c:pt>
                <c:pt idx="231">
                  <c:v>2019-11</c:v>
                </c:pt>
                <c:pt idx="232">
                  <c:v>2019-11</c:v>
                </c:pt>
                <c:pt idx="233">
                  <c:v>2019-12</c:v>
                </c:pt>
                <c:pt idx="234">
                  <c:v>2019-12</c:v>
                </c:pt>
                <c:pt idx="235">
                  <c:v>2019-12</c:v>
                </c:pt>
                <c:pt idx="236">
                  <c:v>2019-12</c:v>
                </c:pt>
                <c:pt idx="237">
                  <c:v>2020-01</c:v>
                </c:pt>
                <c:pt idx="238">
                  <c:v>2020-01</c:v>
                </c:pt>
                <c:pt idx="239">
                  <c:v>2020-01</c:v>
                </c:pt>
                <c:pt idx="240">
                  <c:v>2020-01</c:v>
                </c:pt>
                <c:pt idx="241">
                  <c:v>2020-01</c:v>
                </c:pt>
                <c:pt idx="242">
                  <c:v>2020-02</c:v>
                </c:pt>
                <c:pt idx="243">
                  <c:v>2020-02</c:v>
                </c:pt>
                <c:pt idx="244">
                  <c:v>2020-02</c:v>
                </c:pt>
                <c:pt idx="245">
                  <c:v>2020-02</c:v>
                </c:pt>
                <c:pt idx="246">
                  <c:v>2020-03</c:v>
                </c:pt>
                <c:pt idx="247">
                  <c:v>2020-03</c:v>
                </c:pt>
                <c:pt idx="248">
                  <c:v>2020-03</c:v>
                </c:pt>
                <c:pt idx="249">
                  <c:v>2020-03</c:v>
                </c:pt>
                <c:pt idx="250">
                  <c:v>2020-04</c:v>
                </c:pt>
                <c:pt idx="251">
                  <c:v>2020-04</c:v>
                </c:pt>
                <c:pt idx="252">
                  <c:v>2020-04</c:v>
                </c:pt>
                <c:pt idx="253">
                  <c:v>2020-04</c:v>
                </c:pt>
                <c:pt idx="254">
                  <c:v>2020-05</c:v>
                </c:pt>
                <c:pt idx="255">
                  <c:v>2020-05</c:v>
                </c:pt>
                <c:pt idx="256">
                  <c:v>2020-05</c:v>
                </c:pt>
                <c:pt idx="257">
                  <c:v>2020-05</c:v>
                </c:pt>
                <c:pt idx="258">
                  <c:v>2020-05</c:v>
                </c:pt>
                <c:pt idx="259">
                  <c:v>2020-06</c:v>
                </c:pt>
                <c:pt idx="260">
                  <c:v>2020-06</c:v>
                </c:pt>
                <c:pt idx="261">
                  <c:v>2020-06</c:v>
                </c:pt>
                <c:pt idx="262">
                  <c:v>2020-06</c:v>
                </c:pt>
                <c:pt idx="263">
                  <c:v>2020-07</c:v>
                </c:pt>
                <c:pt idx="264">
                  <c:v>2020-07</c:v>
                </c:pt>
                <c:pt idx="265">
                  <c:v>2020-07</c:v>
                </c:pt>
                <c:pt idx="266">
                  <c:v>2020-07</c:v>
                </c:pt>
                <c:pt idx="267">
                  <c:v>2020-07</c:v>
                </c:pt>
                <c:pt idx="268">
                  <c:v>2020-08</c:v>
                </c:pt>
                <c:pt idx="269">
                  <c:v>2020-08</c:v>
                </c:pt>
                <c:pt idx="270">
                  <c:v>2020-08</c:v>
                </c:pt>
                <c:pt idx="271">
                  <c:v>2020-08</c:v>
                </c:pt>
                <c:pt idx="272">
                  <c:v>2020-09</c:v>
                </c:pt>
                <c:pt idx="273">
                  <c:v>2020-09</c:v>
                </c:pt>
                <c:pt idx="274">
                  <c:v>2020-09</c:v>
                </c:pt>
                <c:pt idx="275">
                  <c:v>2020-09</c:v>
                </c:pt>
                <c:pt idx="276">
                  <c:v>2020-10</c:v>
                </c:pt>
                <c:pt idx="277">
                  <c:v>2020-10</c:v>
                </c:pt>
                <c:pt idx="278">
                  <c:v>2020-10</c:v>
                </c:pt>
                <c:pt idx="279">
                  <c:v>2020-10</c:v>
                </c:pt>
                <c:pt idx="280">
                  <c:v>2020-10</c:v>
                </c:pt>
                <c:pt idx="281">
                  <c:v>2020-11</c:v>
                </c:pt>
                <c:pt idx="282">
                  <c:v>2020-11</c:v>
                </c:pt>
                <c:pt idx="283">
                  <c:v>2020-11</c:v>
                </c:pt>
                <c:pt idx="284">
                  <c:v>2020-11</c:v>
                </c:pt>
                <c:pt idx="285">
                  <c:v>2020-12</c:v>
                </c:pt>
                <c:pt idx="286">
                  <c:v>2020-12</c:v>
                </c:pt>
                <c:pt idx="287">
                  <c:v>2020-12</c:v>
                </c:pt>
                <c:pt idx="288">
                  <c:v>2020-12</c:v>
                </c:pt>
                <c:pt idx="289">
                  <c:v>2021-01</c:v>
                </c:pt>
                <c:pt idx="290">
                  <c:v>2021-01</c:v>
                </c:pt>
                <c:pt idx="291">
                  <c:v>2021-01</c:v>
                </c:pt>
                <c:pt idx="292">
                  <c:v>2021-01</c:v>
                </c:pt>
                <c:pt idx="293">
                  <c:v>2021-01</c:v>
                </c:pt>
                <c:pt idx="294">
                  <c:v>2021-02</c:v>
                </c:pt>
                <c:pt idx="295">
                  <c:v>2021-02</c:v>
                </c:pt>
                <c:pt idx="296">
                  <c:v>2021-02</c:v>
                </c:pt>
                <c:pt idx="297">
                  <c:v>2021-02</c:v>
                </c:pt>
                <c:pt idx="298">
                  <c:v>2021-03</c:v>
                </c:pt>
                <c:pt idx="299">
                  <c:v>2021-03</c:v>
                </c:pt>
                <c:pt idx="300">
                  <c:v>2021-03</c:v>
                </c:pt>
                <c:pt idx="301">
                  <c:v>2021-03</c:v>
                </c:pt>
                <c:pt idx="302">
                  <c:v>2021-04</c:v>
                </c:pt>
                <c:pt idx="303">
                  <c:v>2021-04</c:v>
                </c:pt>
                <c:pt idx="304">
                  <c:v>2021-04</c:v>
                </c:pt>
                <c:pt idx="305">
                  <c:v>2021-04</c:v>
                </c:pt>
                <c:pt idx="306">
                  <c:v>2021-04</c:v>
                </c:pt>
                <c:pt idx="307">
                  <c:v>2021-05</c:v>
                </c:pt>
                <c:pt idx="308">
                  <c:v>2021-05</c:v>
                </c:pt>
                <c:pt idx="309">
                  <c:v>2021-05</c:v>
                </c:pt>
                <c:pt idx="310">
                  <c:v>2021-05</c:v>
                </c:pt>
                <c:pt idx="311">
                  <c:v>2021-06</c:v>
                </c:pt>
                <c:pt idx="312">
                  <c:v>2021-06</c:v>
                </c:pt>
                <c:pt idx="313">
                  <c:v>2021-06</c:v>
                </c:pt>
                <c:pt idx="314">
                  <c:v>2021-06</c:v>
                </c:pt>
                <c:pt idx="315">
                  <c:v>2021-07</c:v>
                </c:pt>
                <c:pt idx="316">
                  <c:v>2021-07</c:v>
                </c:pt>
                <c:pt idx="317">
                  <c:v>2021-07</c:v>
                </c:pt>
                <c:pt idx="318">
                  <c:v>2021-07</c:v>
                </c:pt>
                <c:pt idx="319">
                  <c:v>2021-07</c:v>
                </c:pt>
                <c:pt idx="320">
                  <c:v>2021-08</c:v>
                </c:pt>
                <c:pt idx="321">
                  <c:v>2021-08</c:v>
                </c:pt>
                <c:pt idx="322">
                  <c:v>2021-08</c:v>
                </c:pt>
                <c:pt idx="323">
                  <c:v>2021-08</c:v>
                </c:pt>
                <c:pt idx="324">
                  <c:v>2021-09</c:v>
                </c:pt>
                <c:pt idx="325">
                  <c:v>2021-09</c:v>
                </c:pt>
                <c:pt idx="326">
                  <c:v>2021-09</c:v>
                </c:pt>
                <c:pt idx="327">
                  <c:v>2021-09</c:v>
                </c:pt>
                <c:pt idx="328">
                  <c:v>2021-10</c:v>
                </c:pt>
                <c:pt idx="329">
                  <c:v>2021-10</c:v>
                </c:pt>
                <c:pt idx="330">
                  <c:v>2021-10</c:v>
                </c:pt>
                <c:pt idx="331">
                  <c:v>2021-10</c:v>
                </c:pt>
                <c:pt idx="332">
                  <c:v>2021-10</c:v>
                </c:pt>
                <c:pt idx="333">
                  <c:v>2021-11</c:v>
                </c:pt>
                <c:pt idx="334">
                  <c:v>2021-11</c:v>
                </c:pt>
                <c:pt idx="335">
                  <c:v>2021-11</c:v>
                </c:pt>
                <c:pt idx="336">
                  <c:v>2021-11</c:v>
                </c:pt>
                <c:pt idx="337">
                  <c:v>2021-12</c:v>
                </c:pt>
                <c:pt idx="338">
                  <c:v>2021-12</c:v>
                </c:pt>
                <c:pt idx="339">
                  <c:v>2021-12</c:v>
                </c:pt>
                <c:pt idx="340">
                  <c:v>2021-12</c:v>
                </c:pt>
                <c:pt idx="341">
                  <c:v>2021-12</c:v>
                </c:pt>
                <c:pt idx="342">
                  <c:v>2022-01</c:v>
                </c:pt>
                <c:pt idx="343">
                  <c:v>2022-01</c:v>
                </c:pt>
                <c:pt idx="344">
                  <c:v>2022-01</c:v>
                </c:pt>
                <c:pt idx="345">
                  <c:v>2022-01</c:v>
                </c:pt>
                <c:pt idx="346">
                  <c:v>2022-02</c:v>
                </c:pt>
                <c:pt idx="347">
                  <c:v>2022-02</c:v>
                </c:pt>
                <c:pt idx="348">
                  <c:v>2022-02</c:v>
                </c:pt>
                <c:pt idx="349">
                  <c:v>2022-02</c:v>
                </c:pt>
                <c:pt idx="350">
                  <c:v>2022-03</c:v>
                </c:pt>
                <c:pt idx="351">
                  <c:v>2022-03</c:v>
                </c:pt>
                <c:pt idx="352">
                  <c:v>2022-03</c:v>
                </c:pt>
                <c:pt idx="353">
                  <c:v>2022-03</c:v>
                </c:pt>
                <c:pt idx="354">
                  <c:v>2022-04</c:v>
                </c:pt>
                <c:pt idx="355">
                  <c:v>2022-04</c:v>
                </c:pt>
                <c:pt idx="356">
                  <c:v>2022-04</c:v>
                </c:pt>
                <c:pt idx="357">
                  <c:v>2022-04</c:v>
                </c:pt>
                <c:pt idx="358">
                  <c:v>2022-04</c:v>
                </c:pt>
                <c:pt idx="359">
                  <c:v>2022-05</c:v>
                </c:pt>
                <c:pt idx="360">
                  <c:v>2022-05</c:v>
                </c:pt>
                <c:pt idx="361">
                  <c:v>2022-05</c:v>
                </c:pt>
                <c:pt idx="362">
                  <c:v>2022-05</c:v>
                </c:pt>
                <c:pt idx="363">
                  <c:v>2022-06</c:v>
                </c:pt>
                <c:pt idx="364">
                  <c:v>2022-06</c:v>
                </c:pt>
                <c:pt idx="365">
                  <c:v>2022-06</c:v>
                </c:pt>
                <c:pt idx="366">
                  <c:v>2022-06</c:v>
                </c:pt>
                <c:pt idx="367">
                  <c:v>2022-07</c:v>
                </c:pt>
                <c:pt idx="368">
                  <c:v>2022-07</c:v>
                </c:pt>
                <c:pt idx="369">
                  <c:v>2022-07</c:v>
                </c:pt>
                <c:pt idx="370">
                  <c:v>2022-07</c:v>
                </c:pt>
                <c:pt idx="371">
                  <c:v>2022-07</c:v>
                </c:pt>
                <c:pt idx="372">
                  <c:v>2022-08</c:v>
                </c:pt>
                <c:pt idx="373">
                  <c:v>2022-08</c:v>
                </c:pt>
                <c:pt idx="374">
                  <c:v>2022-08</c:v>
                </c:pt>
                <c:pt idx="375">
                  <c:v>2022-08</c:v>
                </c:pt>
                <c:pt idx="376">
                  <c:v>2022-09</c:v>
                </c:pt>
                <c:pt idx="377">
                  <c:v>2022-09</c:v>
                </c:pt>
                <c:pt idx="378">
                  <c:v>2022-09</c:v>
                </c:pt>
                <c:pt idx="379">
                  <c:v>2022-09</c:v>
                </c:pt>
                <c:pt idx="380">
                  <c:v>2022-09</c:v>
                </c:pt>
                <c:pt idx="381">
                  <c:v>2022-10</c:v>
                </c:pt>
                <c:pt idx="382">
                  <c:v>2022-10</c:v>
                </c:pt>
                <c:pt idx="383">
                  <c:v>2022-10</c:v>
                </c:pt>
                <c:pt idx="384">
                  <c:v>2022-10</c:v>
                </c:pt>
                <c:pt idx="385">
                  <c:v>2022-11</c:v>
                </c:pt>
                <c:pt idx="386">
                  <c:v>2022-11</c:v>
                </c:pt>
                <c:pt idx="387">
                  <c:v>2022-11</c:v>
                </c:pt>
                <c:pt idx="388">
                  <c:v>2022-11</c:v>
                </c:pt>
                <c:pt idx="389">
                  <c:v>2022-12</c:v>
                </c:pt>
                <c:pt idx="390">
                  <c:v>2022-12</c:v>
                </c:pt>
                <c:pt idx="391">
                  <c:v>2022-12</c:v>
                </c:pt>
                <c:pt idx="392">
                  <c:v>2022-12</c:v>
                </c:pt>
                <c:pt idx="393">
                  <c:v>2022-12</c:v>
                </c:pt>
                <c:pt idx="394">
                  <c:v>2023-01</c:v>
                </c:pt>
                <c:pt idx="395">
                  <c:v>2023-01</c:v>
                </c:pt>
                <c:pt idx="396">
                  <c:v>2023-01</c:v>
                </c:pt>
                <c:pt idx="397">
                  <c:v>2023-01</c:v>
                </c:pt>
                <c:pt idx="398">
                  <c:v>2023-02</c:v>
                </c:pt>
                <c:pt idx="399">
                  <c:v>2023-02</c:v>
                </c:pt>
                <c:pt idx="400">
                  <c:v>2023-02</c:v>
                </c:pt>
                <c:pt idx="401">
                  <c:v>2023-02</c:v>
                </c:pt>
                <c:pt idx="402">
                  <c:v>2023-03</c:v>
                </c:pt>
                <c:pt idx="403">
                  <c:v>2023-03</c:v>
                </c:pt>
                <c:pt idx="404">
                  <c:v>2023-03</c:v>
                </c:pt>
                <c:pt idx="405">
                  <c:v>2023-03</c:v>
                </c:pt>
                <c:pt idx="406">
                  <c:v>2023-03</c:v>
                </c:pt>
                <c:pt idx="407">
                  <c:v>2023-04</c:v>
                </c:pt>
                <c:pt idx="408">
                  <c:v>2023-04</c:v>
                </c:pt>
                <c:pt idx="409">
                  <c:v>2023-04</c:v>
                </c:pt>
                <c:pt idx="410">
                  <c:v>2023-04</c:v>
                </c:pt>
                <c:pt idx="411">
                  <c:v>2023-05</c:v>
                </c:pt>
                <c:pt idx="412">
                  <c:v>2023-05</c:v>
                </c:pt>
                <c:pt idx="413">
                  <c:v>2023-05</c:v>
                </c:pt>
                <c:pt idx="414">
                  <c:v>2023-05</c:v>
                </c:pt>
                <c:pt idx="415">
                  <c:v>2023-06</c:v>
                </c:pt>
                <c:pt idx="416">
                  <c:v>2023-06</c:v>
                </c:pt>
                <c:pt idx="417">
                  <c:v>2023-06</c:v>
                </c:pt>
                <c:pt idx="418">
                  <c:v>2023-06</c:v>
                </c:pt>
                <c:pt idx="419">
                  <c:v>2023-06</c:v>
                </c:pt>
                <c:pt idx="420">
                  <c:v>2023-07</c:v>
                </c:pt>
                <c:pt idx="421">
                  <c:v>2023-07</c:v>
                </c:pt>
                <c:pt idx="422">
                  <c:v>2023-07</c:v>
                </c:pt>
                <c:pt idx="423">
                  <c:v>2023-07</c:v>
                </c:pt>
                <c:pt idx="424">
                  <c:v>2023-08</c:v>
                </c:pt>
                <c:pt idx="425">
                  <c:v>2023-08</c:v>
                </c:pt>
                <c:pt idx="426">
                  <c:v>2023-08</c:v>
                </c:pt>
                <c:pt idx="427">
                  <c:v>2023-08</c:v>
                </c:pt>
                <c:pt idx="428">
                  <c:v>2023-09</c:v>
                </c:pt>
                <c:pt idx="429">
                  <c:v>2023-09</c:v>
                </c:pt>
                <c:pt idx="430">
                  <c:v>2023-09</c:v>
                </c:pt>
                <c:pt idx="431">
                  <c:v>2023-09</c:v>
                </c:pt>
                <c:pt idx="432">
                  <c:v>2023-09</c:v>
                </c:pt>
                <c:pt idx="433">
                  <c:v>2023-10</c:v>
                </c:pt>
                <c:pt idx="434">
                  <c:v>2023-10</c:v>
                </c:pt>
                <c:pt idx="435">
                  <c:v>2023-10</c:v>
                </c:pt>
                <c:pt idx="436">
                  <c:v>2023-10</c:v>
                </c:pt>
                <c:pt idx="437">
                  <c:v>2023-11</c:v>
                </c:pt>
                <c:pt idx="438">
                  <c:v>2023-11</c:v>
                </c:pt>
                <c:pt idx="439">
                  <c:v>2023-11</c:v>
                </c:pt>
                <c:pt idx="440">
                  <c:v>2023-11</c:v>
                </c:pt>
                <c:pt idx="441">
                  <c:v>2023-12</c:v>
                </c:pt>
                <c:pt idx="442">
                  <c:v>2023-12</c:v>
                </c:pt>
                <c:pt idx="443">
                  <c:v>2023-12</c:v>
                </c:pt>
                <c:pt idx="444">
                  <c:v>2023-12</c:v>
                </c:pt>
                <c:pt idx="445">
                  <c:v>2023-12</c:v>
                </c:pt>
                <c:pt idx="446">
                  <c:v>2024-01</c:v>
                </c:pt>
                <c:pt idx="447">
                  <c:v>2024-01</c:v>
                </c:pt>
                <c:pt idx="448">
                  <c:v>2024-01</c:v>
                </c:pt>
                <c:pt idx="449">
                  <c:v>2024-01</c:v>
                </c:pt>
                <c:pt idx="450">
                  <c:v>2024-02</c:v>
                </c:pt>
                <c:pt idx="451">
                  <c:v>2024-02</c:v>
                </c:pt>
                <c:pt idx="452">
                  <c:v>2024-02</c:v>
                </c:pt>
                <c:pt idx="453">
                  <c:v>2024-02</c:v>
                </c:pt>
                <c:pt idx="454">
                  <c:v>2024-03</c:v>
                </c:pt>
                <c:pt idx="455">
                  <c:v>2024-03</c:v>
                </c:pt>
                <c:pt idx="456">
                  <c:v>2024-03</c:v>
                </c:pt>
                <c:pt idx="457">
                  <c:v>2024-03</c:v>
                </c:pt>
                <c:pt idx="458">
                  <c:v>2024-03</c:v>
                </c:pt>
                <c:pt idx="459">
                  <c:v>2024-04</c:v>
                </c:pt>
                <c:pt idx="460">
                  <c:v>2024-04</c:v>
                </c:pt>
                <c:pt idx="461">
                  <c:v>2024-04</c:v>
                </c:pt>
                <c:pt idx="462">
                  <c:v>2024-04</c:v>
                </c:pt>
                <c:pt idx="463">
                  <c:v>2024-05</c:v>
                </c:pt>
                <c:pt idx="464">
                  <c:v>2024-05</c:v>
                </c:pt>
                <c:pt idx="465">
                  <c:v>2024-05</c:v>
                </c:pt>
                <c:pt idx="466">
                  <c:v>2024-05</c:v>
                </c:pt>
                <c:pt idx="467">
                  <c:v>2024-05</c:v>
                </c:pt>
                <c:pt idx="468">
                  <c:v>2024-06</c:v>
                </c:pt>
                <c:pt idx="469">
                  <c:v>2024-06</c:v>
                </c:pt>
                <c:pt idx="470">
                  <c:v>2024-06</c:v>
                </c:pt>
                <c:pt idx="471">
                  <c:v>2024-06</c:v>
                </c:pt>
                <c:pt idx="472">
                  <c:v>2024-07</c:v>
                </c:pt>
                <c:pt idx="473">
                  <c:v>2024-07</c:v>
                </c:pt>
                <c:pt idx="474">
                  <c:v>2024-07</c:v>
                </c:pt>
                <c:pt idx="475">
                  <c:v>2024-07</c:v>
                </c:pt>
                <c:pt idx="476">
                  <c:v>2024-08</c:v>
                </c:pt>
                <c:pt idx="477">
                  <c:v>2024-08</c:v>
                </c:pt>
                <c:pt idx="478">
                  <c:v>2024-08</c:v>
                </c:pt>
                <c:pt idx="479">
                  <c:v>2024-08</c:v>
                </c:pt>
                <c:pt idx="480">
                  <c:v>2024-08</c:v>
                </c:pt>
                <c:pt idx="481">
                  <c:v>2024-09</c:v>
                </c:pt>
                <c:pt idx="482">
                  <c:v>2024-09</c:v>
                </c:pt>
                <c:pt idx="483">
                  <c:v>2024-09</c:v>
                </c:pt>
                <c:pt idx="484">
                  <c:v>2024-09</c:v>
                </c:pt>
                <c:pt idx="485">
                  <c:v>2024-10</c:v>
                </c:pt>
                <c:pt idx="486">
                  <c:v>2024-10</c:v>
                </c:pt>
                <c:pt idx="487">
                  <c:v>2024-10</c:v>
                </c:pt>
                <c:pt idx="488">
                  <c:v>2024-10</c:v>
                </c:pt>
                <c:pt idx="489">
                  <c:v>2024-11</c:v>
                </c:pt>
                <c:pt idx="490">
                  <c:v>2024-11</c:v>
                </c:pt>
                <c:pt idx="491">
                  <c:v>2024-11</c:v>
                </c:pt>
                <c:pt idx="492">
                  <c:v>2024-11</c:v>
                </c:pt>
                <c:pt idx="493">
                  <c:v>2024-11</c:v>
                </c:pt>
                <c:pt idx="494">
                  <c:v>2024-12</c:v>
                </c:pt>
                <c:pt idx="495">
                  <c:v>2024-12</c:v>
                </c:pt>
                <c:pt idx="496">
                  <c:v>2024-12</c:v>
                </c:pt>
                <c:pt idx="497">
                  <c:v>2024-12</c:v>
                </c:pt>
                <c:pt idx="498">
                  <c:v>2025-01</c:v>
                </c:pt>
                <c:pt idx="499">
                  <c:v>2025-01</c:v>
                </c:pt>
                <c:pt idx="500">
                  <c:v>2025-01</c:v>
                </c:pt>
                <c:pt idx="501">
                  <c:v>2025-01</c:v>
                </c:pt>
                <c:pt idx="502">
                  <c:v>2025-01</c:v>
                </c:pt>
                <c:pt idx="503">
                  <c:v>2025-02</c:v>
                </c:pt>
                <c:pt idx="504">
                  <c:v>2025-02</c:v>
                </c:pt>
                <c:pt idx="505">
                  <c:v>2025-02</c:v>
                </c:pt>
                <c:pt idx="506">
                  <c:v>2025-02</c:v>
                </c:pt>
                <c:pt idx="507">
                  <c:v>2025-03</c:v>
                </c:pt>
                <c:pt idx="508">
                  <c:v>2025-03</c:v>
                </c:pt>
                <c:pt idx="509">
                  <c:v>2025-03</c:v>
                </c:pt>
                <c:pt idx="510">
                  <c:v>2025-03</c:v>
                </c:pt>
                <c:pt idx="511">
                  <c:v>2025-04</c:v>
                </c:pt>
                <c:pt idx="512">
                  <c:v>2025-04</c:v>
                </c:pt>
                <c:pt idx="513">
                  <c:v>2025-04</c:v>
                </c:pt>
                <c:pt idx="514">
                  <c:v>2025-04</c:v>
                </c:pt>
                <c:pt idx="515">
                  <c:v>2025-05</c:v>
                </c:pt>
                <c:pt idx="516">
                  <c:v>2025-05</c:v>
                </c:pt>
                <c:pt idx="517">
                  <c:v>2025-05</c:v>
                </c:pt>
                <c:pt idx="518">
                  <c:v>2025-05</c:v>
                </c:pt>
                <c:pt idx="519">
                  <c:v>2025-05</c:v>
                </c:pt>
                <c:pt idx="520">
                  <c:v>2025-06</c:v>
                </c:pt>
                <c:pt idx="521">
                  <c:v>2025-06</c:v>
                </c:pt>
                <c:pt idx="522">
                  <c:v>2025-06</c:v>
                </c:pt>
                <c:pt idx="523">
                  <c:v>2025-06</c:v>
                </c:pt>
                <c:pt idx="524">
                  <c:v>2025-07</c:v>
                </c:pt>
                <c:pt idx="525">
                  <c:v>2025-07</c:v>
                </c:pt>
                <c:pt idx="526">
                  <c:v>2025-07</c:v>
                </c:pt>
                <c:pt idx="527">
                  <c:v>2025-07</c:v>
                </c:pt>
                <c:pt idx="528">
                  <c:v>2025-08</c:v>
                </c:pt>
                <c:pt idx="529">
                  <c:v>2025-08</c:v>
                </c:pt>
                <c:pt idx="530">
                  <c:v>2025-08</c:v>
                </c:pt>
                <c:pt idx="531">
                  <c:v>2025-08</c:v>
                </c:pt>
                <c:pt idx="532">
                  <c:v>2025-08</c:v>
                </c:pt>
                <c:pt idx="533">
                  <c:v>2025-09</c:v>
                </c:pt>
                <c:pt idx="534">
                  <c:v>2025-09</c:v>
                </c:pt>
                <c:pt idx="535">
                  <c:v>2025-09</c:v>
                </c:pt>
                <c:pt idx="536">
                  <c:v>2025-09</c:v>
                </c:pt>
                <c:pt idx="537">
                  <c:v>2025-10</c:v>
                </c:pt>
                <c:pt idx="538">
                  <c:v>2025-10</c:v>
                </c:pt>
                <c:pt idx="539">
                  <c:v>2025-10</c:v>
                </c:pt>
                <c:pt idx="540">
                  <c:v>2025-10</c:v>
                </c:pt>
                <c:pt idx="541">
                  <c:v>2025-10</c:v>
                </c:pt>
                <c:pt idx="542">
                  <c:v>2025-11</c:v>
                </c:pt>
                <c:pt idx="543">
                  <c:v>2025-11</c:v>
                </c:pt>
                <c:pt idx="544">
                  <c:v>2025-11</c:v>
                </c:pt>
                <c:pt idx="545">
                  <c:v>2025-11</c:v>
                </c:pt>
                <c:pt idx="546">
                  <c:v>2025-12</c:v>
                </c:pt>
                <c:pt idx="547">
                  <c:v>2025-12</c:v>
                </c:pt>
                <c:pt idx="548">
                  <c:v>2025-12</c:v>
                </c:pt>
                <c:pt idx="549">
                  <c:v>2025-12</c:v>
                </c:pt>
                <c:pt idx="550">
                  <c:v>2026-01</c:v>
                </c:pt>
                <c:pt idx="551">
                  <c:v>2026-01</c:v>
                </c:pt>
                <c:pt idx="552">
                  <c:v>2026-01</c:v>
                </c:pt>
                <c:pt idx="553">
                  <c:v>2026-01</c:v>
                </c:pt>
                <c:pt idx="554">
                  <c:v>2026-01</c:v>
                </c:pt>
                <c:pt idx="555">
                  <c:v>2026-02</c:v>
                </c:pt>
                <c:pt idx="556">
                  <c:v>2026-02</c:v>
                </c:pt>
                <c:pt idx="557">
                  <c:v>2026-02</c:v>
                </c:pt>
                <c:pt idx="558">
                  <c:v>2026-02</c:v>
                </c:pt>
                <c:pt idx="559">
                  <c:v>2026-03</c:v>
                </c:pt>
                <c:pt idx="560">
                  <c:v>2026-03</c:v>
                </c:pt>
                <c:pt idx="561">
                  <c:v>2026-03</c:v>
                </c:pt>
                <c:pt idx="562">
                  <c:v>2026-03</c:v>
                </c:pt>
                <c:pt idx="563">
                  <c:v>2026-04</c:v>
                </c:pt>
                <c:pt idx="564">
                  <c:v>2026-04</c:v>
                </c:pt>
                <c:pt idx="565">
                  <c:v>2026-04</c:v>
                </c:pt>
                <c:pt idx="566">
                  <c:v>2026-04</c:v>
                </c:pt>
                <c:pt idx="567">
                  <c:v>2026-05</c:v>
                </c:pt>
                <c:pt idx="568">
                  <c:v>2026-05</c:v>
                </c:pt>
                <c:pt idx="569">
                  <c:v>2026-05</c:v>
                </c:pt>
                <c:pt idx="570">
                  <c:v>2026-05</c:v>
                </c:pt>
                <c:pt idx="571">
                  <c:v>2026-05</c:v>
                </c:pt>
                <c:pt idx="572">
                  <c:v>2026-06</c:v>
                </c:pt>
                <c:pt idx="573">
                  <c:v>2026-06</c:v>
                </c:pt>
                <c:pt idx="574">
                  <c:v>2026-06</c:v>
                </c:pt>
                <c:pt idx="575">
                  <c:v>2026-06</c:v>
                </c:pt>
                <c:pt idx="576">
                  <c:v>2026-07</c:v>
                </c:pt>
                <c:pt idx="577">
                  <c:v>2026-07</c:v>
                </c:pt>
                <c:pt idx="578">
                  <c:v>2026-07</c:v>
                </c:pt>
                <c:pt idx="579">
                  <c:v>2026-07</c:v>
                </c:pt>
                <c:pt idx="580">
                  <c:v>2026-07</c:v>
                </c:pt>
                <c:pt idx="581">
                  <c:v>2026-08</c:v>
                </c:pt>
                <c:pt idx="582">
                  <c:v>2026-08</c:v>
                </c:pt>
              </c:strCache>
            </c:strRef>
          </c:cat>
          <c:val>
            <c:numRef>
              <c:f>Sheet1!$B$2:$B$584</c:f>
              <c:numCache>
                <c:formatCode>0.0</c:formatCode>
                <c:ptCount val="583"/>
                <c:pt idx="0">
                  <c:v>-0.608</c:v>
                </c:pt>
                <c:pt idx="1">
                  <c:v>-0.182</c:v>
                </c:pt>
                <c:pt idx="2">
                  <c:v>-0.069</c:v>
                </c:pt>
                <c:pt idx="3">
                  <c:v>-0.028</c:v>
                </c:pt>
                <c:pt idx="4">
                  <c:v>-0.065</c:v>
                </c:pt>
                <c:pt idx="5">
                  <c:v>-0.184</c:v>
                </c:pt>
                <c:pt idx="6">
                  <c:v>0.229</c:v>
                </c:pt>
                <c:pt idx="7">
                  <c:v>0.789</c:v>
                </c:pt>
                <c:pt idx="8">
                  <c:v>1.031</c:v>
                </c:pt>
                <c:pt idx="9">
                  <c:v>1.032</c:v>
                </c:pt>
                <c:pt idx="10">
                  <c:v>0.802</c:v>
                </c:pt>
                <c:pt idx="11">
                  <c:v>0.601</c:v>
                </c:pt>
                <c:pt idx="12">
                  <c:v>0.489</c:v>
                </c:pt>
                <c:pt idx="13">
                  <c:v>0.636</c:v>
                </c:pt>
                <c:pt idx="14">
                  <c:v>0.48</c:v>
                </c:pt>
                <c:pt idx="15">
                  <c:v>0.517</c:v>
                </c:pt>
                <c:pt idx="16">
                  <c:v>-0.011</c:v>
                </c:pt>
                <c:pt idx="17">
                  <c:v>-0.681</c:v>
                </c:pt>
                <c:pt idx="18">
                  <c:v>-1.497</c:v>
                </c:pt>
                <c:pt idx="19">
                  <c:v>-2.144</c:v>
                </c:pt>
                <c:pt idx="20">
                  <c:v>-2.577</c:v>
                </c:pt>
                <c:pt idx="21">
                  <c:v>-2.604</c:v>
                </c:pt>
                <c:pt idx="22">
                  <c:v>-2.143</c:v>
                </c:pt>
                <c:pt idx="23">
                  <c:v>-1.593</c:v>
                </c:pt>
                <c:pt idx="24">
                  <c:v>-1.12</c:v>
                </c:pt>
                <c:pt idx="25">
                  <c:v>-0.699</c:v>
                </c:pt>
                <c:pt idx="26">
                  <c:v>-0.584</c:v>
                </c:pt>
                <c:pt idx="27">
                  <c:v>-0.794</c:v>
                </c:pt>
                <c:pt idx="28">
                  <c:v>-0.733</c:v>
                </c:pt>
                <c:pt idx="29">
                  <c:v>-1.447</c:v>
                </c:pt>
                <c:pt idx="30">
                  <c:v>-1.632</c:v>
                </c:pt>
                <c:pt idx="31">
                  <c:v>-1.756</c:v>
                </c:pt>
                <c:pt idx="32">
                  <c:v>-1.843</c:v>
                </c:pt>
                <c:pt idx="33">
                  <c:v>-1.785</c:v>
                </c:pt>
                <c:pt idx="34">
                  <c:v>-1.585</c:v>
                </c:pt>
                <c:pt idx="35">
                  <c:v>-1.575</c:v>
                </c:pt>
                <c:pt idx="36">
                  <c:v>-1.513</c:v>
                </c:pt>
                <c:pt idx="37">
                  <c:v>-1.369</c:v>
                </c:pt>
                <c:pt idx="38">
                  <c:v>-1.67</c:v>
                </c:pt>
                <c:pt idx="39">
                  <c:v>-2.107</c:v>
                </c:pt>
                <c:pt idx="40">
                  <c:v>-2.47</c:v>
                </c:pt>
                <c:pt idx="41">
                  <c:v>-2.696</c:v>
                </c:pt>
                <c:pt idx="42">
                  <c:v>-2.318</c:v>
                </c:pt>
                <c:pt idx="43">
                  <c:v>-1.981</c:v>
                </c:pt>
                <c:pt idx="44">
                  <c:v>-1.444</c:v>
                </c:pt>
                <c:pt idx="45">
                  <c:v>-1.266</c:v>
                </c:pt>
                <c:pt idx="46">
                  <c:v>-0.993</c:v>
                </c:pt>
                <c:pt idx="47">
                  <c:v>-0.702</c:v>
                </c:pt>
                <c:pt idx="48">
                  <c:v>-0.442</c:v>
                </c:pt>
                <c:pt idx="49">
                  <c:v>-0.298</c:v>
                </c:pt>
                <c:pt idx="50">
                  <c:v>-0.12</c:v>
                </c:pt>
                <c:pt idx="51">
                  <c:v>-0.213</c:v>
                </c:pt>
                <c:pt idx="52">
                  <c:v>-0.204</c:v>
                </c:pt>
                <c:pt idx="53">
                  <c:v>-0.366</c:v>
                </c:pt>
                <c:pt idx="54">
                  <c:v>-0.656</c:v>
                </c:pt>
                <c:pt idx="55">
                  <c:v>-0.604</c:v>
                </c:pt>
                <c:pt idx="56">
                  <c:v>-0.679</c:v>
                </c:pt>
                <c:pt idx="57">
                  <c:v>-0.852</c:v>
                </c:pt>
                <c:pt idx="58">
                  <c:v>-0.938</c:v>
                </c:pt>
                <c:pt idx="59">
                  <c:v>-0.906</c:v>
                </c:pt>
                <c:pt idx="60">
                  <c:v>-1.035</c:v>
                </c:pt>
                <c:pt idx="61">
                  <c:v>-1.042</c:v>
                </c:pt>
                <c:pt idx="62">
                  <c:v>-1.205</c:v>
                </c:pt>
                <c:pt idx="63">
                  <c:v>-1.164</c:v>
                </c:pt>
                <c:pt idx="64">
                  <c:v>-0.984</c:v>
                </c:pt>
                <c:pt idx="65">
                  <c:v>-0.759</c:v>
                </c:pt>
                <c:pt idx="66">
                  <c:v>-0.267</c:v>
                </c:pt>
                <c:pt idx="67">
                  <c:v>-0.147</c:v>
                </c:pt>
                <c:pt idx="68">
                  <c:v>-0.212</c:v>
                </c:pt>
                <c:pt idx="69">
                  <c:v>-0.277</c:v>
                </c:pt>
                <c:pt idx="70">
                  <c:v>-0.247</c:v>
                </c:pt>
                <c:pt idx="71">
                  <c:v>-0.138</c:v>
                </c:pt>
                <c:pt idx="72">
                  <c:v>0.225</c:v>
                </c:pt>
                <c:pt idx="73">
                  <c:v>0.24</c:v>
                </c:pt>
                <c:pt idx="74">
                  <c:v>0.106</c:v>
                </c:pt>
                <c:pt idx="75">
                  <c:v>-0.09</c:v>
                </c:pt>
                <c:pt idx="76">
                  <c:v>-0.409</c:v>
                </c:pt>
                <c:pt idx="77">
                  <c:v>-0.822</c:v>
                </c:pt>
                <c:pt idx="78">
                  <c:v>-0.848</c:v>
                </c:pt>
                <c:pt idx="79">
                  <c:v>-0.877</c:v>
                </c:pt>
                <c:pt idx="80">
                  <c:v>-0.766</c:v>
                </c:pt>
                <c:pt idx="81">
                  <c:v>-0.895</c:v>
                </c:pt>
                <c:pt idx="82">
                  <c:v>-0.876</c:v>
                </c:pt>
                <c:pt idx="83">
                  <c:v>-0.783</c:v>
                </c:pt>
                <c:pt idx="84">
                  <c:v>-0.6</c:v>
                </c:pt>
                <c:pt idx="85">
                  <c:v>-0.238</c:v>
                </c:pt>
                <c:pt idx="86">
                  <c:v>0.315</c:v>
                </c:pt>
                <c:pt idx="87">
                  <c:v>0.651</c:v>
                </c:pt>
                <c:pt idx="88">
                  <c:v>0.773</c:v>
                </c:pt>
                <c:pt idx="89">
                  <c:v>0.675</c:v>
                </c:pt>
                <c:pt idx="90">
                  <c:v>0.468</c:v>
                </c:pt>
                <c:pt idx="91">
                  <c:v>0.11</c:v>
                </c:pt>
                <c:pt idx="92">
                  <c:v>-0.328</c:v>
                </c:pt>
                <c:pt idx="93">
                  <c:v>-0.557</c:v>
                </c:pt>
                <c:pt idx="94">
                  <c:v>-0.703</c:v>
                </c:pt>
                <c:pt idx="95">
                  <c:v>-0.782</c:v>
                </c:pt>
                <c:pt idx="96">
                  <c:v>-0.829</c:v>
                </c:pt>
                <c:pt idx="97">
                  <c:v>-0.824</c:v>
                </c:pt>
                <c:pt idx="98">
                  <c:v>-0.659</c:v>
                </c:pt>
                <c:pt idx="99">
                  <c:v>-0.488</c:v>
                </c:pt>
                <c:pt idx="100">
                  <c:v>-0.433</c:v>
                </c:pt>
                <c:pt idx="101">
                  <c:v>-0.292</c:v>
                </c:pt>
                <c:pt idx="102">
                  <c:v>-0.442</c:v>
                </c:pt>
                <c:pt idx="103">
                  <c:v>-0.473</c:v>
                </c:pt>
                <c:pt idx="104">
                  <c:v>-0.456</c:v>
                </c:pt>
                <c:pt idx="105">
                  <c:v>-0.533</c:v>
                </c:pt>
                <c:pt idx="106">
                  <c:v>-0.647</c:v>
                </c:pt>
                <c:pt idx="107">
                  <c:v>-0.791</c:v>
                </c:pt>
                <c:pt idx="108">
                  <c:v>-1.095</c:v>
                </c:pt>
                <c:pt idx="109">
                  <c:v>-1.235</c:v>
                </c:pt>
                <c:pt idx="110">
                  <c:v>-1.26</c:v>
                </c:pt>
                <c:pt idx="111">
                  <c:v>-1.545</c:v>
                </c:pt>
                <c:pt idx="112">
                  <c:v>-1.76</c:v>
                </c:pt>
                <c:pt idx="113">
                  <c:v>-1.713</c:v>
                </c:pt>
                <c:pt idx="114">
                  <c:v>-1.69</c:v>
                </c:pt>
                <c:pt idx="115">
                  <c:v>-1.35</c:v>
                </c:pt>
                <c:pt idx="116">
                  <c:v>-1.01</c:v>
                </c:pt>
                <c:pt idx="117">
                  <c:v>-0.538</c:v>
                </c:pt>
                <c:pt idx="118">
                  <c:v>-0.065</c:v>
                </c:pt>
                <c:pt idx="119">
                  <c:v>0.266</c:v>
                </c:pt>
                <c:pt idx="120">
                  <c:v>0.61</c:v>
                </c:pt>
                <c:pt idx="121">
                  <c:v>0.763</c:v>
                </c:pt>
                <c:pt idx="122">
                  <c:v>0.881</c:v>
                </c:pt>
                <c:pt idx="123">
                  <c:v>0.981</c:v>
                </c:pt>
                <c:pt idx="124">
                  <c:v>1.143</c:v>
                </c:pt>
                <c:pt idx="125">
                  <c:v>1.071</c:v>
                </c:pt>
                <c:pt idx="126">
                  <c:v>0.991</c:v>
                </c:pt>
                <c:pt idx="127">
                  <c:v>0.633</c:v>
                </c:pt>
                <c:pt idx="128">
                  <c:v>-0.449</c:v>
                </c:pt>
                <c:pt idx="129">
                  <c:v>-1.227</c:v>
                </c:pt>
                <c:pt idx="130">
                  <c:v>-1.624</c:v>
                </c:pt>
                <c:pt idx="131">
                  <c:v>-1.743</c:v>
                </c:pt>
                <c:pt idx="132">
                  <c:v>-1.441</c:v>
                </c:pt>
                <c:pt idx="133">
                  <c:v>-1.272</c:v>
                </c:pt>
                <c:pt idx="134">
                  <c:v>-1.082</c:v>
                </c:pt>
                <c:pt idx="135">
                  <c:v>-1.087</c:v>
                </c:pt>
                <c:pt idx="136">
                  <c:v>-1.155</c:v>
                </c:pt>
                <c:pt idx="137">
                  <c:v>-0.786</c:v>
                </c:pt>
                <c:pt idx="138">
                  <c:v>-0.211</c:v>
                </c:pt>
                <c:pt idx="139">
                  <c:v>0.183</c:v>
                </c:pt>
                <c:pt idx="140">
                  <c:v>0.98</c:v>
                </c:pt>
                <c:pt idx="141">
                  <c:v>1.506</c:v>
                </c:pt>
                <c:pt idx="142">
                  <c:v>1.872</c:v>
                </c:pt>
                <c:pt idx="143">
                  <c:v>1.877</c:v>
                </c:pt>
                <c:pt idx="144">
                  <c:v>1.854</c:v>
                </c:pt>
                <c:pt idx="145">
                  <c:v>2.119</c:v>
                </c:pt>
                <c:pt idx="146">
                  <c:v>2.096</c:v>
                </c:pt>
                <c:pt idx="147">
                  <c:v>2.144</c:v>
                </c:pt>
                <c:pt idx="148">
                  <c:v>2.461</c:v>
                </c:pt>
                <c:pt idx="149">
                  <c:v>2.174</c:v>
                </c:pt>
                <c:pt idx="150">
                  <c:v>1.812</c:v>
                </c:pt>
                <c:pt idx="151">
                  <c:v>1.447</c:v>
                </c:pt>
                <c:pt idx="152">
                  <c:v>1.082</c:v>
                </c:pt>
                <c:pt idx="153">
                  <c:v>0.766</c:v>
                </c:pt>
                <c:pt idx="154">
                  <c:v>0.454</c:v>
                </c:pt>
                <c:pt idx="155">
                  <c:v>0.432</c:v>
                </c:pt>
                <c:pt idx="156">
                  <c:v>0.54</c:v>
                </c:pt>
                <c:pt idx="157">
                  <c:v>0.68</c:v>
                </c:pt>
                <c:pt idx="158">
                  <c:v>1.032</c:v>
                </c:pt>
                <c:pt idx="159">
                  <c:v>0.985</c:v>
                </c:pt>
                <c:pt idx="160">
                  <c:v>0.894</c:v>
                </c:pt>
                <c:pt idx="161">
                  <c:v>0.751</c:v>
                </c:pt>
                <c:pt idx="162">
                  <c:v>0.242</c:v>
                </c:pt>
                <c:pt idx="163">
                  <c:v>0.149</c:v>
                </c:pt>
                <c:pt idx="164">
                  <c:v>0.278</c:v>
                </c:pt>
                <c:pt idx="165">
                  <c:v>0.491</c:v>
                </c:pt>
                <c:pt idx="166">
                  <c:v>0.923</c:v>
                </c:pt>
                <c:pt idx="167">
                  <c:v>1.231</c:v>
                </c:pt>
                <c:pt idx="168">
                  <c:v>1.534</c:v>
                </c:pt>
                <c:pt idx="169">
                  <c:v>1.703</c:v>
                </c:pt>
                <c:pt idx="170">
                  <c:v>1.849</c:v>
                </c:pt>
                <c:pt idx="171">
                  <c:v>2.079</c:v>
                </c:pt>
                <c:pt idx="172">
                  <c:v>2.066</c:v>
                </c:pt>
                <c:pt idx="173">
                  <c:v>1.842</c:v>
                </c:pt>
                <c:pt idx="174">
                  <c:v>1.364</c:v>
                </c:pt>
                <c:pt idx="175">
                  <c:v>1.03</c:v>
                </c:pt>
                <c:pt idx="176">
                  <c:v>0.869</c:v>
                </c:pt>
                <c:pt idx="177">
                  <c:v>1.142</c:v>
                </c:pt>
                <c:pt idx="178">
                  <c:v>1.55</c:v>
                </c:pt>
                <c:pt idx="179">
                  <c:v>1.915</c:v>
                </c:pt>
                <c:pt idx="180">
                  <c:v>2.112</c:v>
                </c:pt>
                <c:pt idx="181">
                  <c:v>2.28</c:v>
                </c:pt>
                <c:pt idx="182">
                  <c:v>1.837</c:v>
                </c:pt>
                <c:pt idx="183">
                  <c:v>1.486</c:v>
                </c:pt>
                <c:pt idx="184">
                  <c:v>1.4</c:v>
                </c:pt>
                <c:pt idx="185">
                  <c:v>1.134</c:v>
                </c:pt>
                <c:pt idx="186">
                  <c:v>0.916</c:v>
                </c:pt>
                <c:pt idx="187">
                  <c:v>1.057</c:v>
                </c:pt>
                <c:pt idx="188">
                  <c:v>1.025</c:v>
                </c:pt>
                <c:pt idx="189">
                  <c:v>1.121</c:v>
                </c:pt>
                <c:pt idx="190">
                  <c:v>1.283</c:v>
                </c:pt>
                <c:pt idx="191">
                  <c:v>1.598</c:v>
                </c:pt>
                <c:pt idx="192">
                  <c:v>2.015</c:v>
                </c:pt>
                <c:pt idx="193">
                  <c:v>2.152</c:v>
                </c:pt>
                <c:pt idx="194">
                  <c:v>2.293</c:v>
                </c:pt>
                <c:pt idx="195">
                  <c:v>2.145</c:v>
                </c:pt>
                <c:pt idx="196">
                  <c:v>1.905</c:v>
                </c:pt>
                <c:pt idx="197">
                  <c:v>1.808</c:v>
                </c:pt>
                <c:pt idx="198">
                  <c:v>1.295</c:v>
                </c:pt>
                <c:pt idx="199">
                  <c:v>0.848</c:v>
                </c:pt>
                <c:pt idx="200">
                  <c:v>0.502</c:v>
                </c:pt>
                <c:pt idx="201">
                  <c:v>-0.102</c:v>
                </c:pt>
                <c:pt idx="202">
                  <c:v>-0.347</c:v>
                </c:pt>
                <c:pt idx="203">
                  <c:v>-0.405</c:v>
                </c:pt>
                <c:pt idx="204">
                  <c:v>-0.25</c:v>
                </c:pt>
                <c:pt idx="205">
                  <c:v>0.008</c:v>
                </c:pt>
                <c:pt idx="206">
                  <c:v>0.163</c:v>
                </c:pt>
                <c:pt idx="207">
                  <c:v>0.418</c:v>
                </c:pt>
                <c:pt idx="208">
                  <c:v>0.573</c:v>
                </c:pt>
                <c:pt idx="209">
                  <c:v>0.865</c:v>
                </c:pt>
                <c:pt idx="210">
                  <c:v>1.043</c:v>
                </c:pt>
                <c:pt idx="211">
                  <c:v>0.804</c:v>
                </c:pt>
                <c:pt idx="212">
                  <c:v>0.479</c:v>
                </c:pt>
                <c:pt idx="213">
                  <c:v>0.043</c:v>
                </c:pt>
                <c:pt idx="214">
                  <c:v>-0.462</c:v>
                </c:pt>
                <c:pt idx="215">
                  <c:v>-0.573</c:v>
                </c:pt>
                <c:pt idx="216">
                  <c:v>-0.471</c:v>
                </c:pt>
                <c:pt idx="217">
                  <c:v>-0.13</c:v>
                </c:pt>
                <c:pt idx="218">
                  <c:v>0.342</c:v>
                </c:pt>
                <c:pt idx="219">
                  <c:v>0.698</c:v>
                </c:pt>
                <c:pt idx="220">
                  <c:v>1.27</c:v>
                </c:pt>
                <c:pt idx="221">
                  <c:v>1.59</c:v>
                </c:pt>
                <c:pt idx="222">
                  <c:v>1.446</c:v>
                </c:pt>
                <c:pt idx="223">
                  <c:v>1.389</c:v>
                </c:pt>
                <c:pt idx="224">
                  <c:v>0.946</c:v>
                </c:pt>
                <c:pt idx="225">
                  <c:v>0.518</c:v>
                </c:pt>
                <c:pt idx="226">
                  <c:v>0.47</c:v>
                </c:pt>
                <c:pt idx="227">
                  <c:v>0.43</c:v>
                </c:pt>
                <c:pt idx="228">
                  <c:v>0.869</c:v>
                </c:pt>
                <c:pt idx="229">
                  <c:v>0.971</c:v>
                </c:pt>
                <c:pt idx="230">
                  <c:v>1.158</c:v>
                </c:pt>
                <c:pt idx="231">
                  <c:v>1.19</c:v>
                </c:pt>
                <c:pt idx="232">
                  <c:v>1.132</c:v>
                </c:pt>
                <c:pt idx="233">
                  <c:v>1.101</c:v>
                </c:pt>
                <c:pt idx="234">
                  <c:v>1.267</c:v>
                </c:pt>
                <c:pt idx="235">
                  <c:v>1.27</c:v>
                </c:pt>
                <c:pt idx="236">
                  <c:v>1.278</c:v>
                </c:pt>
                <c:pt idx="237">
                  <c:v>0.998</c:v>
                </c:pt>
                <c:pt idx="238">
                  <c:v>0.678</c:v>
                </c:pt>
                <c:pt idx="239">
                  <c:v>0.223</c:v>
                </c:pt>
                <c:pt idx="240">
                  <c:v>-0.116</c:v>
                </c:pt>
                <c:pt idx="241">
                  <c:v>-0.085</c:v>
                </c:pt>
                <c:pt idx="242">
                  <c:v>0.012</c:v>
                </c:pt>
                <c:pt idx="243">
                  <c:v>0.273</c:v>
                </c:pt>
                <c:pt idx="244">
                  <c:v>0.481</c:v>
                </c:pt>
                <c:pt idx="245">
                  <c:v>0.49</c:v>
                </c:pt>
                <c:pt idx="246">
                  <c:v>0.336</c:v>
                </c:pt>
                <c:pt idx="247">
                  <c:v>0.247</c:v>
                </c:pt>
                <c:pt idx="248">
                  <c:v>0.411</c:v>
                </c:pt>
                <c:pt idx="249">
                  <c:v>0.772</c:v>
                </c:pt>
                <c:pt idx="250">
                  <c:v>1.364</c:v>
                </c:pt>
                <c:pt idx="251">
                  <c:v>1.785</c:v>
                </c:pt>
                <c:pt idx="252">
                  <c:v>2.107</c:v>
                </c:pt>
                <c:pt idx="253">
                  <c:v>2.169</c:v>
                </c:pt>
                <c:pt idx="254">
                  <c:v>1.912</c:v>
                </c:pt>
                <c:pt idx="255">
                  <c:v>1.386</c:v>
                </c:pt>
                <c:pt idx="256">
                  <c:v>1.236</c:v>
                </c:pt>
                <c:pt idx="257">
                  <c:v>0.898</c:v>
                </c:pt>
                <c:pt idx="258">
                  <c:v>1.006</c:v>
                </c:pt>
                <c:pt idx="259">
                  <c:v>1.228</c:v>
                </c:pt>
                <c:pt idx="260">
                  <c:v>1.19</c:v>
                </c:pt>
                <c:pt idx="261">
                  <c:v>1.27</c:v>
                </c:pt>
                <c:pt idx="262">
                  <c:v>1.127</c:v>
                </c:pt>
                <c:pt idx="263">
                  <c:v>0.948</c:v>
                </c:pt>
                <c:pt idx="264">
                  <c:v>0.535</c:v>
                </c:pt>
                <c:pt idx="265">
                  <c:v>0.383</c:v>
                </c:pt>
                <c:pt idx="266">
                  <c:v>0.486</c:v>
                </c:pt>
                <c:pt idx="267">
                  <c:v>0.484</c:v>
                </c:pt>
                <c:pt idx="268">
                  <c:v>0.867</c:v>
                </c:pt>
                <c:pt idx="269">
                  <c:v>0.951</c:v>
                </c:pt>
                <c:pt idx="270">
                  <c:v>1.021</c:v>
                </c:pt>
                <c:pt idx="271">
                  <c:v>1.564</c:v>
                </c:pt>
                <c:pt idx="272">
                  <c:v>1.819</c:v>
                </c:pt>
                <c:pt idx="273">
                  <c:v>2.054</c:v>
                </c:pt>
                <c:pt idx="274">
                  <c:v>2.38</c:v>
                </c:pt>
                <c:pt idx="275">
                  <c:v>2.318</c:v>
                </c:pt>
                <c:pt idx="276">
                  <c:v>1.989</c:v>
                </c:pt>
                <c:pt idx="277">
                  <c:v>1.631</c:v>
                </c:pt>
                <c:pt idx="278">
                  <c:v>1.234</c:v>
                </c:pt>
                <c:pt idx="279">
                  <c:v>0.667</c:v>
                </c:pt>
                <c:pt idx="280">
                  <c:v>0.462</c:v>
                </c:pt>
                <c:pt idx="281">
                  <c:v>0.457</c:v>
                </c:pt>
                <c:pt idx="282">
                  <c:v>0.463</c:v>
                </c:pt>
                <c:pt idx="283">
                  <c:v>0.574</c:v>
                </c:pt>
                <c:pt idx="284">
                  <c:v>0.377</c:v>
                </c:pt>
                <c:pt idx="285">
                  <c:v>0.083</c:v>
                </c:pt>
                <c:pt idx="286">
                  <c:v>-0.257</c:v>
                </c:pt>
                <c:pt idx="287">
                  <c:v>-0.636</c:v>
                </c:pt>
                <c:pt idx="288">
                  <c:v>-0.809</c:v>
                </c:pt>
                <c:pt idx="289">
                  <c:v>-0.838</c:v>
                </c:pt>
                <c:pt idx="290">
                  <c:v>-0.602</c:v>
                </c:pt>
                <c:pt idx="291">
                  <c:v>-0.103</c:v>
                </c:pt>
                <c:pt idx="292">
                  <c:v>0.453</c:v>
                </c:pt>
                <c:pt idx="293">
                  <c:v>0.852</c:v>
                </c:pt>
                <c:pt idx="294">
                  <c:v>1.051</c:v>
                </c:pt>
                <c:pt idx="295">
                  <c:v>1.294</c:v>
                </c:pt>
                <c:pt idx="296">
                  <c:v>1.544</c:v>
                </c:pt>
                <c:pt idx="297">
                  <c:v>1.751</c:v>
                </c:pt>
                <c:pt idx="298">
                  <c:v>1.956</c:v>
                </c:pt>
                <c:pt idx="299">
                  <c:v>2.0</c:v>
                </c:pt>
                <c:pt idx="300">
                  <c:v>1.527</c:v>
                </c:pt>
                <c:pt idx="301">
                  <c:v>0.887</c:v>
                </c:pt>
                <c:pt idx="302">
                  <c:v>0.552</c:v>
                </c:pt>
                <c:pt idx="303">
                  <c:v>0.16</c:v>
                </c:pt>
                <c:pt idx="304">
                  <c:v>-0.076</c:v>
                </c:pt>
                <c:pt idx="305">
                  <c:v>-0.21</c:v>
                </c:pt>
                <c:pt idx="306">
                  <c:v>-0.267</c:v>
                </c:pt>
                <c:pt idx="307">
                  <c:v>-0.33</c:v>
                </c:pt>
                <c:pt idx="308">
                  <c:v>-0.325</c:v>
                </c:pt>
                <c:pt idx="309">
                  <c:v>-0.251</c:v>
                </c:pt>
                <c:pt idx="310">
                  <c:v>-0.212</c:v>
                </c:pt>
                <c:pt idx="311">
                  <c:v>-0.342</c:v>
                </c:pt>
                <c:pt idx="312">
                  <c:v>-0.356</c:v>
                </c:pt>
                <c:pt idx="313">
                  <c:v>-0.262</c:v>
                </c:pt>
                <c:pt idx="314">
                  <c:v>-0.038</c:v>
                </c:pt>
                <c:pt idx="315">
                  <c:v>0.37</c:v>
                </c:pt>
                <c:pt idx="316">
                  <c:v>0.768</c:v>
                </c:pt>
                <c:pt idx="317">
                  <c:v>0.881</c:v>
                </c:pt>
                <c:pt idx="318">
                  <c:v>0.896</c:v>
                </c:pt>
                <c:pt idx="319">
                  <c:v>0.792</c:v>
                </c:pt>
                <c:pt idx="320">
                  <c:v>0.579</c:v>
                </c:pt>
                <c:pt idx="321">
                  <c:v>0.509</c:v>
                </c:pt>
                <c:pt idx="322">
                  <c:v>0.52</c:v>
                </c:pt>
                <c:pt idx="323">
                  <c:v>0.285</c:v>
                </c:pt>
                <c:pt idx="324">
                  <c:v>0.26</c:v>
                </c:pt>
                <c:pt idx="325">
                  <c:v>0.168</c:v>
                </c:pt>
                <c:pt idx="326">
                  <c:v>0.083</c:v>
                </c:pt>
                <c:pt idx="327">
                  <c:v>-0.0</c:v>
                </c:pt>
                <c:pt idx="328">
                  <c:v>0.063</c:v>
                </c:pt>
                <c:pt idx="329">
                  <c:v>0.229</c:v>
                </c:pt>
                <c:pt idx="330">
                  <c:v>0.347</c:v>
                </c:pt>
                <c:pt idx="331">
                  <c:v>0.432</c:v>
                </c:pt>
                <c:pt idx="332">
                  <c:v>0.351</c:v>
                </c:pt>
                <c:pt idx="333">
                  <c:v>0.078</c:v>
                </c:pt>
                <c:pt idx="334">
                  <c:v>-0.051</c:v>
                </c:pt>
                <c:pt idx="335">
                  <c:v>-0.059</c:v>
                </c:pt>
                <c:pt idx="336">
                  <c:v>-0.435</c:v>
                </c:pt>
                <c:pt idx="337">
                  <c:v>-0.645</c:v>
                </c:pt>
                <c:pt idx="338">
                  <c:v>-0.858</c:v>
                </c:pt>
                <c:pt idx="339">
                  <c:v>-1.348</c:v>
                </c:pt>
                <c:pt idx="340">
                  <c:v>-1.573</c:v>
                </c:pt>
                <c:pt idx="341">
                  <c:v>-1.684</c:v>
                </c:pt>
                <c:pt idx="342">
                  <c:v>-1.723</c:v>
                </c:pt>
                <c:pt idx="343">
                  <c:v>-1.769</c:v>
                </c:pt>
                <c:pt idx="344">
                  <c:v>-1.726</c:v>
                </c:pt>
                <c:pt idx="345">
                  <c:v>-1.754</c:v>
                </c:pt>
                <c:pt idx="346">
                  <c:v>-1.895</c:v>
                </c:pt>
                <c:pt idx="347">
                  <c:v>-1.8</c:v>
                </c:pt>
                <c:pt idx="348">
                  <c:v>-1.668</c:v>
                </c:pt>
                <c:pt idx="349">
                  <c:v>-1.028</c:v>
                </c:pt>
                <c:pt idx="350">
                  <c:v>-0.634</c:v>
                </c:pt>
                <c:pt idx="351">
                  <c:v>0.107</c:v>
                </c:pt>
                <c:pt idx="352">
                  <c:v>0.758</c:v>
                </c:pt>
                <c:pt idx="353">
                  <c:v>1.244</c:v>
                </c:pt>
                <c:pt idx="354">
                  <c:v>1.394</c:v>
                </c:pt>
                <c:pt idx="355">
                  <c:v>1.563</c:v>
                </c:pt>
                <c:pt idx="356">
                  <c:v>1.546</c:v>
                </c:pt>
                <c:pt idx="357">
                  <c:v>1.402</c:v>
                </c:pt>
                <c:pt idx="358">
                  <c:v>1.352</c:v>
                </c:pt>
                <c:pt idx="359">
                  <c:v>0.867</c:v>
                </c:pt>
                <c:pt idx="360">
                  <c:v>0.54</c:v>
                </c:pt>
                <c:pt idx="361">
                  <c:v>0.281</c:v>
                </c:pt>
                <c:pt idx="362">
                  <c:v>0.192</c:v>
                </c:pt>
                <c:pt idx="363">
                  <c:v>0.059</c:v>
                </c:pt>
                <c:pt idx="364">
                  <c:v>-0.078</c:v>
                </c:pt>
                <c:pt idx="365">
                  <c:v>-0.108</c:v>
                </c:pt>
                <c:pt idx="366">
                  <c:v>-0.04</c:v>
                </c:pt>
                <c:pt idx="367">
                  <c:v>0.251</c:v>
                </c:pt>
                <c:pt idx="368">
                  <c:v>0.676</c:v>
                </c:pt>
                <c:pt idx="369">
                  <c:v>0.704</c:v>
                </c:pt>
                <c:pt idx="370">
                  <c:v>0.692</c:v>
                </c:pt>
                <c:pt idx="371">
                  <c:v>0.513</c:v>
                </c:pt>
                <c:pt idx="372">
                  <c:v>0.158</c:v>
                </c:pt>
                <c:pt idx="373">
                  <c:v>0.352</c:v>
                </c:pt>
                <c:pt idx="374">
                  <c:v>0.366</c:v>
                </c:pt>
                <c:pt idx="375">
                  <c:v>0.585</c:v>
                </c:pt>
                <c:pt idx="376">
                  <c:v>1.021</c:v>
                </c:pt>
                <c:pt idx="377">
                  <c:v>1.157</c:v>
                </c:pt>
                <c:pt idx="378">
                  <c:v>1.417</c:v>
                </c:pt>
                <c:pt idx="379">
                  <c:v>1.407</c:v>
                </c:pt>
                <c:pt idx="380">
                  <c:v>1.155</c:v>
                </c:pt>
                <c:pt idx="381">
                  <c:v>0.89</c:v>
                </c:pt>
                <c:pt idx="382">
                  <c:v>0.665</c:v>
                </c:pt>
                <c:pt idx="383">
                  <c:v>0.506</c:v>
                </c:pt>
                <c:pt idx="384">
                  <c:v>0.405</c:v>
                </c:pt>
                <c:pt idx="385">
                  <c:v>0.368</c:v>
                </c:pt>
                <c:pt idx="386">
                  <c:v>0.495</c:v>
                </c:pt>
                <c:pt idx="387">
                  <c:v>0.601</c:v>
                </c:pt>
                <c:pt idx="388">
                  <c:v>0.749</c:v>
                </c:pt>
                <c:pt idx="389">
                  <c:v>1.059</c:v>
                </c:pt>
                <c:pt idx="390">
                  <c:v>1.566</c:v>
                </c:pt>
                <c:pt idx="391">
                  <c:v>1.951</c:v>
                </c:pt>
                <c:pt idx="392">
                  <c:v>2.361</c:v>
                </c:pt>
                <c:pt idx="393">
                  <c:v>2.584</c:v>
                </c:pt>
                <c:pt idx="394">
                  <c:v>2.332</c:v>
                </c:pt>
                <c:pt idx="395">
                  <c:v>1.94</c:v>
                </c:pt>
                <c:pt idx="396">
                  <c:v>1.477</c:v>
                </c:pt>
                <c:pt idx="397">
                  <c:v>0.927</c:v>
                </c:pt>
                <c:pt idx="398">
                  <c:v>0.584</c:v>
                </c:pt>
                <c:pt idx="399">
                  <c:v>0.383</c:v>
                </c:pt>
                <c:pt idx="400">
                  <c:v>0.179</c:v>
                </c:pt>
                <c:pt idx="401">
                  <c:v>0.024</c:v>
                </c:pt>
                <c:pt idx="402">
                  <c:v>-0.339</c:v>
                </c:pt>
                <c:pt idx="403">
                  <c:v>-0.586</c:v>
                </c:pt>
                <c:pt idx="404">
                  <c:v>-0.772</c:v>
                </c:pt>
                <c:pt idx="405">
                  <c:v>-1.032</c:v>
                </c:pt>
                <c:pt idx="406">
                  <c:v>-0.86</c:v>
                </c:pt>
                <c:pt idx="407">
                  <c:v>-0.902</c:v>
                </c:pt>
                <c:pt idx="408">
                  <c:v>-0.923</c:v>
                </c:pt>
                <c:pt idx="409">
                  <c:v>-0.792</c:v>
                </c:pt>
                <c:pt idx="410">
                  <c:v>-0.651</c:v>
                </c:pt>
                <c:pt idx="411">
                  <c:v>-0.65</c:v>
                </c:pt>
                <c:pt idx="412">
                  <c:v>-0.764</c:v>
                </c:pt>
                <c:pt idx="413">
                  <c:v>-0.668</c:v>
                </c:pt>
                <c:pt idx="414">
                  <c:v>-0.84</c:v>
                </c:pt>
                <c:pt idx="415">
                  <c:v>-0.833</c:v>
                </c:pt>
                <c:pt idx="416">
                  <c:v>-0.608</c:v>
                </c:pt>
                <c:pt idx="417">
                  <c:v>-0.496</c:v>
                </c:pt>
                <c:pt idx="418">
                  <c:v>-0.187</c:v>
                </c:pt>
                <c:pt idx="419">
                  <c:v>-0.015</c:v>
                </c:pt>
                <c:pt idx="420">
                  <c:v>-0.336</c:v>
                </c:pt>
                <c:pt idx="421">
                  <c:v>-0.741</c:v>
                </c:pt>
                <c:pt idx="422">
                  <c:v>-1.352</c:v>
                </c:pt>
                <c:pt idx="423">
                  <c:v>-1.96</c:v>
                </c:pt>
                <c:pt idx="424">
                  <c:v>-2.114</c:v>
                </c:pt>
                <c:pt idx="425">
                  <c:v>-2.183</c:v>
                </c:pt>
                <c:pt idx="426">
                  <c:v>-1.89</c:v>
                </c:pt>
                <c:pt idx="427">
                  <c:v>-1.698</c:v>
                </c:pt>
                <c:pt idx="428">
                  <c:v>-1.534</c:v>
                </c:pt>
                <c:pt idx="429">
                  <c:v>-1.21</c:v>
                </c:pt>
                <c:pt idx="430">
                  <c:v>-1.149</c:v>
                </c:pt>
                <c:pt idx="431">
                  <c:v>-1.098</c:v>
                </c:pt>
                <c:pt idx="432">
                  <c:v>-0.917</c:v>
                </c:pt>
                <c:pt idx="433">
                  <c:v>-0.55</c:v>
                </c:pt>
                <c:pt idx="434">
                  <c:v>-0.102</c:v>
                </c:pt>
                <c:pt idx="435">
                  <c:v>0.654</c:v>
                </c:pt>
                <c:pt idx="436">
                  <c:v>1.028</c:v>
                </c:pt>
                <c:pt idx="437">
                  <c:v>1.163</c:v>
                </c:pt>
                <c:pt idx="438">
                  <c:v>1.317</c:v>
                </c:pt>
                <c:pt idx="439">
                  <c:v>1.402</c:v>
                </c:pt>
                <c:pt idx="440">
                  <c:v>1.372</c:v>
                </c:pt>
                <c:pt idx="441">
                  <c:v>1.254</c:v>
                </c:pt>
                <c:pt idx="442">
                  <c:v>0.911</c:v>
                </c:pt>
                <c:pt idx="443">
                  <c:v>0.546</c:v>
                </c:pt>
                <c:pt idx="444">
                  <c:v>0.21</c:v>
                </c:pt>
                <c:pt idx="445">
                  <c:v>0.164</c:v>
                </c:pt>
                <c:pt idx="446">
                  <c:v>0.13</c:v>
                </c:pt>
                <c:pt idx="447">
                  <c:v>0.27</c:v>
                </c:pt>
                <c:pt idx="448">
                  <c:v>0.38</c:v>
                </c:pt>
                <c:pt idx="449">
                  <c:v>0.436</c:v>
                </c:pt>
                <c:pt idx="450">
                  <c:v>0.648</c:v>
                </c:pt>
                <c:pt idx="451">
                  <c:v>0.771</c:v>
                </c:pt>
                <c:pt idx="452">
                  <c:v>0.785</c:v>
                </c:pt>
                <c:pt idx="453">
                  <c:v>0.644</c:v>
                </c:pt>
                <c:pt idx="454">
                  <c:v>0.461</c:v>
                </c:pt>
                <c:pt idx="455">
                  <c:v>0.266</c:v>
                </c:pt>
                <c:pt idx="456">
                  <c:v>0.163</c:v>
                </c:pt>
                <c:pt idx="457">
                  <c:v>0.125</c:v>
                </c:pt>
                <c:pt idx="458">
                  <c:v>0.236</c:v>
                </c:pt>
                <c:pt idx="459">
                  <c:v>0.206</c:v>
                </c:pt>
                <c:pt idx="460">
                  <c:v>0.251</c:v>
                </c:pt>
                <c:pt idx="461">
                  <c:v>0.343</c:v>
                </c:pt>
                <c:pt idx="462">
                  <c:v>0.36</c:v>
                </c:pt>
                <c:pt idx="463">
                  <c:v>0.369</c:v>
                </c:pt>
                <c:pt idx="464">
                  <c:v>0.111</c:v>
                </c:pt>
                <c:pt idx="465">
                  <c:v>-0.453</c:v>
                </c:pt>
                <c:pt idx="466">
                  <c:v>-0.896</c:v>
                </c:pt>
                <c:pt idx="467">
                  <c:v>-1.092</c:v>
                </c:pt>
                <c:pt idx="468">
                  <c:v>-1.289</c:v>
                </c:pt>
                <c:pt idx="469">
                  <c:v>-1.383</c:v>
                </c:pt>
                <c:pt idx="470">
                  <c:v>-1.42</c:v>
                </c:pt>
                <c:pt idx="471">
                  <c:v>-1.316</c:v>
                </c:pt>
                <c:pt idx="472">
                  <c:v>-1.131</c:v>
                </c:pt>
                <c:pt idx="473">
                  <c:v>-1.02</c:v>
                </c:pt>
                <c:pt idx="474">
                  <c:v>-0.854</c:v>
                </c:pt>
                <c:pt idx="475">
                  <c:v>-0.874</c:v>
                </c:pt>
                <c:pt idx="476">
                  <c:v>-1.157</c:v>
                </c:pt>
                <c:pt idx="477">
                  <c:v>-1.141</c:v>
                </c:pt>
                <c:pt idx="478">
                  <c:v>-1.158</c:v>
                </c:pt>
                <c:pt idx="479">
                  <c:v>-1.249</c:v>
                </c:pt>
                <c:pt idx="480">
                  <c:v>-1.236</c:v>
                </c:pt>
                <c:pt idx="481">
                  <c:v>-1.117</c:v>
                </c:pt>
                <c:pt idx="482">
                  <c:v>-0.966</c:v>
                </c:pt>
                <c:pt idx="483">
                  <c:v>-0.744</c:v>
                </c:pt>
                <c:pt idx="484">
                  <c:v>-0.483</c:v>
                </c:pt>
                <c:pt idx="485">
                  <c:v>-0.597</c:v>
                </c:pt>
                <c:pt idx="486">
                  <c:v>-0.799</c:v>
                </c:pt>
                <c:pt idx="487">
                  <c:v>-1.05</c:v>
                </c:pt>
                <c:pt idx="488">
                  <c:v>-1.35</c:v>
                </c:pt>
                <c:pt idx="489">
                  <c:v>-1.177</c:v>
                </c:pt>
                <c:pt idx="490">
                  <c:v>-0.77</c:v>
                </c:pt>
                <c:pt idx="491">
                  <c:v>-0.352</c:v>
                </c:pt>
                <c:pt idx="492">
                  <c:v>0.073</c:v>
                </c:pt>
                <c:pt idx="493">
                  <c:v>0.663</c:v>
                </c:pt>
                <c:pt idx="494">
                  <c:v>1.306</c:v>
                </c:pt>
                <c:pt idx="495">
                  <c:v>1.777</c:v>
                </c:pt>
                <c:pt idx="496">
                  <c:v>2.026</c:v>
                </c:pt>
                <c:pt idx="497">
                  <c:v>1.99</c:v>
                </c:pt>
                <c:pt idx="498">
                  <c:v>1.721</c:v>
                </c:pt>
                <c:pt idx="499">
                  <c:v>1.095</c:v>
                </c:pt>
                <c:pt idx="500">
                  <c:v>0.752</c:v>
                </c:pt>
                <c:pt idx="501">
                  <c:v>0.561</c:v>
                </c:pt>
                <c:pt idx="502">
                  <c:v>0.767</c:v>
                </c:pt>
                <c:pt idx="503">
                  <c:v>1.194</c:v>
                </c:pt>
                <c:pt idx="504">
                  <c:v>1.394</c:v>
                </c:pt>
                <c:pt idx="505">
                  <c:v>1.551</c:v>
                </c:pt>
                <c:pt idx="506">
                  <c:v>1.459</c:v>
                </c:pt>
                <c:pt idx="507">
                  <c:v>1.322</c:v>
                </c:pt>
                <c:pt idx="508">
                  <c:v>0.799</c:v>
                </c:pt>
                <c:pt idx="509">
                  <c:v>-0.027</c:v>
                </c:pt>
                <c:pt idx="510">
                  <c:v>-0.651</c:v>
                </c:pt>
                <c:pt idx="511">
                  <c:v>-1.406</c:v>
                </c:pt>
                <c:pt idx="512">
                  <c:v>-1.913</c:v>
                </c:pt>
                <c:pt idx="513">
                  <c:v>-2.212</c:v>
                </c:pt>
                <c:pt idx="514">
                  <c:v>-2.362</c:v>
                </c:pt>
                <c:pt idx="515">
                  <c:v>-2.458</c:v>
                </c:pt>
                <c:pt idx="516">
                  <c:v>-2.028</c:v>
                </c:pt>
                <c:pt idx="517">
                  <c:v>-1.78</c:v>
                </c:pt>
                <c:pt idx="518">
                  <c:v>-1.399</c:v>
                </c:pt>
                <c:pt idx="519">
                  <c:v>-1.303</c:v>
                </c:pt>
                <c:pt idx="520">
                  <c:v>-1.281</c:v>
                </c:pt>
                <c:pt idx="521">
                  <c:v>-1.111</c:v>
                </c:pt>
                <c:pt idx="522">
                  <c:v>-1.02</c:v>
                </c:pt>
                <c:pt idx="523">
                  <c:v>-0.711</c:v>
                </c:pt>
                <c:pt idx="524">
                  <c:v>-0.787</c:v>
                </c:pt>
                <c:pt idx="525">
                  <c:v>-0.776</c:v>
                </c:pt>
                <c:pt idx="526">
                  <c:v>-0.769</c:v>
                </c:pt>
                <c:pt idx="527">
                  <c:v>-0.804</c:v>
                </c:pt>
                <c:pt idx="528">
                  <c:v>-0.509</c:v>
                </c:pt>
                <c:pt idx="529">
                  <c:v>-0.365</c:v>
                </c:pt>
                <c:pt idx="530">
                  <c:v>-0.332</c:v>
                </c:pt>
                <c:pt idx="531">
                  <c:v>-0.378</c:v>
                </c:pt>
                <c:pt idx="532">
                  <c:v>-0.331</c:v>
                </c:pt>
                <c:pt idx="533">
                  <c:v>-0.224</c:v>
                </c:pt>
                <c:pt idx="534">
                  <c:v>-0.135</c:v>
                </c:pt>
                <c:pt idx="535">
                  <c:v>0.02</c:v>
                </c:pt>
                <c:pt idx="536">
                  <c:v>0.179</c:v>
                </c:pt>
                <c:pt idx="537">
                  <c:v>0.05</c:v>
                </c:pt>
                <c:pt idx="538">
                  <c:v>0.093</c:v>
                </c:pt>
                <c:pt idx="539">
                  <c:v>-0.02</c:v>
                </c:pt>
                <c:pt idx="540">
                  <c:v>-0.446</c:v>
                </c:pt>
                <c:pt idx="541">
                  <c:v>-0.687</c:v>
                </c:pt>
                <c:pt idx="542">
                  <c:v>-0.769</c:v>
                </c:pt>
                <c:pt idx="543">
                  <c:v>-0.598</c:v>
                </c:pt>
                <c:pt idx="544">
                  <c:v>-0.15</c:v>
                </c:pt>
                <c:pt idx="545">
                  <c:v>0.39</c:v>
                </c:pt>
                <c:pt idx="546">
                  <c:v>0.847</c:v>
                </c:pt>
                <c:pt idx="547">
                  <c:v>0.871</c:v>
                </c:pt>
                <c:pt idx="548">
                  <c:v>0.873</c:v>
                </c:pt>
                <c:pt idx="549">
                  <c:v>0.933</c:v>
                </c:pt>
                <c:pt idx="550">
                  <c:v>0.912</c:v>
                </c:pt>
                <c:pt idx="551">
                  <c:v>0.653</c:v>
                </c:pt>
                <c:pt idx="552">
                  <c:v>0.79</c:v>
                </c:pt>
                <c:pt idx="553">
                  <c:v>0.979</c:v>
                </c:pt>
                <c:pt idx="554">
                  <c:v>1.061</c:v>
                </c:pt>
                <c:pt idx="555">
                  <c:v>1.478</c:v>
                </c:pt>
                <c:pt idx="556">
                  <c:v>1.679</c:v>
                </c:pt>
                <c:pt idx="557">
                  <c:v>1.769</c:v>
                </c:pt>
                <c:pt idx="558">
                  <c:v>1.445</c:v>
                </c:pt>
                <c:pt idx="559">
                  <c:v>0.875</c:v>
                </c:pt>
                <c:pt idx="560">
                  <c:v>0.147</c:v>
                </c:pt>
                <c:pt idx="561">
                  <c:v>-0.649</c:v>
                </c:pt>
                <c:pt idx="562">
                  <c:v>-1.177</c:v>
                </c:pt>
                <c:pt idx="563">
                  <c:v>-1.373</c:v>
                </c:pt>
                <c:pt idx="564">
                  <c:v>-1.111</c:v>
                </c:pt>
                <c:pt idx="565">
                  <c:v>-0.723</c:v>
                </c:pt>
                <c:pt idx="566">
                  <c:v>-0.495</c:v>
                </c:pt>
                <c:pt idx="567">
                  <c:v>-0.231</c:v>
                </c:pt>
                <c:pt idx="568">
                  <c:v>-0.04</c:v>
                </c:pt>
                <c:pt idx="569">
                  <c:v>0.043</c:v>
                </c:pt>
                <c:pt idx="570">
                  <c:v>0.216</c:v>
                </c:pt>
                <c:pt idx="571">
                  <c:v>0.502</c:v>
                </c:pt>
                <c:pt idx="572">
                  <c:v>0.612</c:v>
                </c:pt>
                <c:pt idx="573">
                  <c:v>0.351</c:v>
                </c:pt>
                <c:pt idx="574">
                  <c:v>0.307</c:v>
                </c:pt>
                <c:pt idx="575">
                  <c:v>0.449</c:v>
                </c:pt>
                <c:pt idx="576">
                  <c:v>0.599</c:v>
                </c:pt>
                <c:pt idx="577">
                  <c:v>0.778</c:v>
                </c:pt>
                <c:pt idx="578">
                  <c:v>0.863</c:v>
                </c:pt>
                <c:pt idx="579">
                  <c:v>0.736</c:v>
                </c:pt>
                <c:pt idx="580">
                  <c:v>0.68</c:v>
                </c:pt>
                <c:pt idx="581">
                  <c:v>1.032</c:v>
                </c:pt>
                <c:pt idx="582">
                  <c:v>1.418</c:v>
                </c:pt>
              </c:numCache>
            </c:numRef>
          </c:val>
          <c:smooth val="0"/>
        </c:ser>
        <c:ser>
          <c:idx val="1"/>
          <c:order val="1"/>
          <c:tx>
            <c:strRef>
              <c:f>Sheet1!$C$1</c:f>
              <c:strCache>
                <c:ptCount val="1"/>
                <c:pt idx="0">
                  <c:v>Entry threshold</c:v>
                </c:pt>
              </c:strCache>
            </c:strRef>
          </c:tx>
          <c:spPr>
            <a:ln w="19050" cap="rnd">
              <a:solidFill>
                <a:srgbClr val="F9C113"/>
              </a:solidFill>
              <a:prstDash val="dash"/>
              <a:round/>
            </a:ln>
          </c:spPr>
          <c:marker>
            <c:symbol val="none"/>
          </c:marker>
          <c:cat>
            <c:strRef>
              <c:f>Sheet1!$A$2:$A$584</c:f>
              <c:strCache>
                <c:ptCount val="583"/>
                <c:pt idx="0">
                  <c:v>2015-06</c:v>
                </c:pt>
                <c:pt idx="1">
                  <c:v>2015-06</c:v>
                </c:pt>
                <c:pt idx="2">
                  <c:v>2015-07</c:v>
                </c:pt>
                <c:pt idx="3">
                  <c:v>2015-07</c:v>
                </c:pt>
                <c:pt idx="4">
                  <c:v>2015-07</c:v>
                </c:pt>
                <c:pt idx="5">
                  <c:v>2015-07</c:v>
                </c:pt>
                <c:pt idx="6">
                  <c:v>2015-07</c:v>
                </c:pt>
                <c:pt idx="7">
                  <c:v>2015-08</c:v>
                </c:pt>
                <c:pt idx="8">
                  <c:v>2015-08</c:v>
                </c:pt>
                <c:pt idx="9">
                  <c:v>2015-08</c:v>
                </c:pt>
                <c:pt idx="10">
                  <c:v>2015-08</c:v>
                </c:pt>
                <c:pt idx="11">
                  <c:v>2015-09</c:v>
                </c:pt>
                <c:pt idx="12">
                  <c:v>2015-09</c:v>
                </c:pt>
                <c:pt idx="13">
                  <c:v>2015-09</c:v>
                </c:pt>
                <c:pt idx="14">
                  <c:v>2015-09</c:v>
                </c:pt>
                <c:pt idx="15">
                  <c:v>2015-10</c:v>
                </c:pt>
                <c:pt idx="16">
                  <c:v>2015-10</c:v>
                </c:pt>
                <c:pt idx="17">
                  <c:v>2015-10</c:v>
                </c:pt>
                <c:pt idx="18">
                  <c:v>2015-10</c:v>
                </c:pt>
                <c:pt idx="19">
                  <c:v>2015-10</c:v>
                </c:pt>
                <c:pt idx="20">
                  <c:v>2015-11</c:v>
                </c:pt>
                <c:pt idx="21">
                  <c:v>2015-11</c:v>
                </c:pt>
                <c:pt idx="22">
                  <c:v>2015-11</c:v>
                </c:pt>
                <c:pt idx="23">
                  <c:v>2015-11</c:v>
                </c:pt>
                <c:pt idx="24">
                  <c:v>2015-12</c:v>
                </c:pt>
                <c:pt idx="25">
                  <c:v>2015-12</c:v>
                </c:pt>
                <c:pt idx="26">
                  <c:v>2015-12</c:v>
                </c:pt>
                <c:pt idx="27">
                  <c:v>2015-12</c:v>
                </c:pt>
                <c:pt idx="28">
                  <c:v>2016-01</c:v>
                </c:pt>
                <c:pt idx="29">
                  <c:v>2016-01</c:v>
                </c:pt>
                <c:pt idx="30">
                  <c:v>2016-01</c:v>
                </c:pt>
                <c:pt idx="31">
                  <c:v>2016-01</c:v>
                </c:pt>
                <c:pt idx="32">
                  <c:v>2016-01</c:v>
                </c:pt>
                <c:pt idx="33">
                  <c:v>2016-02</c:v>
                </c:pt>
                <c:pt idx="34">
                  <c:v>2016-02</c:v>
                </c:pt>
                <c:pt idx="35">
                  <c:v>2016-02</c:v>
                </c:pt>
                <c:pt idx="36">
                  <c:v>2016-02</c:v>
                </c:pt>
                <c:pt idx="37">
                  <c:v>2016-03</c:v>
                </c:pt>
                <c:pt idx="38">
                  <c:v>2016-03</c:v>
                </c:pt>
                <c:pt idx="39">
                  <c:v>2016-03</c:v>
                </c:pt>
                <c:pt idx="40">
                  <c:v>2016-03</c:v>
                </c:pt>
                <c:pt idx="41">
                  <c:v>2016-04</c:v>
                </c:pt>
                <c:pt idx="42">
                  <c:v>2016-04</c:v>
                </c:pt>
                <c:pt idx="43">
                  <c:v>2016-04</c:v>
                </c:pt>
                <c:pt idx="44">
                  <c:v>2016-04</c:v>
                </c:pt>
                <c:pt idx="45">
                  <c:v>2016-04</c:v>
                </c:pt>
                <c:pt idx="46">
                  <c:v>2016-05</c:v>
                </c:pt>
                <c:pt idx="47">
                  <c:v>2016-05</c:v>
                </c:pt>
                <c:pt idx="48">
                  <c:v>2016-05</c:v>
                </c:pt>
                <c:pt idx="49">
                  <c:v>2016-05</c:v>
                </c:pt>
                <c:pt idx="50">
                  <c:v>2016-06</c:v>
                </c:pt>
                <c:pt idx="51">
                  <c:v>2016-06</c:v>
                </c:pt>
                <c:pt idx="52">
                  <c:v>2016-06</c:v>
                </c:pt>
                <c:pt idx="53">
                  <c:v>2016-06</c:v>
                </c:pt>
                <c:pt idx="54">
                  <c:v>2016-07</c:v>
                </c:pt>
                <c:pt idx="55">
                  <c:v>2016-07</c:v>
                </c:pt>
                <c:pt idx="56">
                  <c:v>2016-07</c:v>
                </c:pt>
                <c:pt idx="57">
                  <c:v>2016-07</c:v>
                </c:pt>
                <c:pt idx="58">
                  <c:v>2016-07</c:v>
                </c:pt>
                <c:pt idx="59">
                  <c:v>2016-08</c:v>
                </c:pt>
                <c:pt idx="60">
                  <c:v>2016-08</c:v>
                </c:pt>
                <c:pt idx="61">
                  <c:v>2016-08</c:v>
                </c:pt>
                <c:pt idx="62">
                  <c:v>2016-08</c:v>
                </c:pt>
                <c:pt idx="63">
                  <c:v>2016-09</c:v>
                </c:pt>
                <c:pt idx="64">
                  <c:v>2016-09</c:v>
                </c:pt>
                <c:pt idx="65">
                  <c:v>2016-09</c:v>
                </c:pt>
                <c:pt idx="66">
                  <c:v>2016-09</c:v>
                </c:pt>
                <c:pt idx="67">
                  <c:v>2016-09</c:v>
                </c:pt>
                <c:pt idx="68">
                  <c:v>2016-10</c:v>
                </c:pt>
                <c:pt idx="69">
                  <c:v>2016-10</c:v>
                </c:pt>
                <c:pt idx="70">
                  <c:v>2016-10</c:v>
                </c:pt>
                <c:pt idx="71">
                  <c:v>2016-10</c:v>
                </c:pt>
                <c:pt idx="72">
                  <c:v>2016-11</c:v>
                </c:pt>
                <c:pt idx="73">
                  <c:v>2016-11</c:v>
                </c:pt>
                <c:pt idx="74">
                  <c:v>2016-11</c:v>
                </c:pt>
                <c:pt idx="75">
                  <c:v>2016-11</c:v>
                </c:pt>
                <c:pt idx="76">
                  <c:v>2016-12</c:v>
                </c:pt>
                <c:pt idx="77">
                  <c:v>2016-12</c:v>
                </c:pt>
                <c:pt idx="78">
                  <c:v>2016-12</c:v>
                </c:pt>
                <c:pt idx="79">
                  <c:v>2016-12</c:v>
                </c:pt>
                <c:pt idx="80">
                  <c:v>2016-12</c:v>
                </c:pt>
                <c:pt idx="81">
                  <c:v>2017-01</c:v>
                </c:pt>
                <c:pt idx="82">
                  <c:v>2017-01</c:v>
                </c:pt>
                <c:pt idx="83">
                  <c:v>2017-01</c:v>
                </c:pt>
                <c:pt idx="84">
                  <c:v>2017-01</c:v>
                </c:pt>
                <c:pt idx="85">
                  <c:v>2017-02</c:v>
                </c:pt>
                <c:pt idx="86">
                  <c:v>2017-02</c:v>
                </c:pt>
                <c:pt idx="87">
                  <c:v>2017-02</c:v>
                </c:pt>
                <c:pt idx="88">
                  <c:v>2017-02</c:v>
                </c:pt>
                <c:pt idx="89">
                  <c:v>2017-03</c:v>
                </c:pt>
                <c:pt idx="90">
                  <c:v>2017-03</c:v>
                </c:pt>
                <c:pt idx="91">
                  <c:v>2017-03</c:v>
                </c:pt>
                <c:pt idx="92">
                  <c:v>2017-03</c:v>
                </c:pt>
                <c:pt idx="93">
                  <c:v>2017-03</c:v>
                </c:pt>
                <c:pt idx="94">
                  <c:v>2017-04</c:v>
                </c:pt>
                <c:pt idx="95">
                  <c:v>2017-04</c:v>
                </c:pt>
                <c:pt idx="96">
                  <c:v>2017-04</c:v>
                </c:pt>
                <c:pt idx="97">
                  <c:v>2017-04</c:v>
                </c:pt>
                <c:pt idx="98">
                  <c:v>2017-05</c:v>
                </c:pt>
                <c:pt idx="99">
                  <c:v>2017-05</c:v>
                </c:pt>
                <c:pt idx="100">
                  <c:v>2017-05</c:v>
                </c:pt>
                <c:pt idx="101">
                  <c:v>2017-05</c:v>
                </c:pt>
                <c:pt idx="102">
                  <c:v>2017-06</c:v>
                </c:pt>
                <c:pt idx="103">
                  <c:v>2017-06</c:v>
                </c:pt>
                <c:pt idx="104">
                  <c:v>2017-06</c:v>
                </c:pt>
                <c:pt idx="105">
                  <c:v>2017-06</c:v>
                </c:pt>
                <c:pt idx="106">
                  <c:v>2017-06</c:v>
                </c:pt>
                <c:pt idx="107">
                  <c:v>2017-07</c:v>
                </c:pt>
                <c:pt idx="108">
                  <c:v>2017-07</c:v>
                </c:pt>
                <c:pt idx="109">
                  <c:v>2017-07</c:v>
                </c:pt>
                <c:pt idx="110">
                  <c:v>2017-07</c:v>
                </c:pt>
                <c:pt idx="111">
                  <c:v>2017-08</c:v>
                </c:pt>
                <c:pt idx="112">
                  <c:v>2017-08</c:v>
                </c:pt>
                <c:pt idx="113">
                  <c:v>2017-08</c:v>
                </c:pt>
                <c:pt idx="114">
                  <c:v>2017-08</c:v>
                </c:pt>
                <c:pt idx="115">
                  <c:v>2017-09</c:v>
                </c:pt>
                <c:pt idx="116">
                  <c:v>2017-09</c:v>
                </c:pt>
                <c:pt idx="117">
                  <c:v>2017-09</c:v>
                </c:pt>
                <c:pt idx="118">
                  <c:v>2017-09</c:v>
                </c:pt>
                <c:pt idx="119">
                  <c:v>2017-09</c:v>
                </c:pt>
                <c:pt idx="120">
                  <c:v>2017-10</c:v>
                </c:pt>
                <c:pt idx="121">
                  <c:v>2017-10</c:v>
                </c:pt>
                <c:pt idx="122">
                  <c:v>2017-10</c:v>
                </c:pt>
                <c:pt idx="123">
                  <c:v>2017-10</c:v>
                </c:pt>
                <c:pt idx="124">
                  <c:v>2017-11</c:v>
                </c:pt>
                <c:pt idx="125">
                  <c:v>2017-11</c:v>
                </c:pt>
                <c:pt idx="126">
                  <c:v>2017-11</c:v>
                </c:pt>
                <c:pt idx="127">
                  <c:v>2017-11</c:v>
                </c:pt>
                <c:pt idx="128">
                  <c:v>2017-12</c:v>
                </c:pt>
                <c:pt idx="129">
                  <c:v>2017-12</c:v>
                </c:pt>
                <c:pt idx="130">
                  <c:v>2017-12</c:v>
                </c:pt>
                <c:pt idx="131">
                  <c:v>2017-12</c:v>
                </c:pt>
                <c:pt idx="132">
                  <c:v>2017-12</c:v>
                </c:pt>
                <c:pt idx="133">
                  <c:v>2018-01</c:v>
                </c:pt>
                <c:pt idx="134">
                  <c:v>2018-01</c:v>
                </c:pt>
                <c:pt idx="135">
                  <c:v>2018-01</c:v>
                </c:pt>
                <c:pt idx="136">
                  <c:v>2018-01</c:v>
                </c:pt>
                <c:pt idx="137">
                  <c:v>2018-02</c:v>
                </c:pt>
                <c:pt idx="138">
                  <c:v>2018-02</c:v>
                </c:pt>
                <c:pt idx="139">
                  <c:v>2018-02</c:v>
                </c:pt>
                <c:pt idx="140">
                  <c:v>2018-02</c:v>
                </c:pt>
                <c:pt idx="141">
                  <c:v>2018-03</c:v>
                </c:pt>
                <c:pt idx="142">
                  <c:v>2018-03</c:v>
                </c:pt>
                <c:pt idx="143">
                  <c:v>2018-03</c:v>
                </c:pt>
                <c:pt idx="144">
                  <c:v>2018-03</c:v>
                </c:pt>
                <c:pt idx="145">
                  <c:v>2018-03</c:v>
                </c:pt>
                <c:pt idx="146">
                  <c:v>2018-04</c:v>
                </c:pt>
                <c:pt idx="147">
                  <c:v>2018-04</c:v>
                </c:pt>
                <c:pt idx="148">
                  <c:v>2018-04</c:v>
                </c:pt>
                <c:pt idx="149">
                  <c:v>2018-04</c:v>
                </c:pt>
                <c:pt idx="150">
                  <c:v>2018-05</c:v>
                </c:pt>
                <c:pt idx="151">
                  <c:v>2018-05</c:v>
                </c:pt>
                <c:pt idx="152">
                  <c:v>2018-05</c:v>
                </c:pt>
                <c:pt idx="153">
                  <c:v>2018-05</c:v>
                </c:pt>
                <c:pt idx="154">
                  <c:v>2018-06</c:v>
                </c:pt>
                <c:pt idx="155">
                  <c:v>2018-06</c:v>
                </c:pt>
                <c:pt idx="156">
                  <c:v>2018-06</c:v>
                </c:pt>
                <c:pt idx="157">
                  <c:v>2018-06</c:v>
                </c:pt>
                <c:pt idx="158">
                  <c:v>2018-06</c:v>
                </c:pt>
                <c:pt idx="159">
                  <c:v>2018-07</c:v>
                </c:pt>
                <c:pt idx="160">
                  <c:v>2018-07</c:v>
                </c:pt>
                <c:pt idx="161">
                  <c:v>2018-07</c:v>
                </c:pt>
                <c:pt idx="162">
                  <c:v>2018-07</c:v>
                </c:pt>
                <c:pt idx="163">
                  <c:v>2018-08</c:v>
                </c:pt>
                <c:pt idx="164">
                  <c:v>2018-08</c:v>
                </c:pt>
                <c:pt idx="165">
                  <c:v>2018-08</c:v>
                </c:pt>
                <c:pt idx="166">
                  <c:v>2018-08</c:v>
                </c:pt>
                <c:pt idx="167">
                  <c:v>2018-08</c:v>
                </c:pt>
                <c:pt idx="168">
                  <c:v>2018-09</c:v>
                </c:pt>
                <c:pt idx="169">
                  <c:v>2018-09</c:v>
                </c:pt>
                <c:pt idx="170">
                  <c:v>2018-09</c:v>
                </c:pt>
                <c:pt idx="171">
                  <c:v>2018-09</c:v>
                </c:pt>
                <c:pt idx="172">
                  <c:v>2018-10</c:v>
                </c:pt>
                <c:pt idx="173">
                  <c:v>2018-10</c:v>
                </c:pt>
                <c:pt idx="174">
                  <c:v>2018-10</c:v>
                </c:pt>
                <c:pt idx="175">
                  <c:v>2018-10</c:v>
                </c:pt>
                <c:pt idx="176">
                  <c:v>2018-11</c:v>
                </c:pt>
                <c:pt idx="177">
                  <c:v>2018-11</c:v>
                </c:pt>
                <c:pt idx="178">
                  <c:v>2018-11</c:v>
                </c:pt>
                <c:pt idx="179">
                  <c:v>2018-11</c:v>
                </c:pt>
                <c:pt idx="180">
                  <c:v>2018-11</c:v>
                </c:pt>
                <c:pt idx="181">
                  <c:v>2018-12</c:v>
                </c:pt>
                <c:pt idx="182">
                  <c:v>2018-12</c:v>
                </c:pt>
                <c:pt idx="183">
                  <c:v>2018-12</c:v>
                </c:pt>
                <c:pt idx="184">
                  <c:v>2018-12</c:v>
                </c:pt>
                <c:pt idx="185">
                  <c:v>2019-01</c:v>
                </c:pt>
                <c:pt idx="186">
                  <c:v>2019-01</c:v>
                </c:pt>
                <c:pt idx="187">
                  <c:v>2019-01</c:v>
                </c:pt>
                <c:pt idx="188">
                  <c:v>2019-01</c:v>
                </c:pt>
                <c:pt idx="189">
                  <c:v>2019-02</c:v>
                </c:pt>
                <c:pt idx="190">
                  <c:v>2019-02</c:v>
                </c:pt>
                <c:pt idx="191">
                  <c:v>2019-02</c:v>
                </c:pt>
                <c:pt idx="192">
                  <c:v>2019-02</c:v>
                </c:pt>
                <c:pt idx="193">
                  <c:v>2019-03</c:v>
                </c:pt>
                <c:pt idx="194">
                  <c:v>2019-03</c:v>
                </c:pt>
                <c:pt idx="195">
                  <c:v>2019-03</c:v>
                </c:pt>
                <c:pt idx="196">
                  <c:v>2019-03</c:v>
                </c:pt>
                <c:pt idx="197">
                  <c:v>2019-03</c:v>
                </c:pt>
                <c:pt idx="198">
                  <c:v>2019-04</c:v>
                </c:pt>
                <c:pt idx="199">
                  <c:v>2019-04</c:v>
                </c:pt>
                <c:pt idx="200">
                  <c:v>2019-04</c:v>
                </c:pt>
                <c:pt idx="201">
                  <c:v>2019-04</c:v>
                </c:pt>
                <c:pt idx="202">
                  <c:v>2019-05</c:v>
                </c:pt>
                <c:pt idx="203">
                  <c:v>2019-05</c:v>
                </c:pt>
                <c:pt idx="204">
                  <c:v>2019-05</c:v>
                </c:pt>
                <c:pt idx="205">
                  <c:v>2019-05</c:v>
                </c:pt>
                <c:pt idx="206">
                  <c:v>2019-05</c:v>
                </c:pt>
                <c:pt idx="207">
                  <c:v>2019-06</c:v>
                </c:pt>
                <c:pt idx="208">
                  <c:v>2019-06</c:v>
                </c:pt>
                <c:pt idx="209">
                  <c:v>2019-06</c:v>
                </c:pt>
                <c:pt idx="210">
                  <c:v>2019-06</c:v>
                </c:pt>
                <c:pt idx="211">
                  <c:v>2019-07</c:v>
                </c:pt>
                <c:pt idx="212">
                  <c:v>2019-07</c:v>
                </c:pt>
                <c:pt idx="213">
                  <c:v>2019-07</c:v>
                </c:pt>
                <c:pt idx="214">
                  <c:v>2019-07</c:v>
                </c:pt>
                <c:pt idx="215">
                  <c:v>2019-08</c:v>
                </c:pt>
                <c:pt idx="216">
                  <c:v>2019-08</c:v>
                </c:pt>
                <c:pt idx="217">
                  <c:v>2019-08</c:v>
                </c:pt>
                <c:pt idx="218">
                  <c:v>2019-08</c:v>
                </c:pt>
                <c:pt idx="219">
                  <c:v>2019-08</c:v>
                </c:pt>
                <c:pt idx="220">
                  <c:v>2019-09</c:v>
                </c:pt>
                <c:pt idx="221">
                  <c:v>2019-09</c:v>
                </c:pt>
                <c:pt idx="222">
                  <c:v>2019-09</c:v>
                </c:pt>
                <c:pt idx="223">
                  <c:v>2019-09</c:v>
                </c:pt>
                <c:pt idx="224">
                  <c:v>2019-10</c:v>
                </c:pt>
                <c:pt idx="225">
                  <c:v>2019-10</c:v>
                </c:pt>
                <c:pt idx="226">
                  <c:v>2019-10</c:v>
                </c:pt>
                <c:pt idx="227">
                  <c:v>2019-10</c:v>
                </c:pt>
                <c:pt idx="228">
                  <c:v>2019-11</c:v>
                </c:pt>
                <c:pt idx="229">
                  <c:v>2019-11</c:v>
                </c:pt>
                <c:pt idx="230">
                  <c:v>2019-11</c:v>
                </c:pt>
                <c:pt idx="231">
                  <c:v>2019-11</c:v>
                </c:pt>
                <c:pt idx="232">
                  <c:v>2019-11</c:v>
                </c:pt>
                <c:pt idx="233">
                  <c:v>2019-12</c:v>
                </c:pt>
                <c:pt idx="234">
                  <c:v>2019-12</c:v>
                </c:pt>
                <c:pt idx="235">
                  <c:v>2019-12</c:v>
                </c:pt>
                <c:pt idx="236">
                  <c:v>2019-12</c:v>
                </c:pt>
                <c:pt idx="237">
                  <c:v>2020-01</c:v>
                </c:pt>
                <c:pt idx="238">
                  <c:v>2020-01</c:v>
                </c:pt>
                <c:pt idx="239">
                  <c:v>2020-01</c:v>
                </c:pt>
                <c:pt idx="240">
                  <c:v>2020-01</c:v>
                </c:pt>
                <c:pt idx="241">
                  <c:v>2020-01</c:v>
                </c:pt>
                <c:pt idx="242">
                  <c:v>2020-02</c:v>
                </c:pt>
                <c:pt idx="243">
                  <c:v>2020-02</c:v>
                </c:pt>
                <c:pt idx="244">
                  <c:v>2020-02</c:v>
                </c:pt>
                <c:pt idx="245">
                  <c:v>2020-02</c:v>
                </c:pt>
                <c:pt idx="246">
                  <c:v>2020-03</c:v>
                </c:pt>
                <c:pt idx="247">
                  <c:v>2020-03</c:v>
                </c:pt>
                <c:pt idx="248">
                  <c:v>2020-03</c:v>
                </c:pt>
                <c:pt idx="249">
                  <c:v>2020-03</c:v>
                </c:pt>
                <c:pt idx="250">
                  <c:v>2020-04</c:v>
                </c:pt>
                <c:pt idx="251">
                  <c:v>2020-04</c:v>
                </c:pt>
                <c:pt idx="252">
                  <c:v>2020-04</c:v>
                </c:pt>
                <c:pt idx="253">
                  <c:v>2020-04</c:v>
                </c:pt>
                <c:pt idx="254">
                  <c:v>2020-05</c:v>
                </c:pt>
                <c:pt idx="255">
                  <c:v>2020-05</c:v>
                </c:pt>
                <c:pt idx="256">
                  <c:v>2020-05</c:v>
                </c:pt>
                <c:pt idx="257">
                  <c:v>2020-05</c:v>
                </c:pt>
                <c:pt idx="258">
                  <c:v>2020-05</c:v>
                </c:pt>
                <c:pt idx="259">
                  <c:v>2020-06</c:v>
                </c:pt>
                <c:pt idx="260">
                  <c:v>2020-06</c:v>
                </c:pt>
                <c:pt idx="261">
                  <c:v>2020-06</c:v>
                </c:pt>
                <c:pt idx="262">
                  <c:v>2020-06</c:v>
                </c:pt>
                <c:pt idx="263">
                  <c:v>2020-07</c:v>
                </c:pt>
                <c:pt idx="264">
                  <c:v>2020-07</c:v>
                </c:pt>
                <c:pt idx="265">
                  <c:v>2020-07</c:v>
                </c:pt>
                <c:pt idx="266">
                  <c:v>2020-07</c:v>
                </c:pt>
                <c:pt idx="267">
                  <c:v>2020-07</c:v>
                </c:pt>
                <c:pt idx="268">
                  <c:v>2020-08</c:v>
                </c:pt>
                <c:pt idx="269">
                  <c:v>2020-08</c:v>
                </c:pt>
                <c:pt idx="270">
                  <c:v>2020-08</c:v>
                </c:pt>
                <c:pt idx="271">
                  <c:v>2020-08</c:v>
                </c:pt>
                <c:pt idx="272">
                  <c:v>2020-09</c:v>
                </c:pt>
                <c:pt idx="273">
                  <c:v>2020-09</c:v>
                </c:pt>
                <c:pt idx="274">
                  <c:v>2020-09</c:v>
                </c:pt>
                <c:pt idx="275">
                  <c:v>2020-09</c:v>
                </c:pt>
                <c:pt idx="276">
                  <c:v>2020-10</c:v>
                </c:pt>
                <c:pt idx="277">
                  <c:v>2020-10</c:v>
                </c:pt>
                <c:pt idx="278">
                  <c:v>2020-10</c:v>
                </c:pt>
                <c:pt idx="279">
                  <c:v>2020-10</c:v>
                </c:pt>
                <c:pt idx="280">
                  <c:v>2020-10</c:v>
                </c:pt>
                <c:pt idx="281">
                  <c:v>2020-11</c:v>
                </c:pt>
                <c:pt idx="282">
                  <c:v>2020-11</c:v>
                </c:pt>
                <c:pt idx="283">
                  <c:v>2020-11</c:v>
                </c:pt>
                <c:pt idx="284">
                  <c:v>2020-11</c:v>
                </c:pt>
                <c:pt idx="285">
                  <c:v>2020-12</c:v>
                </c:pt>
                <c:pt idx="286">
                  <c:v>2020-12</c:v>
                </c:pt>
                <c:pt idx="287">
                  <c:v>2020-12</c:v>
                </c:pt>
                <c:pt idx="288">
                  <c:v>2020-12</c:v>
                </c:pt>
                <c:pt idx="289">
                  <c:v>2021-01</c:v>
                </c:pt>
                <c:pt idx="290">
                  <c:v>2021-01</c:v>
                </c:pt>
                <c:pt idx="291">
                  <c:v>2021-01</c:v>
                </c:pt>
                <c:pt idx="292">
                  <c:v>2021-01</c:v>
                </c:pt>
                <c:pt idx="293">
                  <c:v>2021-01</c:v>
                </c:pt>
                <c:pt idx="294">
                  <c:v>2021-02</c:v>
                </c:pt>
                <c:pt idx="295">
                  <c:v>2021-02</c:v>
                </c:pt>
                <c:pt idx="296">
                  <c:v>2021-02</c:v>
                </c:pt>
                <c:pt idx="297">
                  <c:v>2021-02</c:v>
                </c:pt>
                <c:pt idx="298">
                  <c:v>2021-03</c:v>
                </c:pt>
                <c:pt idx="299">
                  <c:v>2021-03</c:v>
                </c:pt>
                <c:pt idx="300">
                  <c:v>2021-03</c:v>
                </c:pt>
                <c:pt idx="301">
                  <c:v>2021-03</c:v>
                </c:pt>
                <c:pt idx="302">
                  <c:v>2021-04</c:v>
                </c:pt>
                <c:pt idx="303">
                  <c:v>2021-04</c:v>
                </c:pt>
                <c:pt idx="304">
                  <c:v>2021-04</c:v>
                </c:pt>
                <c:pt idx="305">
                  <c:v>2021-04</c:v>
                </c:pt>
                <c:pt idx="306">
                  <c:v>2021-04</c:v>
                </c:pt>
                <c:pt idx="307">
                  <c:v>2021-05</c:v>
                </c:pt>
                <c:pt idx="308">
                  <c:v>2021-05</c:v>
                </c:pt>
                <c:pt idx="309">
                  <c:v>2021-05</c:v>
                </c:pt>
                <c:pt idx="310">
                  <c:v>2021-05</c:v>
                </c:pt>
                <c:pt idx="311">
                  <c:v>2021-06</c:v>
                </c:pt>
                <c:pt idx="312">
                  <c:v>2021-06</c:v>
                </c:pt>
                <c:pt idx="313">
                  <c:v>2021-06</c:v>
                </c:pt>
                <c:pt idx="314">
                  <c:v>2021-06</c:v>
                </c:pt>
                <c:pt idx="315">
                  <c:v>2021-07</c:v>
                </c:pt>
                <c:pt idx="316">
                  <c:v>2021-07</c:v>
                </c:pt>
                <c:pt idx="317">
                  <c:v>2021-07</c:v>
                </c:pt>
                <c:pt idx="318">
                  <c:v>2021-07</c:v>
                </c:pt>
                <c:pt idx="319">
                  <c:v>2021-07</c:v>
                </c:pt>
                <c:pt idx="320">
                  <c:v>2021-08</c:v>
                </c:pt>
                <c:pt idx="321">
                  <c:v>2021-08</c:v>
                </c:pt>
                <c:pt idx="322">
                  <c:v>2021-08</c:v>
                </c:pt>
                <c:pt idx="323">
                  <c:v>2021-08</c:v>
                </c:pt>
                <c:pt idx="324">
                  <c:v>2021-09</c:v>
                </c:pt>
                <c:pt idx="325">
                  <c:v>2021-09</c:v>
                </c:pt>
                <c:pt idx="326">
                  <c:v>2021-09</c:v>
                </c:pt>
                <c:pt idx="327">
                  <c:v>2021-09</c:v>
                </c:pt>
                <c:pt idx="328">
                  <c:v>2021-10</c:v>
                </c:pt>
                <c:pt idx="329">
                  <c:v>2021-10</c:v>
                </c:pt>
                <c:pt idx="330">
                  <c:v>2021-10</c:v>
                </c:pt>
                <c:pt idx="331">
                  <c:v>2021-10</c:v>
                </c:pt>
                <c:pt idx="332">
                  <c:v>2021-10</c:v>
                </c:pt>
                <c:pt idx="333">
                  <c:v>2021-11</c:v>
                </c:pt>
                <c:pt idx="334">
                  <c:v>2021-11</c:v>
                </c:pt>
                <c:pt idx="335">
                  <c:v>2021-11</c:v>
                </c:pt>
                <c:pt idx="336">
                  <c:v>2021-11</c:v>
                </c:pt>
                <c:pt idx="337">
                  <c:v>2021-12</c:v>
                </c:pt>
                <c:pt idx="338">
                  <c:v>2021-12</c:v>
                </c:pt>
                <c:pt idx="339">
                  <c:v>2021-12</c:v>
                </c:pt>
                <c:pt idx="340">
                  <c:v>2021-12</c:v>
                </c:pt>
                <c:pt idx="341">
                  <c:v>2021-12</c:v>
                </c:pt>
                <c:pt idx="342">
                  <c:v>2022-01</c:v>
                </c:pt>
                <c:pt idx="343">
                  <c:v>2022-01</c:v>
                </c:pt>
                <c:pt idx="344">
                  <c:v>2022-01</c:v>
                </c:pt>
                <c:pt idx="345">
                  <c:v>2022-01</c:v>
                </c:pt>
                <c:pt idx="346">
                  <c:v>2022-02</c:v>
                </c:pt>
                <c:pt idx="347">
                  <c:v>2022-02</c:v>
                </c:pt>
                <c:pt idx="348">
                  <c:v>2022-02</c:v>
                </c:pt>
                <c:pt idx="349">
                  <c:v>2022-02</c:v>
                </c:pt>
                <c:pt idx="350">
                  <c:v>2022-03</c:v>
                </c:pt>
                <c:pt idx="351">
                  <c:v>2022-03</c:v>
                </c:pt>
                <c:pt idx="352">
                  <c:v>2022-03</c:v>
                </c:pt>
                <c:pt idx="353">
                  <c:v>2022-03</c:v>
                </c:pt>
                <c:pt idx="354">
                  <c:v>2022-04</c:v>
                </c:pt>
                <c:pt idx="355">
                  <c:v>2022-04</c:v>
                </c:pt>
                <c:pt idx="356">
                  <c:v>2022-04</c:v>
                </c:pt>
                <c:pt idx="357">
                  <c:v>2022-04</c:v>
                </c:pt>
                <c:pt idx="358">
                  <c:v>2022-04</c:v>
                </c:pt>
                <c:pt idx="359">
                  <c:v>2022-05</c:v>
                </c:pt>
                <c:pt idx="360">
                  <c:v>2022-05</c:v>
                </c:pt>
                <c:pt idx="361">
                  <c:v>2022-05</c:v>
                </c:pt>
                <c:pt idx="362">
                  <c:v>2022-05</c:v>
                </c:pt>
                <c:pt idx="363">
                  <c:v>2022-06</c:v>
                </c:pt>
                <c:pt idx="364">
                  <c:v>2022-06</c:v>
                </c:pt>
                <c:pt idx="365">
                  <c:v>2022-06</c:v>
                </c:pt>
                <c:pt idx="366">
                  <c:v>2022-06</c:v>
                </c:pt>
                <c:pt idx="367">
                  <c:v>2022-07</c:v>
                </c:pt>
                <c:pt idx="368">
                  <c:v>2022-07</c:v>
                </c:pt>
                <c:pt idx="369">
                  <c:v>2022-07</c:v>
                </c:pt>
                <c:pt idx="370">
                  <c:v>2022-07</c:v>
                </c:pt>
                <c:pt idx="371">
                  <c:v>2022-07</c:v>
                </c:pt>
                <c:pt idx="372">
                  <c:v>2022-08</c:v>
                </c:pt>
                <c:pt idx="373">
                  <c:v>2022-08</c:v>
                </c:pt>
                <c:pt idx="374">
                  <c:v>2022-08</c:v>
                </c:pt>
                <c:pt idx="375">
                  <c:v>2022-08</c:v>
                </c:pt>
                <c:pt idx="376">
                  <c:v>2022-09</c:v>
                </c:pt>
                <c:pt idx="377">
                  <c:v>2022-09</c:v>
                </c:pt>
                <c:pt idx="378">
                  <c:v>2022-09</c:v>
                </c:pt>
                <c:pt idx="379">
                  <c:v>2022-09</c:v>
                </c:pt>
                <c:pt idx="380">
                  <c:v>2022-09</c:v>
                </c:pt>
                <c:pt idx="381">
                  <c:v>2022-10</c:v>
                </c:pt>
                <c:pt idx="382">
                  <c:v>2022-10</c:v>
                </c:pt>
                <c:pt idx="383">
                  <c:v>2022-10</c:v>
                </c:pt>
                <c:pt idx="384">
                  <c:v>2022-10</c:v>
                </c:pt>
                <c:pt idx="385">
                  <c:v>2022-11</c:v>
                </c:pt>
                <c:pt idx="386">
                  <c:v>2022-11</c:v>
                </c:pt>
                <c:pt idx="387">
                  <c:v>2022-11</c:v>
                </c:pt>
                <c:pt idx="388">
                  <c:v>2022-11</c:v>
                </c:pt>
                <c:pt idx="389">
                  <c:v>2022-12</c:v>
                </c:pt>
                <c:pt idx="390">
                  <c:v>2022-12</c:v>
                </c:pt>
                <c:pt idx="391">
                  <c:v>2022-12</c:v>
                </c:pt>
                <c:pt idx="392">
                  <c:v>2022-12</c:v>
                </c:pt>
                <c:pt idx="393">
                  <c:v>2022-12</c:v>
                </c:pt>
                <c:pt idx="394">
                  <c:v>2023-01</c:v>
                </c:pt>
                <c:pt idx="395">
                  <c:v>2023-01</c:v>
                </c:pt>
                <c:pt idx="396">
                  <c:v>2023-01</c:v>
                </c:pt>
                <c:pt idx="397">
                  <c:v>2023-01</c:v>
                </c:pt>
                <c:pt idx="398">
                  <c:v>2023-02</c:v>
                </c:pt>
                <c:pt idx="399">
                  <c:v>2023-02</c:v>
                </c:pt>
                <c:pt idx="400">
                  <c:v>2023-02</c:v>
                </c:pt>
                <c:pt idx="401">
                  <c:v>2023-02</c:v>
                </c:pt>
                <c:pt idx="402">
                  <c:v>2023-03</c:v>
                </c:pt>
                <c:pt idx="403">
                  <c:v>2023-03</c:v>
                </c:pt>
                <c:pt idx="404">
                  <c:v>2023-03</c:v>
                </c:pt>
                <c:pt idx="405">
                  <c:v>2023-03</c:v>
                </c:pt>
                <c:pt idx="406">
                  <c:v>2023-03</c:v>
                </c:pt>
                <c:pt idx="407">
                  <c:v>2023-04</c:v>
                </c:pt>
                <c:pt idx="408">
                  <c:v>2023-04</c:v>
                </c:pt>
                <c:pt idx="409">
                  <c:v>2023-04</c:v>
                </c:pt>
                <c:pt idx="410">
                  <c:v>2023-04</c:v>
                </c:pt>
                <c:pt idx="411">
                  <c:v>2023-05</c:v>
                </c:pt>
                <c:pt idx="412">
                  <c:v>2023-05</c:v>
                </c:pt>
                <c:pt idx="413">
                  <c:v>2023-05</c:v>
                </c:pt>
                <c:pt idx="414">
                  <c:v>2023-05</c:v>
                </c:pt>
                <c:pt idx="415">
                  <c:v>2023-06</c:v>
                </c:pt>
                <c:pt idx="416">
                  <c:v>2023-06</c:v>
                </c:pt>
                <c:pt idx="417">
                  <c:v>2023-06</c:v>
                </c:pt>
                <c:pt idx="418">
                  <c:v>2023-06</c:v>
                </c:pt>
                <c:pt idx="419">
                  <c:v>2023-06</c:v>
                </c:pt>
                <c:pt idx="420">
                  <c:v>2023-07</c:v>
                </c:pt>
                <c:pt idx="421">
                  <c:v>2023-07</c:v>
                </c:pt>
                <c:pt idx="422">
                  <c:v>2023-07</c:v>
                </c:pt>
                <c:pt idx="423">
                  <c:v>2023-07</c:v>
                </c:pt>
                <c:pt idx="424">
                  <c:v>2023-08</c:v>
                </c:pt>
                <c:pt idx="425">
                  <c:v>2023-08</c:v>
                </c:pt>
                <c:pt idx="426">
                  <c:v>2023-08</c:v>
                </c:pt>
                <c:pt idx="427">
                  <c:v>2023-08</c:v>
                </c:pt>
                <c:pt idx="428">
                  <c:v>2023-09</c:v>
                </c:pt>
                <c:pt idx="429">
                  <c:v>2023-09</c:v>
                </c:pt>
                <c:pt idx="430">
                  <c:v>2023-09</c:v>
                </c:pt>
                <c:pt idx="431">
                  <c:v>2023-09</c:v>
                </c:pt>
                <c:pt idx="432">
                  <c:v>2023-09</c:v>
                </c:pt>
                <c:pt idx="433">
                  <c:v>2023-10</c:v>
                </c:pt>
                <c:pt idx="434">
                  <c:v>2023-10</c:v>
                </c:pt>
                <c:pt idx="435">
                  <c:v>2023-10</c:v>
                </c:pt>
                <c:pt idx="436">
                  <c:v>2023-10</c:v>
                </c:pt>
                <c:pt idx="437">
                  <c:v>2023-11</c:v>
                </c:pt>
                <c:pt idx="438">
                  <c:v>2023-11</c:v>
                </c:pt>
                <c:pt idx="439">
                  <c:v>2023-11</c:v>
                </c:pt>
                <c:pt idx="440">
                  <c:v>2023-11</c:v>
                </c:pt>
                <c:pt idx="441">
                  <c:v>2023-12</c:v>
                </c:pt>
                <c:pt idx="442">
                  <c:v>2023-12</c:v>
                </c:pt>
                <c:pt idx="443">
                  <c:v>2023-12</c:v>
                </c:pt>
                <c:pt idx="444">
                  <c:v>2023-12</c:v>
                </c:pt>
                <c:pt idx="445">
                  <c:v>2023-12</c:v>
                </c:pt>
                <c:pt idx="446">
                  <c:v>2024-01</c:v>
                </c:pt>
                <c:pt idx="447">
                  <c:v>2024-01</c:v>
                </c:pt>
                <c:pt idx="448">
                  <c:v>2024-01</c:v>
                </c:pt>
                <c:pt idx="449">
                  <c:v>2024-01</c:v>
                </c:pt>
                <c:pt idx="450">
                  <c:v>2024-02</c:v>
                </c:pt>
                <c:pt idx="451">
                  <c:v>2024-02</c:v>
                </c:pt>
                <c:pt idx="452">
                  <c:v>2024-02</c:v>
                </c:pt>
                <c:pt idx="453">
                  <c:v>2024-02</c:v>
                </c:pt>
                <c:pt idx="454">
                  <c:v>2024-03</c:v>
                </c:pt>
                <c:pt idx="455">
                  <c:v>2024-03</c:v>
                </c:pt>
                <c:pt idx="456">
                  <c:v>2024-03</c:v>
                </c:pt>
                <c:pt idx="457">
                  <c:v>2024-03</c:v>
                </c:pt>
                <c:pt idx="458">
                  <c:v>2024-03</c:v>
                </c:pt>
                <c:pt idx="459">
                  <c:v>2024-04</c:v>
                </c:pt>
                <c:pt idx="460">
                  <c:v>2024-04</c:v>
                </c:pt>
                <c:pt idx="461">
                  <c:v>2024-04</c:v>
                </c:pt>
                <c:pt idx="462">
                  <c:v>2024-04</c:v>
                </c:pt>
                <c:pt idx="463">
                  <c:v>2024-05</c:v>
                </c:pt>
                <c:pt idx="464">
                  <c:v>2024-05</c:v>
                </c:pt>
                <c:pt idx="465">
                  <c:v>2024-05</c:v>
                </c:pt>
                <c:pt idx="466">
                  <c:v>2024-05</c:v>
                </c:pt>
                <c:pt idx="467">
                  <c:v>2024-05</c:v>
                </c:pt>
                <c:pt idx="468">
                  <c:v>2024-06</c:v>
                </c:pt>
                <c:pt idx="469">
                  <c:v>2024-06</c:v>
                </c:pt>
                <c:pt idx="470">
                  <c:v>2024-06</c:v>
                </c:pt>
                <c:pt idx="471">
                  <c:v>2024-06</c:v>
                </c:pt>
                <c:pt idx="472">
                  <c:v>2024-07</c:v>
                </c:pt>
                <c:pt idx="473">
                  <c:v>2024-07</c:v>
                </c:pt>
                <c:pt idx="474">
                  <c:v>2024-07</c:v>
                </c:pt>
                <c:pt idx="475">
                  <c:v>2024-07</c:v>
                </c:pt>
                <c:pt idx="476">
                  <c:v>2024-08</c:v>
                </c:pt>
                <c:pt idx="477">
                  <c:v>2024-08</c:v>
                </c:pt>
                <c:pt idx="478">
                  <c:v>2024-08</c:v>
                </c:pt>
                <c:pt idx="479">
                  <c:v>2024-08</c:v>
                </c:pt>
                <c:pt idx="480">
                  <c:v>2024-08</c:v>
                </c:pt>
                <c:pt idx="481">
                  <c:v>2024-09</c:v>
                </c:pt>
                <c:pt idx="482">
                  <c:v>2024-09</c:v>
                </c:pt>
                <c:pt idx="483">
                  <c:v>2024-09</c:v>
                </c:pt>
                <c:pt idx="484">
                  <c:v>2024-09</c:v>
                </c:pt>
                <c:pt idx="485">
                  <c:v>2024-10</c:v>
                </c:pt>
                <c:pt idx="486">
                  <c:v>2024-10</c:v>
                </c:pt>
                <c:pt idx="487">
                  <c:v>2024-10</c:v>
                </c:pt>
                <c:pt idx="488">
                  <c:v>2024-10</c:v>
                </c:pt>
                <c:pt idx="489">
                  <c:v>2024-11</c:v>
                </c:pt>
                <c:pt idx="490">
                  <c:v>2024-11</c:v>
                </c:pt>
                <c:pt idx="491">
                  <c:v>2024-11</c:v>
                </c:pt>
                <c:pt idx="492">
                  <c:v>2024-11</c:v>
                </c:pt>
                <c:pt idx="493">
                  <c:v>2024-11</c:v>
                </c:pt>
                <c:pt idx="494">
                  <c:v>2024-12</c:v>
                </c:pt>
                <c:pt idx="495">
                  <c:v>2024-12</c:v>
                </c:pt>
                <c:pt idx="496">
                  <c:v>2024-12</c:v>
                </c:pt>
                <c:pt idx="497">
                  <c:v>2024-12</c:v>
                </c:pt>
                <c:pt idx="498">
                  <c:v>2025-01</c:v>
                </c:pt>
                <c:pt idx="499">
                  <c:v>2025-01</c:v>
                </c:pt>
                <c:pt idx="500">
                  <c:v>2025-01</c:v>
                </c:pt>
                <c:pt idx="501">
                  <c:v>2025-01</c:v>
                </c:pt>
                <c:pt idx="502">
                  <c:v>2025-01</c:v>
                </c:pt>
                <c:pt idx="503">
                  <c:v>2025-02</c:v>
                </c:pt>
                <c:pt idx="504">
                  <c:v>2025-02</c:v>
                </c:pt>
                <c:pt idx="505">
                  <c:v>2025-02</c:v>
                </c:pt>
                <c:pt idx="506">
                  <c:v>2025-02</c:v>
                </c:pt>
                <c:pt idx="507">
                  <c:v>2025-03</c:v>
                </c:pt>
                <c:pt idx="508">
                  <c:v>2025-03</c:v>
                </c:pt>
                <c:pt idx="509">
                  <c:v>2025-03</c:v>
                </c:pt>
                <c:pt idx="510">
                  <c:v>2025-03</c:v>
                </c:pt>
                <c:pt idx="511">
                  <c:v>2025-04</c:v>
                </c:pt>
                <c:pt idx="512">
                  <c:v>2025-04</c:v>
                </c:pt>
                <c:pt idx="513">
                  <c:v>2025-04</c:v>
                </c:pt>
                <c:pt idx="514">
                  <c:v>2025-04</c:v>
                </c:pt>
                <c:pt idx="515">
                  <c:v>2025-05</c:v>
                </c:pt>
                <c:pt idx="516">
                  <c:v>2025-05</c:v>
                </c:pt>
                <c:pt idx="517">
                  <c:v>2025-05</c:v>
                </c:pt>
                <c:pt idx="518">
                  <c:v>2025-05</c:v>
                </c:pt>
                <c:pt idx="519">
                  <c:v>2025-05</c:v>
                </c:pt>
                <c:pt idx="520">
                  <c:v>2025-06</c:v>
                </c:pt>
                <c:pt idx="521">
                  <c:v>2025-06</c:v>
                </c:pt>
                <c:pt idx="522">
                  <c:v>2025-06</c:v>
                </c:pt>
                <c:pt idx="523">
                  <c:v>2025-06</c:v>
                </c:pt>
                <c:pt idx="524">
                  <c:v>2025-07</c:v>
                </c:pt>
                <c:pt idx="525">
                  <c:v>2025-07</c:v>
                </c:pt>
                <c:pt idx="526">
                  <c:v>2025-07</c:v>
                </c:pt>
                <c:pt idx="527">
                  <c:v>2025-07</c:v>
                </c:pt>
                <c:pt idx="528">
                  <c:v>2025-08</c:v>
                </c:pt>
                <c:pt idx="529">
                  <c:v>2025-08</c:v>
                </c:pt>
                <c:pt idx="530">
                  <c:v>2025-08</c:v>
                </c:pt>
                <c:pt idx="531">
                  <c:v>2025-08</c:v>
                </c:pt>
                <c:pt idx="532">
                  <c:v>2025-08</c:v>
                </c:pt>
                <c:pt idx="533">
                  <c:v>2025-09</c:v>
                </c:pt>
                <c:pt idx="534">
                  <c:v>2025-09</c:v>
                </c:pt>
                <c:pt idx="535">
                  <c:v>2025-09</c:v>
                </c:pt>
                <c:pt idx="536">
                  <c:v>2025-09</c:v>
                </c:pt>
                <c:pt idx="537">
                  <c:v>2025-10</c:v>
                </c:pt>
                <c:pt idx="538">
                  <c:v>2025-10</c:v>
                </c:pt>
                <c:pt idx="539">
                  <c:v>2025-10</c:v>
                </c:pt>
                <c:pt idx="540">
                  <c:v>2025-10</c:v>
                </c:pt>
                <c:pt idx="541">
                  <c:v>2025-10</c:v>
                </c:pt>
                <c:pt idx="542">
                  <c:v>2025-11</c:v>
                </c:pt>
                <c:pt idx="543">
                  <c:v>2025-11</c:v>
                </c:pt>
                <c:pt idx="544">
                  <c:v>2025-11</c:v>
                </c:pt>
                <c:pt idx="545">
                  <c:v>2025-11</c:v>
                </c:pt>
                <c:pt idx="546">
                  <c:v>2025-12</c:v>
                </c:pt>
                <c:pt idx="547">
                  <c:v>2025-12</c:v>
                </c:pt>
                <c:pt idx="548">
                  <c:v>2025-12</c:v>
                </c:pt>
                <c:pt idx="549">
                  <c:v>2025-12</c:v>
                </c:pt>
                <c:pt idx="550">
                  <c:v>2026-01</c:v>
                </c:pt>
                <c:pt idx="551">
                  <c:v>2026-01</c:v>
                </c:pt>
                <c:pt idx="552">
                  <c:v>2026-01</c:v>
                </c:pt>
                <c:pt idx="553">
                  <c:v>2026-01</c:v>
                </c:pt>
                <c:pt idx="554">
                  <c:v>2026-01</c:v>
                </c:pt>
                <c:pt idx="555">
                  <c:v>2026-02</c:v>
                </c:pt>
                <c:pt idx="556">
                  <c:v>2026-02</c:v>
                </c:pt>
                <c:pt idx="557">
                  <c:v>2026-02</c:v>
                </c:pt>
                <c:pt idx="558">
                  <c:v>2026-02</c:v>
                </c:pt>
                <c:pt idx="559">
                  <c:v>2026-03</c:v>
                </c:pt>
                <c:pt idx="560">
                  <c:v>2026-03</c:v>
                </c:pt>
                <c:pt idx="561">
                  <c:v>2026-03</c:v>
                </c:pt>
                <c:pt idx="562">
                  <c:v>2026-03</c:v>
                </c:pt>
                <c:pt idx="563">
                  <c:v>2026-04</c:v>
                </c:pt>
                <c:pt idx="564">
                  <c:v>2026-04</c:v>
                </c:pt>
                <c:pt idx="565">
                  <c:v>2026-04</c:v>
                </c:pt>
                <c:pt idx="566">
                  <c:v>2026-04</c:v>
                </c:pt>
                <c:pt idx="567">
                  <c:v>2026-05</c:v>
                </c:pt>
                <c:pt idx="568">
                  <c:v>2026-05</c:v>
                </c:pt>
                <c:pt idx="569">
                  <c:v>2026-05</c:v>
                </c:pt>
                <c:pt idx="570">
                  <c:v>2026-05</c:v>
                </c:pt>
                <c:pt idx="571">
                  <c:v>2026-05</c:v>
                </c:pt>
                <c:pt idx="572">
                  <c:v>2026-06</c:v>
                </c:pt>
                <c:pt idx="573">
                  <c:v>2026-06</c:v>
                </c:pt>
                <c:pt idx="574">
                  <c:v>2026-06</c:v>
                </c:pt>
                <c:pt idx="575">
                  <c:v>2026-06</c:v>
                </c:pt>
                <c:pt idx="576">
                  <c:v>2026-07</c:v>
                </c:pt>
                <c:pt idx="577">
                  <c:v>2026-07</c:v>
                </c:pt>
                <c:pt idx="578">
                  <c:v>2026-07</c:v>
                </c:pt>
                <c:pt idx="579">
                  <c:v>2026-07</c:v>
                </c:pt>
                <c:pt idx="580">
                  <c:v>2026-07</c:v>
                </c:pt>
                <c:pt idx="581">
                  <c:v>2026-08</c:v>
                </c:pt>
                <c:pt idx="582">
                  <c:v>2026-08</c:v>
                </c:pt>
              </c:strCache>
            </c:strRef>
          </c:cat>
          <c:val>
            <c:numRef>
              <c:f>Sheet1!$C$2:$C$584</c:f>
              <c:numCache>
                <c:formatCode>0.0</c:formatCode>
                <c:ptCount val="583"/>
                <c:pt idx="0">
                  <c:v>1.5</c:v>
                </c:pt>
                <c:pt idx="1">
                  <c:v>1.5</c:v>
                </c:pt>
                <c:pt idx="2">
                  <c:v>1.5</c:v>
                </c:pt>
                <c:pt idx="3">
                  <c:v>1.5</c:v>
                </c:pt>
                <c:pt idx="4">
                  <c:v>1.5</c:v>
                </c:pt>
                <c:pt idx="5">
                  <c:v>1.5</c:v>
                </c:pt>
                <c:pt idx="6">
                  <c:v>1.5</c:v>
                </c:pt>
                <c:pt idx="7">
                  <c:v>1.5</c:v>
                </c:pt>
                <c:pt idx="8">
                  <c:v>1.5</c:v>
                </c:pt>
                <c:pt idx="9">
                  <c:v>1.5</c:v>
                </c:pt>
                <c:pt idx="10">
                  <c:v>1.5</c:v>
                </c:pt>
                <c:pt idx="11">
                  <c:v>1.5</c:v>
                </c:pt>
                <c:pt idx="12">
                  <c:v>1.5</c:v>
                </c:pt>
                <c:pt idx="13">
                  <c:v>1.5</c:v>
                </c:pt>
                <c:pt idx="14">
                  <c:v>1.5</c:v>
                </c:pt>
                <c:pt idx="15">
                  <c:v>1.5</c:v>
                </c:pt>
                <c:pt idx="16">
                  <c:v>1.5</c:v>
                </c:pt>
                <c:pt idx="17">
                  <c:v>1.5</c:v>
                </c:pt>
                <c:pt idx="18">
                  <c:v>1.5</c:v>
                </c:pt>
                <c:pt idx="19">
                  <c:v>1.5</c:v>
                </c:pt>
                <c:pt idx="20">
                  <c:v>1.5</c:v>
                </c:pt>
                <c:pt idx="21">
                  <c:v>1.5</c:v>
                </c:pt>
                <c:pt idx="22">
                  <c:v>1.5</c:v>
                </c:pt>
                <c:pt idx="23">
                  <c:v>1.5</c:v>
                </c:pt>
                <c:pt idx="24">
                  <c:v>1.5</c:v>
                </c:pt>
                <c:pt idx="25">
                  <c:v>1.5</c:v>
                </c:pt>
                <c:pt idx="26">
                  <c:v>1.5</c:v>
                </c:pt>
                <c:pt idx="27">
                  <c:v>1.5</c:v>
                </c:pt>
                <c:pt idx="28">
                  <c:v>1.5</c:v>
                </c:pt>
                <c:pt idx="29">
                  <c:v>1.5</c:v>
                </c:pt>
                <c:pt idx="30">
                  <c:v>1.5</c:v>
                </c:pt>
                <c:pt idx="31">
                  <c:v>1.5</c:v>
                </c:pt>
                <c:pt idx="32">
                  <c:v>1.5</c:v>
                </c:pt>
                <c:pt idx="33">
                  <c:v>1.5</c:v>
                </c:pt>
                <c:pt idx="34">
                  <c:v>1.5</c:v>
                </c:pt>
                <c:pt idx="35">
                  <c:v>1.5</c:v>
                </c:pt>
                <c:pt idx="36">
                  <c:v>1.5</c:v>
                </c:pt>
                <c:pt idx="37">
                  <c:v>1.5</c:v>
                </c:pt>
                <c:pt idx="38">
                  <c:v>1.5</c:v>
                </c:pt>
                <c:pt idx="39">
                  <c:v>1.5</c:v>
                </c:pt>
                <c:pt idx="40">
                  <c:v>1.5</c:v>
                </c:pt>
                <c:pt idx="41">
                  <c:v>1.5</c:v>
                </c:pt>
                <c:pt idx="42">
                  <c:v>1.5</c:v>
                </c:pt>
                <c:pt idx="43">
                  <c:v>1.5</c:v>
                </c:pt>
                <c:pt idx="44">
                  <c:v>1.5</c:v>
                </c:pt>
                <c:pt idx="45">
                  <c:v>1.5</c:v>
                </c:pt>
                <c:pt idx="46">
                  <c:v>1.5</c:v>
                </c:pt>
                <c:pt idx="47">
                  <c:v>1.5</c:v>
                </c:pt>
                <c:pt idx="48">
                  <c:v>1.5</c:v>
                </c:pt>
                <c:pt idx="49">
                  <c:v>1.5</c:v>
                </c:pt>
                <c:pt idx="50">
                  <c:v>1.5</c:v>
                </c:pt>
                <c:pt idx="51">
                  <c:v>1.5</c:v>
                </c:pt>
                <c:pt idx="52">
                  <c:v>1.5</c:v>
                </c:pt>
                <c:pt idx="53">
                  <c:v>1.5</c:v>
                </c:pt>
                <c:pt idx="54">
                  <c:v>1.5</c:v>
                </c:pt>
                <c:pt idx="55">
                  <c:v>1.5</c:v>
                </c:pt>
                <c:pt idx="56">
                  <c:v>1.5</c:v>
                </c:pt>
                <c:pt idx="57">
                  <c:v>1.5</c:v>
                </c:pt>
                <c:pt idx="58">
                  <c:v>1.5</c:v>
                </c:pt>
                <c:pt idx="59">
                  <c:v>1.5</c:v>
                </c:pt>
                <c:pt idx="60">
                  <c:v>1.5</c:v>
                </c:pt>
                <c:pt idx="61">
                  <c:v>1.5</c:v>
                </c:pt>
                <c:pt idx="62">
                  <c:v>1.5</c:v>
                </c:pt>
                <c:pt idx="63">
                  <c:v>1.5</c:v>
                </c:pt>
                <c:pt idx="64">
                  <c:v>1.5</c:v>
                </c:pt>
                <c:pt idx="65">
                  <c:v>1.5</c:v>
                </c:pt>
                <c:pt idx="66">
                  <c:v>1.5</c:v>
                </c:pt>
                <c:pt idx="67">
                  <c:v>1.5</c:v>
                </c:pt>
                <c:pt idx="68">
                  <c:v>1.5</c:v>
                </c:pt>
                <c:pt idx="69">
                  <c:v>1.5</c:v>
                </c:pt>
                <c:pt idx="70">
                  <c:v>1.5</c:v>
                </c:pt>
                <c:pt idx="71">
                  <c:v>1.5</c:v>
                </c:pt>
                <c:pt idx="72">
                  <c:v>1.5</c:v>
                </c:pt>
                <c:pt idx="73">
                  <c:v>1.5</c:v>
                </c:pt>
                <c:pt idx="74">
                  <c:v>1.5</c:v>
                </c:pt>
                <c:pt idx="75">
                  <c:v>1.5</c:v>
                </c:pt>
                <c:pt idx="76">
                  <c:v>1.5</c:v>
                </c:pt>
                <c:pt idx="77">
                  <c:v>1.5</c:v>
                </c:pt>
                <c:pt idx="78">
                  <c:v>1.5</c:v>
                </c:pt>
                <c:pt idx="79">
                  <c:v>1.5</c:v>
                </c:pt>
                <c:pt idx="80">
                  <c:v>1.5</c:v>
                </c:pt>
                <c:pt idx="81">
                  <c:v>1.5</c:v>
                </c:pt>
                <c:pt idx="82">
                  <c:v>1.5</c:v>
                </c:pt>
                <c:pt idx="83">
                  <c:v>1.5</c:v>
                </c:pt>
                <c:pt idx="84">
                  <c:v>1.5</c:v>
                </c:pt>
                <c:pt idx="85">
                  <c:v>1.5</c:v>
                </c:pt>
                <c:pt idx="86">
                  <c:v>1.5</c:v>
                </c:pt>
                <c:pt idx="87">
                  <c:v>1.5</c:v>
                </c:pt>
                <c:pt idx="88">
                  <c:v>1.5</c:v>
                </c:pt>
                <c:pt idx="89">
                  <c:v>1.5</c:v>
                </c:pt>
                <c:pt idx="90">
                  <c:v>1.5</c:v>
                </c:pt>
                <c:pt idx="91">
                  <c:v>1.5</c:v>
                </c:pt>
                <c:pt idx="92">
                  <c:v>1.5</c:v>
                </c:pt>
                <c:pt idx="93">
                  <c:v>1.5</c:v>
                </c:pt>
                <c:pt idx="94">
                  <c:v>1.5</c:v>
                </c:pt>
                <c:pt idx="95">
                  <c:v>1.5</c:v>
                </c:pt>
                <c:pt idx="96">
                  <c:v>1.5</c:v>
                </c:pt>
                <c:pt idx="97">
                  <c:v>1.5</c:v>
                </c:pt>
                <c:pt idx="98">
                  <c:v>1.5</c:v>
                </c:pt>
                <c:pt idx="99">
                  <c:v>1.5</c:v>
                </c:pt>
                <c:pt idx="100">
                  <c:v>1.5</c:v>
                </c:pt>
                <c:pt idx="101">
                  <c:v>1.5</c:v>
                </c:pt>
                <c:pt idx="102">
                  <c:v>1.5</c:v>
                </c:pt>
                <c:pt idx="103">
                  <c:v>1.5</c:v>
                </c:pt>
                <c:pt idx="104">
                  <c:v>1.5</c:v>
                </c:pt>
                <c:pt idx="105">
                  <c:v>1.5</c:v>
                </c:pt>
                <c:pt idx="106">
                  <c:v>1.5</c:v>
                </c:pt>
                <c:pt idx="107">
                  <c:v>1.5</c:v>
                </c:pt>
                <c:pt idx="108">
                  <c:v>1.5</c:v>
                </c:pt>
                <c:pt idx="109">
                  <c:v>1.5</c:v>
                </c:pt>
                <c:pt idx="110">
                  <c:v>1.5</c:v>
                </c:pt>
                <c:pt idx="111">
                  <c:v>1.5</c:v>
                </c:pt>
                <c:pt idx="112">
                  <c:v>1.5</c:v>
                </c:pt>
                <c:pt idx="113">
                  <c:v>1.5</c:v>
                </c:pt>
                <c:pt idx="114">
                  <c:v>1.5</c:v>
                </c:pt>
                <c:pt idx="115">
                  <c:v>1.5</c:v>
                </c:pt>
                <c:pt idx="116">
                  <c:v>1.5</c:v>
                </c:pt>
                <c:pt idx="117">
                  <c:v>1.5</c:v>
                </c:pt>
                <c:pt idx="118">
                  <c:v>1.5</c:v>
                </c:pt>
                <c:pt idx="119">
                  <c:v>1.5</c:v>
                </c:pt>
                <c:pt idx="120">
                  <c:v>1.5</c:v>
                </c:pt>
                <c:pt idx="121">
                  <c:v>1.5</c:v>
                </c:pt>
                <c:pt idx="122">
                  <c:v>1.5</c:v>
                </c:pt>
                <c:pt idx="123">
                  <c:v>1.5</c:v>
                </c:pt>
                <c:pt idx="124">
                  <c:v>1.5</c:v>
                </c:pt>
                <c:pt idx="125">
                  <c:v>1.5</c:v>
                </c:pt>
                <c:pt idx="126">
                  <c:v>1.5</c:v>
                </c:pt>
                <c:pt idx="127">
                  <c:v>1.5</c:v>
                </c:pt>
                <c:pt idx="128">
                  <c:v>1.5</c:v>
                </c:pt>
                <c:pt idx="129">
                  <c:v>1.5</c:v>
                </c:pt>
                <c:pt idx="130">
                  <c:v>1.5</c:v>
                </c:pt>
                <c:pt idx="131">
                  <c:v>1.5</c:v>
                </c:pt>
                <c:pt idx="132">
                  <c:v>1.5</c:v>
                </c:pt>
                <c:pt idx="133">
                  <c:v>1.5</c:v>
                </c:pt>
                <c:pt idx="134">
                  <c:v>1.5</c:v>
                </c:pt>
                <c:pt idx="135">
                  <c:v>1.5</c:v>
                </c:pt>
                <c:pt idx="136">
                  <c:v>1.5</c:v>
                </c:pt>
                <c:pt idx="137">
                  <c:v>1.5</c:v>
                </c:pt>
                <c:pt idx="138">
                  <c:v>1.5</c:v>
                </c:pt>
                <c:pt idx="139">
                  <c:v>1.5</c:v>
                </c:pt>
                <c:pt idx="140">
                  <c:v>1.5</c:v>
                </c:pt>
                <c:pt idx="141">
                  <c:v>1.5</c:v>
                </c:pt>
                <c:pt idx="142">
                  <c:v>1.5</c:v>
                </c:pt>
                <c:pt idx="143">
                  <c:v>1.5</c:v>
                </c:pt>
                <c:pt idx="144">
                  <c:v>1.5</c:v>
                </c:pt>
                <c:pt idx="145">
                  <c:v>1.5</c:v>
                </c:pt>
                <c:pt idx="146">
                  <c:v>1.5</c:v>
                </c:pt>
                <c:pt idx="147">
                  <c:v>1.5</c:v>
                </c:pt>
                <c:pt idx="148">
                  <c:v>1.5</c:v>
                </c:pt>
                <c:pt idx="149">
                  <c:v>1.5</c:v>
                </c:pt>
                <c:pt idx="150">
                  <c:v>1.5</c:v>
                </c:pt>
                <c:pt idx="151">
                  <c:v>1.5</c:v>
                </c:pt>
                <c:pt idx="152">
                  <c:v>1.5</c:v>
                </c:pt>
                <c:pt idx="153">
                  <c:v>1.5</c:v>
                </c:pt>
                <c:pt idx="154">
                  <c:v>1.5</c:v>
                </c:pt>
                <c:pt idx="155">
                  <c:v>1.5</c:v>
                </c:pt>
                <c:pt idx="156">
                  <c:v>1.5</c:v>
                </c:pt>
                <c:pt idx="157">
                  <c:v>1.5</c:v>
                </c:pt>
                <c:pt idx="158">
                  <c:v>1.5</c:v>
                </c:pt>
                <c:pt idx="159">
                  <c:v>1.5</c:v>
                </c:pt>
                <c:pt idx="160">
                  <c:v>1.5</c:v>
                </c:pt>
                <c:pt idx="161">
                  <c:v>1.5</c:v>
                </c:pt>
                <c:pt idx="162">
                  <c:v>1.5</c:v>
                </c:pt>
                <c:pt idx="163">
                  <c:v>1.5</c:v>
                </c:pt>
                <c:pt idx="164">
                  <c:v>1.5</c:v>
                </c:pt>
                <c:pt idx="165">
                  <c:v>1.5</c:v>
                </c:pt>
                <c:pt idx="166">
                  <c:v>1.5</c:v>
                </c:pt>
                <c:pt idx="167">
                  <c:v>1.5</c:v>
                </c:pt>
                <c:pt idx="168">
                  <c:v>1.5</c:v>
                </c:pt>
                <c:pt idx="169">
                  <c:v>1.5</c:v>
                </c:pt>
                <c:pt idx="170">
                  <c:v>1.5</c:v>
                </c:pt>
                <c:pt idx="171">
                  <c:v>1.5</c:v>
                </c:pt>
                <c:pt idx="172">
                  <c:v>1.5</c:v>
                </c:pt>
                <c:pt idx="173">
                  <c:v>1.5</c:v>
                </c:pt>
                <c:pt idx="174">
                  <c:v>1.5</c:v>
                </c:pt>
                <c:pt idx="175">
                  <c:v>1.5</c:v>
                </c:pt>
                <c:pt idx="176">
                  <c:v>1.5</c:v>
                </c:pt>
                <c:pt idx="177">
                  <c:v>1.5</c:v>
                </c:pt>
                <c:pt idx="178">
                  <c:v>1.5</c:v>
                </c:pt>
                <c:pt idx="179">
                  <c:v>1.5</c:v>
                </c:pt>
                <c:pt idx="180">
                  <c:v>1.5</c:v>
                </c:pt>
                <c:pt idx="181">
                  <c:v>1.5</c:v>
                </c:pt>
                <c:pt idx="182">
                  <c:v>1.5</c:v>
                </c:pt>
                <c:pt idx="183">
                  <c:v>1.5</c:v>
                </c:pt>
                <c:pt idx="184">
                  <c:v>1.5</c:v>
                </c:pt>
                <c:pt idx="185">
                  <c:v>1.5</c:v>
                </c:pt>
                <c:pt idx="186">
                  <c:v>1.5</c:v>
                </c:pt>
                <c:pt idx="187">
                  <c:v>1.5</c:v>
                </c:pt>
                <c:pt idx="188">
                  <c:v>1.5</c:v>
                </c:pt>
                <c:pt idx="189">
                  <c:v>1.5</c:v>
                </c:pt>
                <c:pt idx="190">
                  <c:v>1.5</c:v>
                </c:pt>
                <c:pt idx="191">
                  <c:v>1.5</c:v>
                </c:pt>
                <c:pt idx="192">
                  <c:v>1.5</c:v>
                </c:pt>
                <c:pt idx="193">
                  <c:v>1.5</c:v>
                </c:pt>
                <c:pt idx="194">
                  <c:v>1.5</c:v>
                </c:pt>
                <c:pt idx="195">
                  <c:v>1.5</c:v>
                </c:pt>
                <c:pt idx="196">
                  <c:v>1.5</c:v>
                </c:pt>
                <c:pt idx="197">
                  <c:v>1.5</c:v>
                </c:pt>
                <c:pt idx="198">
                  <c:v>1.5</c:v>
                </c:pt>
                <c:pt idx="199">
                  <c:v>1.5</c:v>
                </c:pt>
                <c:pt idx="200">
                  <c:v>1.5</c:v>
                </c:pt>
                <c:pt idx="201">
                  <c:v>1.5</c:v>
                </c:pt>
                <c:pt idx="202">
                  <c:v>1.5</c:v>
                </c:pt>
                <c:pt idx="203">
                  <c:v>1.5</c:v>
                </c:pt>
                <c:pt idx="204">
                  <c:v>1.5</c:v>
                </c:pt>
                <c:pt idx="205">
                  <c:v>1.5</c:v>
                </c:pt>
                <c:pt idx="206">
                  <c:v>1.5</c:v>
                </c:pt>
                <c:pt idx="207">
                  <c:v>1.5</c:v>
                </c:pt>
                <c:pt idx="208">
                  <c:v>1.5</c:v>
                </c:pt>
                <c:pt idx="209">
                  <c:v>1.5</c:v>
                </c:pt>
                <c:pt idx="210">
                  <c:v>1.5</c:v>
                </c:pt>
                <c:pt idx="211">
                  <c:v>1.5</c:v>
                </c:pt>
                <c:pt idx="212">
                  <c:v>1.5</c:v>
                </c:pt>
                <c:pt idx="213">
                  <c:v>1.5</c:v>
                </c:pt>
                <c:pt idx="214">
                  <c:v>1.5</c:v>
                </c:pt>
                <c:pt idx="215">
                  <c:v>1.5</c:v>
                </c:pt>
                <c:pt idx="216">
                  <c:v>1.5</c:v>
                </c:pt>
                <c:pt idx="217">
                  <c:v>1.5</c:v>
                </c:pt>
                <c:pt idx="218">
                  <c:v>1.5</c:v>
                </c:pt>
                <c:pt idx="219">
                  <c:v>1.5</c:v>
                </c:pt>
                <c:pt idx="220">
                  <c:v>1.5</c:v>
                </c:pt>
                <c:pt idx="221">
                  <c:v>1.5</c:v>
                </c:pt>
                <c:pt idx="222">
                  <c:v>1.5</c:v>
                </c:pt>
                <c:pt idx="223">
                  <c:v>1.5</c:v>
                </c:pt>
                <c:pt idx="224">
                  <c:v>1.5</c:v>
                </c:pt>
                <c:pt idx="225">
                  <c:v>1.5</c:v>
                </c:pt>
                <c:pt idx="226">
                  <c:v>1.5</c:v>
                </c:pt>
                <c:pt idx="227">
                  <c:v>1.5</c:v>
                </c:pt>
                <c:pt idx="228">
                  <c:v>1.5</c:v>
                </c:pt>
                <c:pt idx="229">
                  <c:v>1.5</c:v>
                </c:pt>
                <c:pt idx="230">
                  <c:v>1.5</c:v>
                </c:pt>
                <c:pt idx="231">
                  <c:v>1.5</c:v>
                </c:pt>
                <c:pt idx="232">
                  <c:v>1.5</c:v>
                </c:pt>
                <c:pt idx="233">
                  <c:v>1.5</c:v>
                </c:pt>
                <c:pt idx="234">
                  <c:v>1.5</c:v>
                </c:pt>
                <c:pt idx="235">
                  <c:v>1.5</c:v>
                </c:pt>
                <c:pt idx="236">
                  <c:v>1.5</c:v>
                </c:pt>
                <c:pt idx="237">
                  <c:v>1.5</c:v>
                </c:pt>
                <c:pt idx="238">
                  <c:v>1.5</c:v>
                </c:pt>
                <c:pt idx="239">
                  <c:v>1.5</c:v>
                </c:pt>
                <c:pt idx="240">
                  <c:v>1.5</c:v>
                </c:pt>
                <c:pt idx="241">
                  <c:v>1.5</c:v>
                </c:pt>
                <c:pt idx="242">
                  <c:v>1.5</c:v>
                </c:pt>
                <c:pt idx="243">
                  <c:v>1.5</c:v>
                </c:pt>
                <c:pt idx="244">
                  <c:v>1.5</c:v>
                </c:pt>
                <c:pt idx="245">
                  <c:v>1.5</c:v>
                </c:pt>
                <c:pt idx="246">
                  <c:v>1.5</c:v>
                </c:pt>
                <c:pt idx="247">
                  <c:v>1.5</c:v>
                </c:pt>
                <c:pt idx="248">
                  <c:v>1.5</c:v>
                </c:pt>
                <c:pt idx="249">
                  <c:v>1.5</c:v>
                </c:pt>
                <c:pt idx="250">
                  <c:v>1.5</c:v>
                </c:pt>
                <c:pt idx="251">
                  <c:v>1.5</c:v>
                </c:pt>
                <c:pt idx="252">
                  <c:v>1.5</c:v>
                </c:pt>
                <c:pt idx="253">
                  <c:v>1.5</c:v>
                </c:pt>
                <c:pt idx="254">
                  <c:v>1.5</c:v>
                </c:pt>
                <c:pt idx="255">
                  <c:v>1.5</c:v>
                </c:pt>
                <c:pt idx="256">
                  <c:v>1.5</c:v>
                </c:pt>
                <c:pt idx="257">
                  <c:v>1.5</c:v>
                </c:pt>
                <c:pt idx="258">
                  <c:v>1.5</c:v>
                </c:pt>
                <c:pt idx="259">
                  <c:v>1.5</c:v>
                </c:pt>
                <c:pt idx="260">
                  <c:v>1.5</c:v>
                </c:pt>
                <c:pt idx="261">
                  <c:v>1.5</c:v>
                </c:pt>
                <c:pt idx="262">
                  <c:v>1.5</c:v>
                </c:pt>
                <c:pt idx="263">
                  <c:v>1.5</c:v>
                </c:pt>
                <c:pt idx="264">
                  <c:v>1.5</c:v>
                </c:pt>
                <c:pt idx="265">
                  <c:v>1.5</c:v>
                </c:pt>
                <c:pt idx="266">
                  <c:v>1.5</c:v>
                </c:pt>
                <c:pt idx="267">
                  <c:v>1.5</c:v>
                </c:pt>
                <c:pt idx="268">
                  <c:v>1.5</c:v>
                </c:pt>
                <c:pt idx="269">
                  <c:v>1.5</c:v>
                </c:pt>
                <c:pt idx="270">
                  <c:v>1.5</c:v>
                </c:pt>
                <c:pt idx="271">
                  <c:v>1.5</c:v>
                </c:pt>
                <c:pt idx="272">
                  <c:v>1.5</c:v>
                </c:pt>
                <c:pt idx="273">
                  <c:v>1.5</c:v>
                </c:pt>
                <c:pt idx="274">
                  <c:v>1.5</c:v>
                </c:pt>
                <c:pt idx="275">
                  <c:v>1.5</c:v>
                </c:pt>
                <c:pt idx="276">
                  <c:v>1.5</c:v>
                </c:pt>
                <c:pt idx="277">
                  <c:v>1.5</c:v>
                </c:pt>
                <c:pt idx="278">
                  <c:v>1.5</c:v>
                </c:pt>
                <c:pt idx="279">
                  <c:v>1.5</c:v>
                </c:pt>
                <c:pt idx="280">
                  <c:v>1.5</c:v>
                </c:pt>
                <c:pt idx="281">
                  <c:v>1.5</c:v>
                </c:pt>
                <c:pt idx="282">
                  <c:v>1.5</c:v>
                </c:pt>
                <c:pt idx="283">
                  <c:v>1.5</c:v>
                </c:pt>
                <c:pt idx="284">
                  <c:v>1.5</c:v>
                </c:pt>
                <c:pt idx="285">
                  <c:v>1.5</c:v>
                </c:pt>
                <c:pt idx="286">
                  <c:v>1.5</c:v>
                </c:pt>
                <c:pt idx="287">
                  <c:v>1.5</c:v>
                </c:pt>
                <c:pt idx="288">
                  <c:v>1.5</c:v>
                </c:pt>
                <c:pt idx="289">
                  <c:v>1.5</c:v>
                </c:pt>
                <c:pt idx="290">
                  <c:v>1.5</c:v>
                </c:pt>
                <c:pt idx="291">
                  <c:v>1.5</c:v>
                </c:pt>
                <c:pt idx="292">
                  <c:v>1.5</c:v>
                </c:pt>
                <c:pt idx="293">
                  <c:v>1.5</c:v>
                </c:pt>
                <c:pt idx="294">
                  <c:v>1.5</c:v>
                </c:pt>
                <c:pt idx="295">
                  <c:v>1.5</c:v>
                </c:pt>
                <c:pt idx="296">
                  <c:v>1.5</c:v>
                </c:pt>
                <c:pt idx="297">
                  <c:v>1.5</c:v>
                </c:pt>
                <c:pt idx="298">
                  <c:v>1.5</c:v>
                </c:pt>
                <c:pt idx="299">
                  <c:v>1.5</c:v>
                </c:pt>
                <c:pt idx="300">
                  <c:v>1.5</c:v>
                </c:pt>
                <c:pt idx="301">
                  <c:v>1.5</c:v>
                </c:pt>
                <c:pt idx="302">
                  <c:v>1.5</c:v>
                </c:pt>
                <c:pt idx="303">
                  <c:v>1.5</c:v>
                </c:pt>
                <c:pt idx="304">
                  <c:v>1.5</c:v>
                </c:pt>
                <c:pt idx="305">
                  <c:v>1.5</c:v>
                </c:pt>
                <c:pt idx="306">
                  <c:v>1.5</c:v>
                </c:pt>
                <c:pt idx="307">
                  <c:v>1.5</c:v>
                </c:pt>
                <c:pt idx="308">
                  <c:v>1.5</c:v>
                </c:pt>
                <c:pt idx="309">
                  <c:v>1.5</c:v>
                </c:pt>
                <c:pt idx="310">
                  <c:v>1.5</c:v>
                </c:pt>
                <c:pt idx="311">
                  <c:v>1.5</c:v>
                </c:pt>
                <c:pt idx="312">
                  <c:v>1.5</c:v>
                </c:pt>
                <c:pt idx="313">
                  <c:v>1.5</c:v>
                </c:pt>
                <c:pt idx="314">
                  <c:v>1.5</c:v>
                </c:pt>
                <c:pt idx="315">
                  <c:v>1.5</c:v>
                </c:pt>
                <c:pt idx="316">
                  <c:v>1.5</c:v>
                </c:pt>
                <c:pt idx="317">
                  <c:v>1.5</c:v>
                </c:pt>
                <c:pt idx="318">
                  <c:v>1.5</c:v>
                </c:pt>
                <c:pt idx="319">
                  <c:v>1.5</c:v>
                </c:pt>
                <c:pt idx="320">
                  <c:v>1.5</c:v>
                </c:pt>
                <c:pt idx="321">
                  <c:v>1.5</c:v>
                </c:pt>
                <c:pt idx="322">
                  <c:v>1.5</c:v>
                </c:pt>
                <c:pt idx="323">
                  <c:v>1.5</c:v>
                </c:pt>
                <c:pt idx="324">
                  <c:v>1.5</c:v>
                </c:pt>
                <c:pt idx="325">
                  <c:v>1.5</c:v>
                </c:pt>
                <c:pt idx="326">
                  <c:v>1.5</c:v>
                </c:pt>
                <c:pt idx="327">
                  <c:v>1.5</c:v>
                </c:pt>
                <c:pt idx="328">
                  <c:v>1.5</c:v>
                </c:pt>
                <c:pt idx="329">
                  <c:v>1.5</c:v>
                </c:pt>
                <c:pt idx="330">
                  <c:v>1.5</c:v>
                </c:pt>
                <c:pt idx="331">
                  <c:v>1.5</c:v>
                </c:pt>
                <c:pt idx="332">
                  <c:v>1.5</c:v>
                </c:pt>
                <c:pt idx="333">
                  <c:v>1.5</c:v>
                </c:pt>
                <c:pt idx="334">
                  <c:v>1.5</c:v>
                </c:pt>
                <c:pt idx="335">
                  <c:v>1.5</c:v>
                </c:pt>
                <c:pt idx="336">
                  <c:v>1.5</c:v>
                </c:pt>
                <c:pt idx="337">
                  <c:v>1.5</c:v>
                </c:pt>
                <c:pt idx="338">
                  <c:v>1.5</c:v>
                </c:pt>
                <c:pt idx="339">
                  <c:v>1.5</c:v>
                </c:pt>
                <c:pt idx="340">
                  <c:v>1.5</c:v>
                </c:pt>
                <c:pt idx="341">
                  <c:v>1.5</c:v>
                </c:pt>
                <c:pt idx="342">
                  <c:v>1.5</c:v>
                </c:pt>
                <c:pt idx="343">
                  <c:v>1.5</c:v>
                </c:pt>
                <c:pt idx="344">
                  <c:v>1.5</c:v>
                </c:pt>
                <c:pt idx="345">
                  <c:v>1.5</c:v>
                </c:pt>
                <c:pt idx="346">
                  <c:v>1.5</c:v>
                </c:pt>
                <c:pt idx="347">
                  <c:v>1.5</c:v>
                </c:pt>
                <c:pt idx="348">
                  <c:v>1.5</c:v>
                </c:pt>
                <c:pt idx="349">
                  <c:v>1.5</c:v>
                </c:pt>
                <c:pt idx="350">
                  <c:v>1.5</c:v>
                </c:pt>
                <c:pt idx="351">
                  <c:v>1.5</c:v>
                </c:pt>
                <c:pt idx="352">
                  <c:v>1.5</c:v>
                </c:pt>
                <c:pt idx="353">
                  <c:v>1.5</c:v>
                </c:pt>
                <c:pt idx="354">
                  <c:v>1.5</c:v>
                </c:pt>
                <c:pt idx="355">
                  <c:v>1.5</c:v>
                </c:pt>
                <c:pt idx="356">
                  <c:v>1.5</c:v>
                </c:pt>
                <c:pt idx="357">
                  <c:v>1.5</c:v>
                </c:pt>
                <c:pt idx="358">
                  <c:v>1.5</c:v>
                </c:pt>
                <c:pt idx="359">
                  <c:v>1.5</c:v>
                </c:pt>
                <c:pt idx="360">
                  <c:v>1.5</c:v>
                </c:pt>
                <c:pt idx="361">
                  <c:v>1.5</c:v>
                </c:pt>
                <c:pt idx="362">
                  <c:v>1.5</c:v>
                </c:pt>
                <c:pt idx="363">
                  <c:v>1.5</c:v>
                </c:pt>
                <c:pt idx="364">
                  <c:v>1.5</c:v>
                </c:pt>
                <c:pt idx="365">
                  <c:v>1.5</c:v>
                </c:pt>
                <c:pt idx="366">
                  <c:v>1.5</c:v>
                </c:pt>
                <c:pt idx="367">
                  <c:v>1.5</c:v>
                </c:pt>
                <c:pt idx="368">
                  <c:v>1.5</c:v>
                </c:pt>
                <c:pt idx="369">
                  <c:v>1.5</c:v>
                </c:pt>
                <c:pt idx="370">
                  <c:v>1.5</c:v>
                </c:pt>
                <c:pt idx="371">
                  <c:v>1.5</c:v>
                </c:pt>
                <c:pt idx="372">
                  <c:v>1.5</c:v>
                </c:pt>
                <c:pt idx="373">
                  <c:v>1.5</c:v>
                </c:pt>
                <c:pt idx="374">
                  <c:v>1.5</c:v>
                </c:pt>
                <c:pt idx="375">
                  <c:v>1.5</c:v>
                </c:pt>
                <c:pt idx="376">
                  <c:v>1.5</c:v>
                </c:pt>
                <c:pt idx="377">
                  <c:v>1.5</c:v>
                </c:pt>
                <c:pt idx="378">
                  <c:v>1.5</c:v>
                </c:pt>
                <c:pt idx="379">
                  <c:v>1.5</c:v>
                </c:pt>
                <c:pt idx="380">
                  <c:v>1.5</c:v>
                </c:pt>
                <c:pt idx="381">
                  <c:v>1.5</c:v>
                </c:pt>
                <c:pt idx="382">
                  <c:v>1.5</c:v>
                </c:pt>
                <c:pt idx="383">
                  <c:v>1.5</c:v>
                </c:pt>
                <c:pt idx="384">
                  <c:v>1.5</c:v>
                </c:pt>
                <c:pt idx="385">
                  <c:v>1.5</c:v>
                </c:pt>
                <c:pt idx="386">
                  <c:v>1.5</c:v>
                </c:pt>
                <c:pt idx="387">
                  <c:v>1.5</c:v>
                </c:pt>
                <c:pt idx="388">
                  <c:v>1.5</c:v>
                </c:pt>
                <c:pt idx="389">
                  <c:v>1.5</c:v>
                </c:pt>
                <c:pt idx="390">
                  <c:v>1.5</c:v>
                </c:pt>
                <c:pt idx="391">
                  <c:v>1.5</c:v>
                </c:pt>
                <c:pt idx="392">
                  <c:v>1.5</c:v>
                </c:pt>
                <c:pt idx="393">
                  <c:v>1.5</c:v>
                </c:pt>
                <c:pt idx="394">
                  <c:v>1.5</c:v>
                </c:pt>
                <c:pt idx="395">
                  <c:v>1.5</c:v>
                </c:pt>
                <c:pt idx="396">
                  <c:v>1.5</c:v>
                </c:pt>
                <c:pt idx="397">
                  <c:v>1.5</c:v>
                </c:pt>
                <c:pt idx="398">
                  <c:v>1.5</c:v>
                </c:pt>
                <c:pt idx="399">
                  <c:v>1.5</c:v>
                </c:pt>
                <c:pt idx="400">
                  <c:v>1.5</c:v>
                </c:pt>
                <c:pt idx="401">
                  <c:v>1.5</c:v>
                </c:pt>
                <c:pt idx="402">
                  <c:v>1.5</c:v>
                </c:pt>
                <c:pt idx="403">
                  <c:v>1.5</c:v>
                </c:pt>
                <c:pt idx="404">
                  <c:v>1.5</c:v>
                </c:pt>
                <c:pt idx="405">
                  <c:v>1.5</c:v>
                </c:pt>
                <c:pt idx="406">
                  <c:v>1.5</c:v>
                </c:pt>
                <c:pt idx="407">
                  <c:v>1.5</c:v>
                </c:pt>
                <c:pt idx="408">
                  <c:v>1.5</c:v>
                </c:pt>
                <c:pt idx="409">
                  <c:v>1.5</c:v>
                </c:pt>
                <c:pt idx="410">
                  <c:v>1.5</c:v>
                </c:pt>
                <c:pt idx="411">
                  <c:v>1.5</c:v>
                </c:pt>
                <c:pt idx="412">
                  <c:v>1.5</c:v>
                </c:pt>
                <c:pt idx="413">
                  <c:v>1.5</c:v>
                </c:pt>
                <c:pt idx="414">
                  <c:v>1.5</c:v>
                </c:pt>
                <c:pt idx="415">
                  <c:v>1.5</c:v>
                </c:pt>
                <c:pt idx="416">
                  <c:v>1.5</c:v>
                </c:pt>
                <c:pt idx="417">
                  <c:v>1.5</c:v>
                </c:pt>
                <c:pt idx="418">
                  <c:v>1.5</c:v>
                </c:pt>
                <c:pt idx="419">
                  <c:v>1.5</c:v>
                </c:pt>
                <c:pt idx="420">
                  <c:v>1.5</c:v>
                </c:pt>
                <c:pt idx="421">
                  <c:v>1.5</c:v>
                </c:pt>
                <c:pt idx="422">
                  <c:v>1.5</c:v>
                </c:pt>
                <c:pt idx="423">
                  <c:v>1.5</c:v>
                </c:pt>
                <c:pt idx="424">
                  <c:v>1.5</c:v>
                </c:pt>
                <c:pt idx="425">
                  <c:v>1.5</c:v>
                </c:pt>
                <c:pt idx="426">
                  <c:v>1.5</c:v>
                </c:pt>
                <c:pt idx="427">
                  <c:v>1.5</c:v>
                </c:pt>
                <c:pt idx="428">
                  <c:v>1.5</c:v>
                </c:pt>
                <c:pt idx="429">
                  <c:v>1.5</c:v>
                </c:pt>
                <c:pt idx="430">
                  <c:v>1.5</c:v>
                </c:pt>
                <c:pt idx="431">
                  <c:v>1.5</c:v>
                </c:pt>
                <c:pt idx="432">
                  <c:v>1.5</c:v>
                </c:pt>
                <c:pt idx="433">
                  <c:v>1.5</c:v>
                </c:pt>
                <c:pt idx="434">
                  <c:v>1.5</c:v>
                </c:pt>
                <c:pt idx="435">
                  <c:v>1.5</c:v>
                </c:pt>
                <c:pt idx="436">
                  <c:v>1.5</c:v>
                </c:pt>
                <c:pt idx="437">
                  <c:v>1.5</c:v>
                </c:pt>
                <c:pt idx="438">
                  <c:v>1.5</c:v>
                </c:pt>
                <c:pt idx="439">
                  <c:v>1.5</c:v>
                </c:pt>
                <c:pt idx="440">
                  <c:v>1.5</c:v>
                </c:pt>
                <c:pt idx="441">
                  <c:v>1.5</c:v>
                </c:pt>
                <c:pt idx="442">
                  <c:v>1.5</c:v>
                </c:pt>
                <c:pt idx="443">
                  <c:v>1.5</c:v>
                </c:pt>
                <c:pt idx="444">
                  <c:v>1.5</c:v>
                </c:pt>
                <c:pt idx="445">
                  <c:v>1.5</c:v>
                </c:pt>
                <c:pt idx="446">
                  <c:v>1.5</c:v>
                </c:pt>
                <c:pt idx="447">
                  <c:v>1.5</c:v>
                </c:pt>
                <c:pt idx="448">
                  <c:v>1.5</c:v>
                </c:pt>
                <c:pt idx="449">
                  <c:v>1.5</c:v>
                </c:pt>
                <c:pt idx="450">
                  <c:v>1.5</c:v>
                </c:pt>
                <c:pt idx="451">
                  <c:v>1.5</c:v>
                </c:pt>
                <c:pt idx="452">
                  <c:v>1.5</c:v>
                </c:pt>
                <c:pt idx="453">
                  <c:v>1.5</c:v>
                </c:pt>
                <c:pt idx="454">
                  <c:v>1.5</c:v>
                </c:pt>
                <c:pt idx="455">
                  <c:v>1.5</c:v>
                </c:pt>
                <c:pt idx="456">
                  <c:v>1.5</c:v>
                </c:pt>
                <c:pt idx="457">
                  <c:v>1.5</c:v>
                </c:pt>
                <c:pt idx="458">
                  <c:v>1.5</c:v>
                </c:pt>
                <c:pt idx="459">
                  <c:v>1.5</c:v>
                </c:pt>
                <c:pt idx="460">
                  <c:v>1.5</c:v>
                </c:pt>
                <c:pt idx="461">
                  <c:v>1.5</c:v>
                </c:pt>
                <c:pt idx="462">
                  <c:v>1.5</c:v>
                </c:pt>
                <c:pt idx="463">
                  <c:v>1.5</c:v>
                </c:pt>
                <c:pt idx="464">
                  <c:v>1.5</c:v>
                </c:pt>
                <c:pt idx="465">
                  <c:v>1.5</c:v>
                </c:pt>
                <c:pt idx="466">
                  <c:v>1.5</c:v>
                </c:pt>
                <c:pt idx="467">
                  <c:v>1.5</c:v>
                </c:pt>
                <c:pt idx="468">
                  <c:v>1.5</c:v>
                </c:pt>
                <c:pt idx="469">
                  <c:v>1.5</c:v>
                </c:pt>
                <c:pt idx="470">
                  <c:v>1.5</c:v>
                </c:pt>
                <c:pt idx="471">
                  <c:v>1.5</c:v>
                </c:pt>
                <c:pt idx="472">
                  <c:v>1.5</c:v>
                </c:pt>
                <c:pt idx="473">
                  <c:v>1.5</c:v>
                </c:pt>
                <c:pt idx="474">
                  <c:v>1.5</c:v>
                </c:pt>
                <c:pt idx="475">
                  <c:v>1.5</c:v>
                </c:pt>
                <c:pt idx="476">
                  <c:v>1.5</c:v>
                </c:pt>
                <c:pt idx="477">
                  <c:v>1.5</c:v>
                </c:pt>
                <c:pt idx="478">
                  <c:v>1.5</c:v>
                </c:pt>
                <c:pt idx="479">
                  <c:v>1.5</c:v>
                </c:pt>
                <c:pt idx="480">
                  <c:v>1.5</c:v>
                </c:pt>
                <c:pt idx="481">
                  <c:v>1.5</c:v>
                </c:pt>
                <c:pt idx="482">
                  <c:v>1.5</c:v>
                </c:pt>
                <c:pt idx="483">
                  <c:v>1.5</c:v>
                </c:pt>
                <c:pt idx="484">
                  <c:v>1.5</c:v>
                </c:pt>
                <c:pt idx="485">
                  <c:v>1.5</c:v>
                </c:pt>
                <c:pt idx="486">
                  <c:v>1.5</c:v>
                </c:pt>
                <c:pt idx="487">
                  <c:v>1.5</c:v>
                </c:pt>
                <c:pt idx="488">
                  <c:v>1.5</c:v>
                </c:pt>
                <c:pt idx="489">
                  <c:v>1.5</c:v>
                </c:pt>
                <c:pt idx="490">
                  <c:v>1.5</c:v>
                </c:pt>
                <c:pt idx="491">
                  <c:v>1.5</c:v>
                </c:pt>
                <c:pt idx="492">
                  <c:v>1.5</c:v>
                </c:pt>
                <c:pt idx="493">
                  <c:v>1.5</c:v>
                </c:pt>
                <c:pt idx="494">
                  <c:v>1.5</c:v>
                </c:pt>
                <c:pt idx="495">
                  <c:v>1.5</c:v>
                </c:pt>
                <c:pt idx="496">
                  <c:v>1.5</c:v>
                </c:pt>
                <c:pt idx="497">
                  <c:v>1.5</c:v>
                </c:pt>
                <c:pt idx="498">
                  <c:v>1.5</c:v>
                </c:pt>
                <c:pt idx="499">
                  <c:v>1.5</c:v>
                </c:pt>
                <c:pt idx="500">
                  <c:v>1.5</c:v>
                </c:pt>
                <c:pt idx="501">
                  <c:v>1.5</c:v>
                </c:pt>
                <c:pt idx="502">
                  <c:v>1.5</c:v>
                </c:pt>
                <c:pt idx="503">
                  <c:v>1.5</c:v>
                </c:pt>
                <c:pt idx="504">
                  <c:v>1.5</c:v>
                </c:pt>
                <c:pt idx="505">
                  <c:v>1.5</c:v>
                </c:pt>
                <c:pt idx="506">
                  <c:v>1.5</c:v>
                </c:pt>
                <c:pt idx="507">
                  <c:v>1.5</c:v>
                </c:pt>
                <c:pt idx="508">
                  <c:v>1.5</c:v>
                </c:pt>
                <c:pt idx="509">
                  <c:v>1.5</c:v>
                </c:pt>
                <c:pt idx="510">
                  <c:v>1.5</c:v>
                </c:pt>
                <c:pt idx="511">
                  <c:v>1.5</c:v>
                </c:pt>
                <c:pt idx="512">
                  <c:v>1.5</c:v>
                </c:pt>
                <c:pt idx="513">
                  <c:v>1.5</c:v>
                </c:pt>
                <c:pt idx="514">
                  <c:v>1.5</c:v>
                </c:pt>
                <c:pt idx="515">
                  <c:v>1.5</c:v>
                </c:pt>
                <c:pt idx="516">
                  <c:v>1.5</c:v>
                </c:pt>
                <c:pt idx="517">
                  <c:v>1.5</c:v>
                </c:pt>
                <c:pt idx="518">
                  <c:v>1.5</c:v>
                </c:pt>
                <c:pt idx="519">
                  <c:v>1.5</c:v>
                </c:pt>
                <c:pt idx="520">
                  <c:v>1.5</c:v>
                </c:pt>
                <c:pt idx="521">
                  <c:v>1.5</c:v>
                </c:pt>
                <c:pt idx="522">
                  <c:v>1.5</c:v>
                </c:pt>
                <c:pt idx="523">
                  <c:v>1.5</c:v>
                </c:pt>
                <c:pt idx="524">
                  <c:v>1.5</c:v>
                </c:pt>
                <c:pt idx="525">
                  <c:v>1.5</c:v>
                </c:pt>
                <c:pt idx="526">
                  <c:v>1.5</c:v>
                </c:pt>
                <c:pt idx="527">
                  <c:v>1.5</c:v>
                </c:pt>
                <c:pt idx="528">
                  <c:v>1.5</c:v>
                </c:pt>
                <c:pt idx="529">
                  <c:v>1.5</c:v>
                </c:pt>
                <c:pt idx="530">
                  <c:v>1.5</c:v>
                </c:pt>
                <c:pt idx="531">
                  <c:v>1.5</c:v>
                </c:pt>
                <c:pt idx="532">
                  <c:v>1.5</c:v>
                </c:pt>
                <c:pt idx="533">
                  <c:v>1.5</c:v>
                </c:pt>
                <c:pt idx="534">
                  <c:v>1.5</c:v>
                </c:pt>
                <c:pt idx="535">
                  <c:v>1.5</c:v>
                </c:pt>
                <c:pt idx="536">
                  <c:v>1.5</c:v>
                </c:pt>
                <c:pt idx="537">
                  <c:v>1.5</c:v>
                </c:pt>
                <c:pt idx="538">
                  <c:v>1.5</c:v>
                </c:pt>
                <c:pt idx="539">
                  <c:v>1.5</c:v>
                </c:pt>
                <c:pt idx="540">
                  <c:v>1.5</c:v>
                </c:pt>
                <c:pt idx="541">
                  <c:v>1.5</c:v>
                </c:pt>
                <c:pt idx="542">
                  <c:v>1.5</c:v>
                </c:pt>
                <c:pt idx="543">
                  <c:v>1.5</c:v>
                </c:pt>
                <c:pt idx="544">
                  <c:v>1.5</c:v>
                </c:pt>
                <c:pt idx="545">
                  <c:v>1.5</c:v>
                </c:pt>
                <c:pt idx="546">
                  <c:v>1.5</c:v>
                </c:pt>
                <c:pt idx="547">
                  <c:v>1.5</c:v>
                </c:pt>
                <c:pt idx="548">
                  <c:v>1.5</c:v>
                </c:pt>
                <c:pt idx="549">
                  <c:v>1.5</c:v>
                </c:pt>
                <c:pt idx="550">
                  <c:v>1.5</c:v>
                </c:pt>
                <c:pt idx="551">
                  <c:v>1.5</c:v>
                </c:pt>
                <c:pt idx="552">
                  <c:v>1.5</c:v>
                </c:pt>
                <c:pt idx="553">
                  <c:v>1.5</c:v>
                </c:pt>
                <c:pt idx="554">
                  <c:v>1.5</c:v>
                </c:pt>
                <c:pt idx="555">
                  <c:v>1.5</c:v>
                </c:pt>
                <c:pt idx="556">
                  <c:v>1.5</c:v>
                </c:pt>
                <c:pt idx="557">
                  <c:v>1.5</c:v>
                </c:pt>
                <c:pt idx="558">
                  <c:v>1.5</c:v>
                </c:pt>
                <c:pt idx="559">
                  <c:v>1.5</c:v>
                </c:pt>
                <c:pt idx="560">
                  <c:v>1.5</c:v>
                </c:pt>
                <c:pt idx="561">
                  <c:v>1.5</c:v>
                </c:pt>
                <c:pt idx="562">
                  <c:v>1.5</c:v>
                </c:pt>
                <c:pt idx="563">
                  <c:v>1.5</c:v>
                </c:pt>
                <c:pt idx="564">
                  <c:v>1.5</c:v>
                </c:pt>
                <c:pt idx="565">
                  <c:v>1.5</c:v>
                </c:pt>
                <c:pt idx="566">
                  <c:v>1.5</c:v>
                </c:pt>
                <c:pt idx="567">
                  <c:v>1.5</c:v>
                </c:pt>
                <c:pt idx="568">
                  <c:v>1.5</c:v>
                </c:pt>
                <c:pt idx="569">
                  <c:v>1.5</c:v>
                </c:pt>
                <c:pt idx="570">
                  <c:v>1.5</c:v>
                </c:pt>
                <c:pt idx="571">
                  <c:v>1.5</c:v>
                </c:pt>
                <c:pt idx="572">
                  <c:v>1.5</c:v>
                </c:pt>
                <c:pt idx="573">
                  <c:v>1.5</c:v>
                </c:pt>
                <c:pt idx="574">
                  <c:v>1.5</c:v>
                </c:pt>
                <c:pt idx="575">
                  <c:v>1.5</c:v>
                </c:pt>
                <c:pt idx="576">
                  <c:v>1.5</c:v>
                </c:pt>
                <c:pt idx="577">
                  <c:v>1.5</c:v>
                </c:pt>
                <c:pt idx="578">
                  <c:v>1.5</c:v>
                </c:pt>
                <c:pt idx="579">
                  <c:v>1.5</c:v>
                </c:pt>
                <c:pt idx="580">
                  <c:v>1.5</c:v>
                </c:pt>
                <c:pt idx="581">
                  <c:v>1.5</c:v>
                </c:pt>
                <c:pt idx="582">
                  <c:v>1.5</c:v>
                </c:pt>
              </c:numCache>
            </c:numRef>
          </c:val>
          <c:smooth val="0"/>
        </c:ser>
        <c:ser>
          <c:idx val="2"/>
          <c:order val="2"/>
          <c:tx>
            <c:strRef>
              <c:f>Sheet1!$D$1</c:f>
              <c:strCache>
                <c:ptCount val="1"/>
                <c:pt idx="0">
                  <c:v>Signals</c:v>
                </c:pt>
              </c:strCache>
            </c:strRef>
          </c:tx>
          <c:spPr>
            <a:ln>
              <a:noFill/>
            </a:ln>
          </c:spPr>
          <c:marker>
            <c:symbol val="circle"/>
            <c:size val="5"/>
            <c:spPr>
              <a:solidFill>
                <a:srgbClr val="F9C113"/>
              </a:solidFill>
              <a:ln w="9525">
                <a:solidFill>
                  <a:srgbClr val="F9C113"/>
                </a:solidFill>
              </a:ln>
            </c:spPr>
          </c:marker>
          <c:cat>
            <c:strRef>
              <c:f>Sheet1!$A$2:$A$584</c:f>
              <c:strCache>
                <c:ptCount val="583"/>
                <c:pt idx="0">
                  <c:v>2015-06</c:v>
                </c:pt>
                <c:pt idx="1">
                  <c:v>2015-06</c:v>
                </c:pt>
                <c:pt idx="2">
                  <c:v>2015-07</c:v>
                </c:pt>
                <c:pt idx="3">
                  <c:v>2015-07</c:v>
                </c:pt>
                <c:pt idx="4">
                  <c:v>2015-07</c:v>
                </c:pt>
                <c:pt idx="5">
                  <c:v>2015-07</c:v>
                </c:pt>
                <c:pt idx="6">
                  <c:v>2015-07</c:v>
                </c:pt>
                <c:pt idx="7">
                  <c:v>2015-08</c:v>
                </c:pt>
                <c:pt idx="8">
                  <c:v>2015-08</c:v>
                </c:pt>
                <c:pt idx="9">
                  <c:v>2015-08</c:v>
                </c:pt>
                <c:pt idx="10">
                  <c:v>2015-08</c:v>
                </c:pt>
                <c:pt idx="11">
                  <c:v>2015-09</c:v>
                </c:pt>
                <c:pt idx="12">
                  <c:v>2015-09</c:v>
                </c:pt>
                <c:pt idx="13">
                  <c:v>2015-09</c:v>
                </c:pt>
                <c:pt idx="14">
                  <c:v>2015-09</c:v>
                </c:pt>
                <c:pt idx="15">
                  <c:v>2015-10</c:v>
                </c:pt>
                <c:pt idx="16">
                  <c:v>2015-10</c:v>
                </c:pt>
                <c:pt idx="17">
                  <c:v>2015-10</c:v>
                </c:pt>
                <c:pt idx="18">
                  <c:v>2015-10</c:v>
                </c:pt>
                <c:pt idx="19">
                  <c:v>2015-10</c:v>
                </c:pt>
                <c:pt idx="20">
                  <c:v>2015-11</c:v>
                </c:pt>
                <c:pt idx="21">
                  <c:v>2015-11</c:v>
                </c:pt>
                <c:pt idx="22">
                  <c:v>2015-11</c:v>
                </c:pt>
                <c:pt idx="23">
                  <c:v>2015-11</c:v>
                </c:pt>
                <c:pt idx="24">
                  <c:v>2015-12</c:v>
                </c:pt>
                <c:pt idx="25">
                  <c:v>2015-12</c:v>
                </c:pt>
                <c:pt idx="26">
                  <c:v>2015-12</c:v>
                </c:pt>
                <c:pt idx="27">
                  <c:v>2015-12</c:v>
                </c:pt>
                <c:pt idx="28">
                  <c:v>2016-01</c:v>
                </c:pt>
                <c:pt idx="29">
                  <c:v>2016-01</c:v>
                </c:pt>
                <c:pt idx="30">
                  <c:v>2016-01</c:v>
                </c:pt>
                <c:pt idx="31">
                  <c:v>2016-01</c:v>
                </c:pt>
                <c:pt idx="32">
                  <c:v>2016-01</c:v>
                </c:pt>
                <c:pt idx="33">
                  <c:v>2016-02</c:v>
                </c:pt>
                <c:pt idx="34">
                  <c:v>2016-02</c:v>
                </c:pt>
                <c:pt idx="35">
                  <c:v>2016-02</c:v>
                </c:pt>
                <c:pt idx="36">
                  <c:v>2016-02</c:v>
                </c:pt>
                <c:pt idx="37">
                  <c:v>2016-03</c:v>
                </c:pt>
                <c:pt idx="38">
                  <c:v>2016-03</c:v>
                </c:pt>
                <c:pt idx="39">
                  <c:v>2016-03</c:v>
                </c:pt>
                <c:pt idx="40">
                  <c:v>2016-03</c:v>
                </c:pt>
                <c:pt idx="41">
                  <c:v>2016-04</c:v>
                </c:pt>
                <c:pt idx="42">
                  <c:v>2016-04</c:v>
                </c:pt>
                <c:pt idx="43">
                  <c:v>2016-04</c:v>
                </c:pt>
                <c:pt idx="44">
                  <c:v>2016-04</c:v>
                </c:pt>
                <c:pt idx="45">
                  <c:v>2016-04</c:v>
                </c:pt>
                <c:pt idx="46">
                  <c:v>2016-05</c:v>
                </c:pt>
                <c:pt idx="47">
                  <c:v>2016-05</c:v>
                </c:pt>
                <c:pt idx="48">
                  <c:v>2016-05</c:v>
                </c:pt>
                <c:pt idx="49">
                  <c:v>2016-05</c:v>
                </c:pt>
                <c:pt idx="50">
                  <c:v>2016-06</c:v>
                </c:pt>
                <c:pt idx="51">
                  <c:v>2016-06</c:v>
                </c:pt>
                <c:pt idx="52">
                  <c:v>2016-06</c:v>
                </c:pt>
                <c:pt idx="53">
                  <c:v>2016-06</c:v>
                </c:pt>
                <c:pt idx="54">
                  <c:v>2016-07</c:v>
                </c:pt>
                <c:pt idx="55">
                  <c:v>2016-07</c:v>
                </c:pt>
                <c:pt idx="56">
                  <c:v>2016-07</c:v>
                </c:pt>
                <c:pt idx="57">
                  <c:v>2016-07</c:v>
                </c:pt>
                <c:pt idx="58">
                  <c:v>2016-07</c:v>
                </c:pt>
                <c:pt idx="59">
                  <c:v>2016-08</c:v>
                </c:pt>
                <c:pt idx="60">
                  <c:v>2016-08</c:v>
                </c:pt>
                <c:pt idx="61">
                  <c:v>2016-08</c:v>
                </c:pt>
                <c:pt idx="62">
                  <c:v>2016-08</c:v>
                </c:pt>
                <c:pt idx="63">
                  <c:v>2016-09</c:v>
                </c:pt>
                <c:pt idx="64">
                  <c:v>2016-09</c:v>
                </c:pt>
                <c:pt idx="65">
                  <c:v>2016-09</c:v>
                </c:pt>
                <c:pt idx="66">
                  <c:v>2016-09</c:v>
                </c:pt>
                <c:pt idx="67">
                  <c:v>2016-09</c:v>
                </c:pt>
                <c:pt idx="68">
                  <c:v>2016-10</c:v>
                </c:pt>
                <c:pt idx="69">
                  <c:v>2016-10</c:v>
                </c:pt>
                <c:pt idx="70">
                  <c:v>2016-10</c:v>
                </c:pt>
                <c:pt idx="71">
                  <c:v>2016-10</c:v>
                </c:pt>
                <c:pt idx="72">
                  <c:v>2016-11</c:v>
                </c:pt>
                <c:pt idx="73">
                  <c:v>2016-11</c:v>
                </c:pt>
                <c:pt idx="74">
                  <c:v>2016-11</c:v>
                </c:pt>
                <c:pt idx="75">
                  <c:v>2016-11</c:v>
                </c:pt>
                <c:pt idx="76">
                  <c:v>2016-12</c:v>
                </c:pt>
                <c:pt idx="77">
                  <c:v>2016-12</c:v>
                </c:pt>
                <c:pt idx="78">
                  <c:v>2016-12</c:v>
                </c:pt>
                <c:pt idx="79">
                  <c:v>2016-12</c:v>
                </c:pt>
                <c:pt idx="80">
                  <c:v>2016-12</c:v>
                </c:pt>
                <c:pt idx="81">
                  <c:v>2017-01</c:v>
                </c:pt>
                <c:pt idx="82">
                  <c:v>2017-01</c:v>
                </c:pt>
                <c:pt idx="83">
                  <c:v>2017-01</c:v>
                </c:pt>
                <c:pt idx="84">
                  <c:v>2017-01</c:v>
                </c:pt>
                <c:pt idx="85">
                  <c:v>2017-02</c:v>
                </c:pt>
                <c:pt idx="86">
                  <c:v>2017-02</c:v>
                </c:pt>
                <c:pt idx="87">
                  <c:v>2017-02</c:v>
                </c:pt>
                <c:pt idx="88">
                  <c:v>2017-02</c:v>
                </c:pt>
                <c:pt idx="89">
                  <c:v>2017-03</c:v>
                </c:pt>
                <c:pt idx="90">
                  <c:v>2017-03</c:v>
                </c:pt>
                <c:pt idx="91">
                  <c:v>2017-03</c:v>
                </c:pt>
                <c:pt idx="92">
                  <c:v>2017-03</c:v>
                </c:pt>
                <c:pt idx="93">
                  <c:v>2017-03</c:v>
                </c:pt>
                <c:pt idx="94">
                  <c:v>2017-04</c:v>
                </c:pt>
                <c:pt idx="95">
                  <c:v>2017-04</c:v>
                </c:pt>
                <c:pt idx="96">
                  <c:v>2017-04</c:v>
                </c:pt>
                <c:pt idx="97">
                  <c:v>2017-04</c:v>
                </c:pt>
                <c:pt idx="98">
                  <c:v>2017-05</c:v>
                </c:pt>
                <c:pt idx="99">
                  <c:v>2017-05</c:v>
                </c:pt>
                <c:pt idx="100">
                  <c:v>2017-05</c:v>
                </c:pt>
                <c:pt idx="101">
                  <c:v>2017-05</c:v>
                </c:pt>
                <c:pt idx="102">
                  <c:v>2017-06</c:v>
                </c:pt>
                <c:pt idx="103">
                  <c:v>2017-06</c:v>
                </c:pt>
                <c:pt idx="104">
                  <c:v>2017-06</c:v>
                </c:pt>
                <c:pt idx="105">
                  <c:v>2017-06</c:v>
                </c:pt>
                <c:pt idx="106">
                  <c:v>2017-06</c:v>
                </c:pt>
                <c:pt idx="107">
                  <c:v>2017-07</c:v>
                </c:pt>
                <c:pt idx="108">
                  <c:v>2017-07</c:v>
                </c:pt>
                <c:pt idx="109">
                  <c:v>2017-07</c:v>
                </c:pt>
                <c:pt idx="110">
                  <c:v>2017-07</c:v>
                </c:pt>
                <c:pt idx="111">
                  <c:v>2017-08</c:v>
                </c:pt>
                <c:pt idx="112">
                  <c:v>2017-08</c:v>
                </c:pt>
                <c:pt idx="113">
                  <c:v>2017-08</c:v>
                </c:pt>
                <c:pt idx="114">
                  <c:v>2017-08</c:v>
                </c:pt>
                <c:pt idx="115">
                  <c:v>2017-09</c:v>
                </c:pt>
                <c:pt idx="116">
                  <c:v>2017-09</c:v>
                </c:pt>
                <c:pt idx="117">
                  <c:v>2017-09</c:v>
                </c:pt>
                <c:pt idx="118">
                  <c:v>2017-09</c:v>
                </c:pt>
                <c:pt idx="119">
                  <c:v>2017-09</c:v>
                </c:pt>
                <c:pt idx="120">
                  <c:v>2017-10</c:v>
                </c:pt>
                <c:pt idx="121">
                  <c:v>2017-10</c:v>
                </c:pt>
                <c:pt idx="122">
                  <c:v>2017-10</c:v>
                </c:pt>
                <c:pt idx="123">
                  <c:v>2017-10</c:v>
                </c:pt>
                <c:pt idx="124">
                  <c:v>2017-11</c:v>
                </c:pt>
                <c:pt idx="125">
                  <c:v>2017-11</c:v>
                </c:pt>
                <c:pt idx="126">
                  <c:v>2017-11</c:v>
                </c:pt>
                <c:pt idx="127">
                  <c:v>2017-11</c:v>
                </c:pt>
                <c:pt idx="128">
                  <c:v>2017-12</c:v>
                </c:pt>
                <c:pt idx="129">
                  <c:v>2017-12</c:v>
                </c:pt>
                <c:pt idx="130">
                  <c:v>2017-12</c:v>
                </c:pt>
                <c:pt idx="131">
                  <c:v>2017-12</c:v>
                </c:pt>
                <c:pt idx="132">
                  <c:v>2017-12</c:v>
                </c:pt>
                <c:pt idx="133">
                  <c:v>2018-01</c:v>
                </c:pt>
                <c:pt idx="134">
                  <c:v>2018-01</c:v>
                </c:pt>
                <c:pt idx="135">
                  <c:v>2018-01</c:v>
                </c:pt>
                <c:pt idx="136">
                  <c:v>2018-01</c:v>
                </c:pt>
                <c:pt idx="137">
                  <c:v>2018-02</c:v>
                </c:pt>
                <c:pt idx="138">
                  <c:v>2018-02</c:v>
                </c:pt>
                <c:pt idx="139">
                  <c:v>2018-02</c:v>
                </c:pt>
                <c:pt idx="140">
                  <c:v>2018-02</c:v>
                </c:pt>
                <c:pt idx="141">
                  <c:v>2018-03</c:v>
                </c:pt>
                <c:pt idx="142">
                  <c:v>2018-03</c:v>
                </c:pt>
                <c:pt idx="143">
                  <c:v>2018-03</c:v>
                </c:pt>
                <c:pt idx="144">
                  <c:v>2018-03</c:v>
                </c:pt>
                <c:pt idx="145">
                  <c:v>2018-03</c:v>
                </c:pt>
                <c:pt idx="146">
                  <c:v>2018-04</c:v>
                </c:pt>
                <c:pt idx="147">
                  <c:v>2018-04</c:v>
                </c:pt>
                <c:pt idx="148">
                  <c:v>2018-04</c:v>
                </c:pt>
                <c:pt idx="149">
                  <c:v>2018-04</c:v>
                </c:pt>
                <c:pt idx="150">
                  <c:v>2018-05</c:v>
                </c:pt>
                <c:pt idx="151">
                  <c:v>2018-05</c:v>
                </c:pt>
                <c:pt idx="152">
                  <c:v>2018-05</c:v>
                </c:pt>
                <c:pt idx="153">
                  <c:v>2018-05</c:v>
                </c:pt>
                <c:pt idx="154">
                  <c:v>2018-06</c:v>
                </c:pt>
                <c:pt idx="155">
                  <c:v>2018-06</c:v>
                </c:pt>
                <c:pt idx="156">
                  <c:v>2018-06</c:v>
                </c:pt>
                <c:pt idx="157">
                  <c:v>2018-06</c:v>
                </c:pt>
                <c:pt idx="158">
                  <c:v>2018-06</c:v>
                </c:pt>
                <c:pt idx="159">
                  <c:v>2018-07</c:v>
                </c:pt>
                <c:pt idx="160">
                  <c:v>2018-07</c:v>
                </c:pt>
                <c:pt idx="161">
                  <c:v>2018-07</c:v>
                </c:pt>
                <c:pt idx="162">
                  <c:v>2018-07</c:v>
                </c:pt>
                <c:pt idx="163">
                  <c:v>2018-08</c:v>
                </c:pt>
                <c:pt idx="164">
                  <c:v>2018-08</c:v>
                </c:pt>
                <c:pt idx="165">
                  <c:v>2018-08</c:v>
                </c:pt>
                <c:pt idx="166">
                  <c:v>2018-08</c:v>
                </c:pt>
                <c:pt idx="167">
                  <c:v>2018-08</c:v>
                </c:pt>
                <c:pt idx="168">
                  <c:v>2018-09</c:v>
                </c:pt>
                <c:pt idx="169">
                  <c:v>2018-09</c:v>
                </c:pt>
                <c:pt idx="170">
                  <c:v>2018-09</c:v>
                </c:pt>
                <c:pt idx="171">
                  <c:v>2018-09</c:v>
                </c:pt>
                <c:pt idx="172">
                  <c:v>2018-10</c:v>
                </c:pt>
                <c:pt idx="173">
                  <c:v>2018-10</c:v>
                </c:pt>
                <c:pt idx="174">
                  <c:v>2018-10</c:v>
                </c:pt>
                <c:pt idx="175">
                  <c:v>2018-10</c:v>
                </c:pt>
                <c:pt idx="176">
                  <c:v>2018-11</c:v>
                </c:pt>
                <c:pt idx="177">
                  <c:v>2018-11</c:v>
                </c:pt>
                <c:pt idx="178">
                  <c:v>2018-11</c:v>
                </c:pt>
                <c:pt idx="179">
                  <c:v>2018-11</c:v>
                </c:pt>
                <c:pt idx="180">
                  <c:v>2018-11</c:v>
                </c:pt>
                <c:pt idx="181">
                  <c:v>2018-12</c:v>
                </c:pt>
                <c:pt idx="182">
                  <c:v>2018-12</c:v>
                </c:pt>
                <c:pt idx="183">
                  <c:v>2018-12</c:v>
                </c:pt>
                <c:pt idx="184">
                  <c:v>2018-12</c:v>
                </c:pt>
                <c:pt idx="185">
                  <c:v>2019-01</c:v>
                </c:pt>
                <c:pt idx="186">
                  <c:v>2019-01</c:v>
                </c:pt>
                <c:pt idx="187">
                  <c:v>2019-01</c:v>
                </c:pt>
                <c:pt idx="188">
                  <c:v>2019-01</c:v>
                </c:pt>
                <c:pt idx="189">
                  <c:v>2019-02</c:v>
                </c:pt>
                <c:pt idx="190">
                  <c:v>2019-02</c:v>
                </c:pt>
                <c:pt idx="191">
                  <c:v>2019-02</c:v>
                </c:pt>
                <c:pt idx="192">
                  <c:v>2019-02</c:v>
                </c:pt>
                <c:pt idx="193">
                  <c:v>2019-03</c:v>
                </c:pt>
                <c:pt idx="194">
                  <c:v>2019-03</c:v>
                </c:pt>
                <c:pt idx="195">
                  <c:v>2019-03</c:v>
                </c:pt>
                <c:pt idx="196">
                  <c:v>2019-03</c:v>
                </c:pt>
                <c:pt idx="197">
                  <c:v>2019-03</c:v>
                </c:pt>
                <c:pt idx="198">
                  <c:v>2019-04</c:v>
                </c:pt>
                <c:pt idx="199">
                  <c:v>2019-04</c:v>
                </c:pt>
                <c:pt idx="200">
                  <c:v>2019-04</c:v>
                </c:pt>
                <c:pt idx="201">
                  <c:v>2019-04</c:v>
                </c:pt>
                <c:pt idx="202">
                  <c:v>2019-05</c:v>
                </c:pt>
                <c:pt idx="203">
                  <c:v>2019-05</c:v>
                </c:pt>
                <c:pt idx="204">
                  <c:v>2019-05</c:v>
                </c:pt>
                <c:pt idx="205">
                  <c:v>2019-05</c:v>
                </c:pt>
                <c:pt idx="206">
                  <c:v>2019-05</c:v>
                </c:pt>
                <c:pt idx="207">
                  <c:v>2019-06</c:v>
                </c:pt>
                <c:pt idx="208">
                  <c:v>2019-06</c:v>
                </c:pt>
                <c:pt idx="209">
                  <c:v>2019-06</c:v>
                </c:pt>
                <c:pt idx="210">
                  <c:v>2019-06</c:v>
                </c:pt>
                <c:pt idx="211">
                  <c:v>2019-07</c:v>
                </c:pt>
                <c:pt idx="212">
                  <c:v>2019-07</c:v>
                </c:pt>
                <c:pt idx="213">
                  <c:v>2019-07</c:v>
                </c:pt>
                <c:pt idx="214">
                  <c:v>2019-07</c:v>
                </c:pt>
                <c:pt idx="215">
                  <c:v>2019-08</c:v>
                </c:pt>
                <c:pt idx="216">
                  <c:v>2019-08</c:v>
                </c:pt>
                <c:pt idx="217">
                  <c:v>2019-08</c:v>
                </c:pt>
                <c:pt idx="218">
                  <c:v>2019-08</c:v>
                </c:pt>
                <c:pt idx="219">
                  <c:v>2019-08</c:v>
                </c:pt>
                <c:pt idx="220">
                  <c:v>2019-09</c:v>
                </c:pt>
                <c:pt idx="221">
                  <c:v>2019-09</c:v>
                </c:pt>
                <c:pt idx="222">
                  <c:v>2019-09</c:v>
                </c:pt>
                <c:pt idx="223">
                  <c:v>2019-09</c:v>
                </c:pt>
                <c:pt idx="224">
                  <c:v>2019-10</c:v>
                </c:pt>
                <c:pt idx="225">
                  <c:v>2019-10</c:v>
                </c:pt>
                <c:pt idx="226">
                  <c:v>2019-10</c:v>
                </c:pt>
                <c:pt idx="227">
                  <c:v>2019-10</c:v>
                </c:pt>
                <c:pt idx="228">
                  <c:v>2019-11</c:v>
                </c:pt>
                <c:pt idx="229">
                  <c:v>2019-11</c:v>
                </c:pt>
                <c:pt idx="230">
                  <c:v>2019-11</c:v>
                </c:pt>
                <c:pt idx="231">
                  <c:v>2019-11</c:v>
                </c:pt>
                <c:pt idx="232">
                  <c:v>2019-11</c:v>
                </c:pt>
                <c:pt idx="233">
                  <c:v>2019-12</c:v>
                </c:pt>
                <c:pt idx="234">
                  <c:v>2019-12</c:v>
                </c:pt>
                <c:pt idx="235">
                  <c:v>2019-12</c:v>
                </c:pt>
                <c:pt idx="236">
                  <c:v>2019-12</c:v>
                </c:pt>
                <c:pt idx="237">
                  <c:v>2020-01</c:v>
                </c:pt>
                <c:pt idx="238">
                  <c:v>2020-01</c:v>
                </c:pt>
                <c:pt idx="239">
                  <c:v>2020-01</c:v>
                </c:pt>
                <c:pt idx="240">
                  <c:v>2020-01</c:v>
                </c:pt>
                <c:pt idx="241">
                  <c:v>2020-01</c:v>
                </c:pt>
                <c:pt idx="242">
                  <c:v>2020-02</c:v>
                </c:pt>
                <c:pt idx="243">
                  <c:v>2020-02</c:v>
                </c:pt>
                <c:pt idx="244">
                  <c:v>2020-02</c:v>
                </c:pt>
                <c:pt idx="245">
                  <c:v>2020-02</c:v>
                </c:pt>
                <c:pt idx="246">
                  <c:v>2020-03</c:v>
                </c:pt>
                <c:pt idx="247">
                  <c:v>2020-03</c:v>
                </c:pt>
                <c:pt idx="248">
                  <c:v>2020-03</c:v>
                </c:pt>
                <c:pt idx="249">
                  <c:v>2020-03</c:v>
                </c:pt>
                <c:pt idx="250">
                  <c:v>2020-04</c:v>
                </c:pt>
                <c:pt idx="251">
                  <c:v>2020-04</c:v>
                </c:pt>
                <c:pt idx="252">
                  <c:v>2020-04</c:v>
                </c:pt>
                <c:pt idx="253">
                  <c:v>2020-04</c:v>
                </c:pt>
                <c:pt idx="254">
                  <c:v>2020-05</c:v>
                </c:pt>
                <c:pt idx="255">
                  <c:v>2020-05</c:v>
                </c:pt>
                <c:pt idx="256">
                  <c:v>2020-05</c:v>
                </c:pt>
                <c:pt idx="257">
                  <c:v>2020-05</c:v>
                </c:pt>
                <c:pt idx="258">
                  <c:v>2020-05</c:v>
                </c:pt>
                <c:pt idx="259">
                  <c:v>2020-06</c:v>
                </c:pt>
                <c:pt idx="260">
                  <c:v>2020-06</c:v>
                </c:pt>
                <c:pt idx="261">
                  <c:v>2020-06</c:v>
                </c:pt>
                <c:pt idx="262">
                  <c:v>2020-06</c:v>
                </c:pt>
                <c:pt idx="263">
                  <c:v>2020-07</c:v>
                </c:pt>
                <c:pt idx="264">
                  <c:v>2020-07</c:v>
                </c:pt>
                <c:pt idx="265">
                  <c:v>2020-07</c:v>
                </c:pt>
                <c:pt idx="266">
                  <c:v>2020-07</c:v>
                </c:pt>
                <c:pt idx="267">
                  <c:v>2020-07</c:v>
                </c:pt>
                <c:pt idx="268">
                  <c:v>2020-08</c:v>
                </c:pt>
                <c:pt idx="269">
                  <c:v>2020-08</c:v>
                </c:pt>
                <c:pt idx="270">
                  <c:v>2020-08</c:v>
                </c:pt>
                <c:pt idx="271">
                  <c:v>2020-08</c:v>
                </c:pt>
                <c:pt idx="272">
                  <c:v>2020-09</c:v>
                </c:pt>
                <c:pt idx="273">
                  <c:v>2020-09</c:v>
                </c:pt>
                <c:pt idx="274">
                  <c:v>2020-09</c:v>
                </c:pt>
                <c:pt idx="275">
                  <c:v>2020-09</c:v>
                </c:pt>
                <c:pt idx="276">
                  <c:v>2020-10</c:v>
                </c:pt>
                <c:pt idx="277">
                  <c:v>2020-10</c:v>
                </c:pt>
                <c:pt idx="278">
                  <c:v>2020-10</c:v>
                </c:pt>
                <c:pt idx="279">
                  <c:v>2020-10</c:v>
                </c:pt>
                <c:pt idx="280">
                  <c:v>2020-10</c:v>
                </c:pt>
                <c:pt idx="281">
                  <c:v>2020-11</c:v>
                </c:pt>
                <c:pt idx="282">
                  <c:v>2020-11</c:v>
                </c:pt>
                <c:pt idx="283">
                  <c:v>2020-11</c:v>
                </c:pt>
                <c:pt idx="284">
                  <c:v>2020-11</c:v>
                </c:pt>
                <c:pt idx="285">
                  <c:v>2020-12</c:v>
                </c:pt>
                <c:pt idx="286">
                  <c:v>2020-12</c:v>
                </c:pt>
                <c:pt idx="287">
                  <c:v>2020-12</c:v>
                </c:pt>
                <c:pt idx="288">
                  <c:v>2020-12</c:v>
                </c:pt>
                <c:pt idx="289">
                  <c:v>2021-01</c:v>
                </c:pt>
                <c:pt idx="290">
                  <c:v>2021-01</c:v>
                </c:pt>
                <c:pt idx="291">
                  <c:v>2021-01</c:v>
                </c:pt>
                <c:pt idx="292">
                  <c:v>2021-01</c:v>
                </c:pt>
                <c:pt idx="293">
                  <c:v>2021-01</c:v>
                </c:pt>
                <c:pt idx="294">
                  <c:v>2021-02</c:v>
                </c:pt>
                <c:pt idx="295">
                  <c:v>2021-02</c:v>
                </c:pt>
                <c:pt idx="296">
                  <c:v>2021-02</c:v>
                </c:pt>
                <c:pt idx="297">
                  <c:v>2021-02</c:v>
                </c:pt>
                <c:pt idx="298">
                  <c:v>2021-03</c:v>
                </c:pt>
                <c:pt idx="299">
                  <c:v>2021-03</c:v>
                </c:pt>
                <c:pt idx="300">
                  <c:v>2021-03</c:v>
                </c:pt>
                <c:pt idx="301">
                  <c:v>2021-03</c:v>
                </c:pt>
                <c:pt idx="302">
                  <c:v>2021-04</c:v>
                </c:pt>
                <c:pt idx="303">
                  <c:v>2021-04</c:v>
                </c:pt>
                <c:pt idx="304">
                  <c:v>2021-04</c:v>
                </c:pt>
                <c:pt idx="305">
                  <c:v>2021-04</c:v>
                </c:pt>
                <c:pt idx="306">
                  <c:v>2021-04</c:v>
                </c:pt>
                <c:pt idx="307">
                  <c:v>2021-05</c:v>
                </c:pt>
                <c:pt idx="308">
                  <c:v>2021-05</c:v>
                </c:pt>
                <c:pt idx="309">
                  <c:v>2021-05</c:v>
                </c:pt>
                <c:pt idx="310">
                  <c:v>2021-05</c:v>
                </c:pt>
                <c:pt idx="311">
                  <c:v>2021-06</c:v>
                </c:pt>
                <c:pt idx="312">
                  <c:v>2021-06</c:v>
                </c:pt>
                <c:pt idx="313">
                  <c:v>2021-06</c:v>
                </c:pt>
                <c:pt idx="314">
                  <c:v>2021-06</c:v>
                </c:pt>
                <c:pt idx="315">
                  <c:v>2021-07</c:v>
                </c:pt>
                <c:pt idx="316">
                  <c:v>2021-07</c:v>
                </c:pt>
                <c:pt idx="317">
                  <c:v>2021-07</c:v>
                </c:pt>
                <c:pt idx="318">
                  <c:v>2021-07</c:v>
                </c:pt>
                <c:pt idx="319">
                  <c:v>2021-07</c:v>
                </c:pt>
                <c:pt idx="320">
                  <c:v>2021-08</c:v>
                </c:pt>
                <c:pt idx="321">
                  <c:v>2021-08</c:v>
                </c:pt>
                <c:pt idx="322">
                  <c:v>2021-08</c:v>
                </c:pt>
                <c:pt idx="323">
                  <c:v>2021-08</c:v>
                </c:pt>
                <c:pt idx="324">
                  <c:v>2021-09</c:v>
                </c:pt>
                <c:pt idx="325">
                  <c:v>2021-09</c:v>
                </c:pt>
                <c:pt idx="326">
                  <c:v>2021-09</c:v>
                </c:pt>
                <c:pt idx="327">
                  <c:v>2021-09</c:v>
                </c:pt>
                <c:pt idx="328">
                  <c:v>2021-10</c:v>
                </c:pt>
                <c:pt idx="329">
                  <c:v>2021-10</c:v>
                </c:pt>
                <c:pt idx="330">
                  <c:v>2021-10</c:v>
                </c:pt>
                <c:pt idx="331">
                  <c:v>2021-10</c:v>
                </c:pt>
                <c:pt idx="332">
                  <c:v>2021-10</c:v>
                </c:pt>
                <c:pt idx="333">
                  <c:v>2021-11</c:v>
                </c:pt>
                <c:pt idx="334">
                  <c:v>2021-11</c:v>
                </c:pt>
                <c:pt idx="335">
                  <c:v>2021-11</c:v>
                </c:pt>
                <c:pt idx="336">
                  <c:v>2021-11</c:v>
                </c:pt>
                <c:pt idx="337">
                  <c:v>2021-12</c:v>
                </c:pt>
                <c:pt idx="338">
                  <c:v>2021-12</c:v>
                </c:pt>
                <c:pt idx="339">
                  <c:v>2021-12</c:v>
                </c:pt>
                <c:pt idx="340">
                  <c:v>2021-12</c:v>
                </c:pt>
                <c:pt idx="341">
                  <c:v>2021-12</c:v>
                </c:pt>
                <c:pt idx="342">
                  <c:v>2022-01</c:v>
                </c:pt>
                <c:pt idx="343">
                  <c:v>2022-01</c:v>
                </c:pt>
                <c:pt idx="344">
                  <c:v>2022-01</c:v>
                </c:pt>
                <c:pt idx="345">
                  <c:v>2022-01</c:v>
                </c:pt>
                <c:pt idx="346">
                  <c:v>2022-02</c:v>
                </c:pt>
                <c:pt idx="347">
                  <c:v>2022-02</c:v>
                </c:pt>
                <c:pt idx="348">
                  <c:v>2022-02</c:v>
                </c:pt>
                <c:pt idx="349">
                  <c:v>2022-02</c:v>
                </c:pt>
                <c:pt idx="350">
                  <c:v>2022-03</c:v>
                </c:pt>
                <c:pt idx="351">
                  <c:v>2022-03</c:v>
                </c:pt>
                <c:pt idx="352">
                  <c:v>2022-03</c:v>
                </c:pt>
                <c:pt idx="353">
                  <c:v>2022-03</c:v>
                </c:pt>
                <c:pt idx="354">
                  <c:v>2022-04</c:v>
                </c:pt>
                <c:pt idx="355">
                  <c:v>2022-04</c:v>
                </c:pt>
                <c:pt idx="356">
                  <c:v>2022-04</c:v>
                </c:pt>
                <c:pt idx="357">
                  <c:v>2022-04</c:v>
                </c:pt>
                <c:pt idx="358">
                  <c:v>2022-04</c:v>
                </c:pt>
                <c:pt idx="359">
                  <c:v>2022-05</c:v>
                </c:pt>
                <c:pt idx="360">
                  <c:v>2022-05</c:v>
                </c:pt>
                <c:pt idx="361">
                  <c:v>2022-05</c:v>
                </c:pt>
                <c:pt idx="362">
                  <c:v>2022-05</c:v>
                </c:pt>
                <c:pt idx="363">
                  <c:v>2022-06</c:v>
                </c:pt>
                <c:pt idx="364">
                  <c:v>2022-06</c:v>
                </c:pt>
                <c:pt idx="365">
                  <c:v>2022-06</c:v>
                </c:pt>
                <c:pt idx="366">
                  <c:v>2022-06</c:v>
                </c:pt>
                <c:pt idx="367">
                  <c:v>2022-07</c:v>
                </c:pt>
                <c:pt idx="368">
                  <c:v>2022-07</c:v>
                </c:pt>
                <c:pt idx="369">
                  <c:v>2022-07</c:v>
                </c:pt>
                <c:pt idx="370">
                  <c:v>2022-07</c:v>
                </c:pt>
                <c:pt idx="371">
                  <c:v>2022-07</c:v>
                </c:pt>
                <c:pt idx="372">
                  <c:v>2022-08</c:v>
                </c:pt>
                <c:pt idx="373">
                  <c:v>2022-08</c:v>
                </c:pt>
                <c:pt idx="374">
                  <c:v>2022-08</c:v>
                </c:pt>
                <c:pt idx="375">
                  <c:v>2022-08</c:v>
                </c:pt>
                <c:pt idx="376">
                  <c:v>2022-09</c:v>
                </c:pt>
                <c:pt idx="377">
                  <c:v>2022-09</c:v>
                </c:pt>
                <c:pt idx="378">
                  <c:v>2022-09</c:v>
                </c:pt>
                <c:pt idx="379">
                  <c:v>2022-09</c:v>
                </c:pt>
                <c:pt idx="380">
                  <c:v>2022-09</c:v>
                </c:pt>
                <c:pt idx="381">
                  <c:v>2022-10</c:v>
                </c:pt>
                <c:pt idx="382">
                  <c:v>2022-10</c:v>
                </c:pt>
                <c:pt idx="383">
                  <c:v>2022-10</c:v>
                </c:pt>
                <c:pt idx="384">
                  <c:v>2022-10</c:v>
                </c:pt>
                <c:pt idx="385">
                  <c:v>2022-11</c:v>
                </c:pt>
                <c:pt idx="386">
                  <c:v>2022-11</c:v>
                </c:pt>
                <c:pt idx="387">
                  <c:v>2022-11</c:v>
                </c:pt>
                <c:pt idx="388">
                  <c:v>2022-11</c:v>
                </c:pt>
                <c:pt idx="389">
                  <c:v>2022-12</c:v>
                </c:pt>
                <c:pt idx="390">
                  <c:v>2022-12</c:v>
                </c:pt>
                <c:pt idx="391">
                  <c:v>2022-12</c:v>
                </c:pt>
                <c:pt idx="392">
                  <c:v>2022-12</c:v>
                </c:pt>
                <c:pt idx="393">
                  <c:v>2022-12</c:v>
                </c:pt>
                <c:pt idx="394">
                  <c:v>2023-01</c:v>
                </c:pt>
                <c:pt idx="395">
                  <c:v>2023-01</c:v>
                </c:pt>
                <c:pt idx="396">
                  <c:v>2023-01</c:v>
                </c:pt>
                <c:pt idx="397">
                  <c:v>2023-01</c:v>
                </c:pt>
                <c:pt idx="398">
                  <c:v>2023-02</c:v>
                </c:pt>
                <c:pt idx="399">
                  <c:v>2023-02</c:v>
                </c:pt>
                <c:pt idx="400">
                  <c:v>2023-02</c:v>
                </c:pt>
                <c:pt idx="401">
                  <c:v>2023-02</c:v>
                </c:pt>
                <c:pt idx="402">
                  <c:v>2023-03</c:v>
                </c:pt>
                <c:pt idx="403">
                  <c:v>2023-03</c:v>
                </c:pt>
                <c:pt idx="404">
                  <c:v>2023-03</c:v>
                </c:pt>
                <c:pt idx="405">
                  <c:v>2023-03</c:v>
                </c:pt>
                <c:pt idx="406">
                  <c:v>2023-03</c:v>
                </c:pt>
                <c:pt idx="407">
                  <c:v>2023-04</c:v>
                </c:pt>
                <c:pt idx="408">
                  <c:v>2023-04</c:v>
                </c:pt>
                <c:pt idx="409">
                  <c:v>2023-04</c:v>
                </c:pt>
                <c:pt idx="410">
                  <c:v>2023-04</c:v>
                </c:pt>
                <c:pt idx="411">
                  <c:v>2023-05</c:v>
                </c:pt>
                <c:pt idx="412">
                  <c:v>2023-05</c:v>
                </c:pt>
                <c:pt idx="413">
                  <c:v>2023-05</c:v>
                </c:pt>
                <c:pt idx="414">
                  <c:v>2023-05</c:v>
                </c:pt>
                <c:pt idx="415">
                  <c:v>2023-06</c:v>
                </c:pt>
                <c:pt idx="416">
                  <c:v>2023-06</c:v>
                </c:pt>
                <c:pt idx="417">
                  <c:v>2023-06</c:v>
                </c:pt>
                <c:pt idx="418">
                  <c:v>2023-06</c:v>
                </c:pt>
                <c:pt idx="419">
                  <c:v>2023-06</c:v>
                </c:pt>
                <c:pt idx="420">
                  <c:v>2023-07</c:v>
                </c:pt>
                <c:pt idx="421">
                  <c:v>2023-07</c:v>
                </c:pt>
                <c:pt idx="422">
                  <c:v>2023-07</c:v>
                </c:pt>
                <c:pt idx="423">
                  <c:v>2023-07</c:v>
                </c:pt>
                <c:pt idx="424">
                  <c:v>2023-08</c:v>
                </c:pt>
                <c:pt idx="425">
                  <c:v>2023-08</c:v>
                </c:pt>
                <c:pt idx="426">
                  <c:v>2023-08</c:v>
                </c:pt>
                <c:pt idx="427">
                  <c:v>2023-08</c:v>
                </c:pt>
                <c:pt idx="428">
                  <c:v>2023-09</c:v>
                </c:pt>
                <c:pt idx="429">
                  <c:v>2023-09</c:v>
                </c:pt>
                <c:pt idx="430">
                  <c:v>2023-09</c:v>
                </c:pt>
                <c:pt idx="431">
                  <c:v>2023-09</c:v>
                </c:pt>
                <c:pt idx="432">
                  <c:v>2023-09</c:v>
                </c:pt>
                <c:pt idx="433">
                  <c:v>2023-10</c:v>
                </c:pt>
                <c:pt idx="434">
                  <c:v>2023-10</c:v>
                </c:pt>
                <c:pt idx="435">
                  <c:v>2023-10</c:v>
                </c:pt>
                <c:pt idx="436">
                  <c:v>2023-10</c:v>
                </c:pt>
                <c:pt idx="437">
                  <c:v>2023-11</c:v>
                </c:pt>
                <c:pt idx="438">
                  <c:v>2023-11</c:v>
                </c:pt>
                <c:pt idx="439">
                  <c:v>2023-11</c:v>
                </c:pt>
                <c:pt idx="440">
                  <c:v>2023-11</c:v>
                </c:pt>
                <c:pt idx="441">
                  <c:v>2023-12</c:v>
                </c:pt>
                <c:pt idx="442">
                  <c:v>2023-12</c:v>
                </c:pt>
                <c:pt idx="443">
                  <c:v>2023-12</c:v>
                </c:pt>
                <c:pt idx="444">
                  <c:v>2023-12</c:v>
                </c:pt>
                <c:pt idx="445">
                  <c:v>2023-12</c:v>
                </c:pt>
                <c:pt idx="446">
                  <c:v>2024-01</c:v>
                </c:pt>
                <c:pt idx="447">
                  <c:v>2024-01</c:v>
                </c:pt>
                <c:pt idx="448">
                  <c:v>2024-01</c:v>
                </c:pt>
                <c:pt idx="449">
                  <c:v>2024-01</c:v>
                </c:pt>
                <c:pt idx="450">
                  <c:v>2024-02</c:v>
                </c:pt>
                <c:pt idx="451">
                  <c:v>2024-02</c:v>
                </c:pt>
                <c:pt idx="452">
                  <c:v>2024-02</c:v>
                </c:pt>
                <c:pt idx="453">
                  <c:v>2024-02</c:v>
                </c:pt>
                <c:pt idx="454">
                  <c:v>2024-03</c:v>
                </c:pt>
                <c:pt idx="455">
                  <c:v>2024-03</c:v>
                </c:pt>
                <c:pt idx="456">
                  <c:v>2024-03</c:v>
                </c:pt>
                <c:pt idx="457">
                  <c:v>2024-03</c:v>
                </c:pt>
                <c:pt idx="458">
                  <c:v>2024-03</c:v>
                </c:pt>
                <c:pt idx="459">
                  <c:v>2024-04</c:v>
                </c:pt>
                <c:pt idx="460">
                  <c:v>2024-04</c:v>
                </c:pt>
                <c:pt idx="461">
                  <c:v>2024-04</c:v>
                </c:pt>
                <c:pt idx="462">
                  <c:v>2024-04</c:v>
                </c:pt>
                <c:pt idx="463">
                  <c:v>2024-05</c:v>
                </c:pt>
                <c:pt idx="464">
                  <c:v>2024-05</c:v>
                </c:pt>
                <c:pt idx="465">
                  <c:v>2024-05</c:v>
                </c:pt>
                <c:pt idx="466">
                  <c:v>2024-05</c:v>
                </c:pt>
                <c:pt idx="467">
                  <c:v>2024-05</c:v>
                </c:pt>
                <c:pt idx="468">
                  <c:v>2024-06</c:v>
                </c:pt>
                <c:pt idx="469">
                  <c:v>2024-06</c:v>
                </c:pt>
                <c:pt idx="470">
                  <c:v>2024-06</c:v>
                </c:pt>
                <c:pt idx="471">
                  <c:v>2024-06</c:v>
                </c:pt>
                <c:pt idx="472">
                  <c:v>2024-07</c:v>
                </c:pt>
                <c:pt idx="473">
                  <c:v>2024-07</c:v>
                </c:pt>
                <c:pt idx="474">
                  <c:v>2024-07</c:v>
                </c:pt>
                <c:pt idx="475">
                  <c:v>2024-07</c:v>
                </c:pt>
                <c:pt idx="476">
                  <c:v>2024-08</c:v>
                </c:pt>
                <c:pt idx="477">
                  <c:v>2024-08</c:v>
                </c:pt>
                <c:pt idx="478">
                  <c:v>2024-08</c:v>
                </c:pt>
                <c:pt idx="479">
                  <c:v>2024-08</c:v>
                </c:pt>
                <c:pt idx="480">
                  <c:v>2024-08</c:v>
                </c:pt>
                <c:pt idx="481">
                  <c:v>2024-09</c:v>
                </c:pt>
                <c:pt idx="482">
                  <c:v>2024-09</c:v>
                </c:pt>
                <c:pt idx="483">
                  <c:v>2024-09</c:v>
                </c:pt>
                <c:pt idx="484">
                  <c:v>2024-09</c:v>
                </c:pt>
                <c:pt idx="485">
                  <c:v>2024-10</c:v>
                </c:pt>
                <c:pt idx="486">
                  <c:v>2024-10</c:v>
                </c:pt>
                <c:pt idx="487">
                  <c:v>2024-10</c:v>
                </c:pt>
                <c:pt idx="488">
                  <c:v>2024-10</c:v>
                </c:pt>
                <c:pt idx="489">
                  <c:v>2024-11</c:v>
                </c:pt>
                <c:pt idx="490">
                  <c:v>2024-11</c:v>
                </c:pt>
                <c:pt idx="491">
                  <c:v>2024-11</c:v>
                </c:pt>
                <c:pt idx="492">
                  <c:v>2024-11</c:v>
                </c:pt>
                <c:pt idx="493">
                  <c:v>2024-11</c:v>
                </c:pt>
                <c:pt idx="494">
                  <c:v>2024-12</c:v>
                </c:pt>
                <c:pt idx="495">
                  <c:v>2024-12</c:v>
                </c:pt>
                <c:pt idx="496">
                  <c:v>2024-12</c:v>
                </c:pt>
                <c:pt idx="497">
                  <c:v>2024-12</c:v>
                </c:pt>
                <c:pt idx="498">
                  <c:v>2025-01</c:v>
                </c:pt>
                <c:pt idx="499">
                  <c:v>2025-01</c:v>
                </c:pt>
                <c:pt idx="500">
                  <c:v>2025-01</c:v>
                </c:pt>
                <c:pt idx="501">
                  <c:v>2025-01</c:v>
                </c:pt>
                <c:pt idx="502">
                  <c:v>2025-01</c:v>
                </c:pt>
                <c:pt idx="503">
                  <c:v>2025-02</c:v>
                </c:pt>
                <c:pt idx="504">
                  <c:v>2025-02</c:v>
                </c:pt>
                <c:pt idx="505">
                  <c:v>2025-02</c:v>
                </c:pt>
                <c:pt idx="506">
                  <c:v>2025-02</c:v>
                </c:pt>
                <c:pt idx="507">
                  <c:v>2025-03</c:v>
                </c:pt>
                <c:pt idx="508">
                  <c:v>2025-03</c:v>
                </c:pt>
                <c:pt idx="509">
                  <c:v>2025-03</c:v>
                </c:pt>
                <c:pt idx="510">
                  <c:v>2025-03</c:v>
                </c:pt>
                <c:pt idx="511">
                  <c:v>2025-04</c:v>
                </c:pt>
                <c:pt idx="512">
                  <c:v>2025-04</c:v>
                </c:pt>
                <c:pt idx="513">
                  <c:v>2025-04</c:v>
                </c:pt>
                <c:pt idx="514">
                  <c:v>2025-04</c:v>
                </c:pt>
                <c:pt idx="515">
                  <c:v>2025-05</c:v>
                </c:pt>
                <c:pt idx="516">
                  <c:v>2025-05</c:v>
                </c:pt>
                <c:pt idx="517">
                  <c:v>2025-05</c:v>
                </c:pt>
                <c:pt idx="518">
                  <c:v>2025-05</c:v>
                </c:pt>
                <c:pt idx="519">
                  <c:v>2025-05</c:v>
                </c:pt>
                <c:pt idx="520">
                  <c:v>2025-06</c:v>
                </c:pt>
                <c:pt idx="521">
                  <c:v>2025-06</c:v>
                </c:pt>
                <c:pt idx="522">
                  <c:v>2025-06</c:v>
                </c:pt>
                <c:pt idx="523">
                  <c:v>2025-06</c:v>
                </c:pt>
                <c:pt idx="524">
                  <c:v>2025-07</c:v>
                </c:pt>
                <c:pt idx="525">
                  <c:v>2025-07</c:v>
                </c:pt>
                <c:pt idx="526">
                  <c:v>2025-07</c:v>
                </c:pt>
                <c:pt idx="527">
                  <c:v>2025-07</c:v>
                </c:pt>
                <c:pt idx="528">
                  <c:v>2025-08</c:v>
                </c:pt>
                <c:pt idx="529">
                  <c:v>2025-08</c:v>
                </c:pt>
                <c:pt idx="530">
                  <c:v>2025-08</c:v>
                </c:pt>
                <c:pt idx="531">
                  <c:v>2025-08</c:v>
                </c:pt>
                <c:pt idx="532">
                  <c:v>2025-08</c:v>
                </c:pt>
                <c:pt idx="533">
                  <c:v>2025-09</c:v>
                </c:pt>
                <c:pt idx="534">
                  <c:v>2025-09</c:v>
                </c:pt>
                <c:pt idx="535">
                  <c:v>2025-09</c:v>
                </c:pt>
                <c:pt idx="536">
                  <c:v>2025-09</c:v>
                </c:pt>
                <c:pt idx="537">
                  <c:v>2025-10</c:v>
                </c:pt>
                <c:pt idx="538">
                  <c:v>2025-10</c:v>
                </c:pt>
                <c:pt idx="539">
                  <c:v>2025-10</c:v>
                </c:pt>
                <c:pt idx="540">
                  <c:v>2025-10</c:v>
                </c:pt>
                <c:pt idx="541">
                  <c:v>2025-10</c:v>
                </c:pt>
                <c:pt idx="542">
                  <c:v>2025-11</c:v>
                </c:pt>
                <c:pt idx="543">
                  <c:v>2025-11</c:v>
                </c:pt>
                <c:pt idx="544">
                  <c:v>2025-11</c:v>
                </c:pt>
                <c:pt idx="545">
                  <c:v>2025-11</c:v>
                </c:pt>
                <c:pt idx="546">
                  <c:v>2025-12</c:v>
                </c:pt>
                <c:pt idx="547">
                  <c:v>2025-12</c:v>
                </c:pt>
                <c:pt idx="548">
                  <c:v>2025-12</c:v>
                </c:pt>
                <c:pt idx="549">
                  <c:v>2025-12</c:v>
                </c:pt>
                <c:pt idx="550">
                  <c:v>2026-01</c:v>
                </c:pt>
                <c:pt idx="551">
                  <c:v>2026-01</c:v>
                </c:pt>
                <c:pt idx="552">
                  <c:v>2026-01</c:v>
                </c:pt>
                <c:pt idx="553">
                  <c:v>2026-01</c:v>
                </c:pt>
                <c:pt idx="554">
                  <c:v>2026-01</c:v>
                </c:pt>
                <c:pt idx="555">
                  <c:v>2026-02</c:v>
                </c:pt>
                <c:pt idx="556">
                  <c:v>2026-02</c:v>
                </c:pt>
                <c:pt idx="557">
                  <c:v>2026-02</c:v>
                </c:pt>
                <c:pt idx="558">
                  <c:v>2026-02</c:v>
                </c:pt>
                <c:pt idx="559">
                  <c:v>2026-03</c:v>
                </c:pt>
                <c:pt idx="560">
                  <c:v>2026-03</c:v>
                </c:pt>
                <c:pt idx="561">
                  <c:v>2026-03</c:v>
                </c:pt>
                <c:pt idx="562">
                  <c:v>2026-03</c:v>
                </c:pt>
                <c:pt idx="563">
                  <c:v>2026-04</c:v>
                </c:pt>
                <c:pt idx="564">
                  <c:v>2026-04</c:v>
                </c:pt>
                <c:pt idx="565">
                  <c:v>2026-04</c:v>
                </c:pt>
                <c:pt idx="566">
                  <c:v>2026-04</c:v>
                </c:pt>
                <c:pt idx="567">
                  <c:v>2026-05</c:v>
                </c:pt>
                <c:pt idx="568">
                  <c:v>2026-05</c:v>
                </c:pt>
                <c:pt idx="569">
                  <c:v>2026-05</c:v>
                </c:pt>
                <c:pt idx="570">
                  <c:v>2026-05</c:v>
                </c:pt>
                <c:pt idx="571">
                  <c:v>2026-05</c:v>
                </c:pt>
                <c:pt idx="572">
                  <c:v>2026-06</c:v>
                </c:pt>
                <c:pt idx="573">
                  <c:v>2026-06</c:v>
                </c:pt>
                <c:pt idx="574">
                  <c:v>2026-06</c:v>
                </c:pt>
                <c:pt idx="575">
                  <c:v>2026-06</c:v>
                </c:pt>
                <c:pt idx="576">
                  <c:v>2026-07</c:v>
                </c:pt>
                <c:pt idx="577">
                  <c:v>2026-07</c:v>
                </c:pt>
                <c:pt idx="578">
                  <c:v>2026-07</c:v>
                </c:pt>
                <c:pt idx="579">
                  <c:v>2026-07</c:v>
                </c:pt>
                <c:pt idx="580">
                  <c:v>2026-07</c:v>
                </c:pt>
                <c:pt idx="581">
                  <c:v>2026-08</c:v>
                </c:pt>
                <c:pt idx="582">
                  <c:v>2026-08</c:v>
                </c:pt>
              </c:strCache>
            </c:strRef>
          </c:cat>
          <c:val>
            <c:numRef>
              <c:f>Sheet1!$D$2:$D$584</c:f>
              <c:numCache>
                <c:formatCode>0.0</c:formatCode>
                <c:ptCount val="583"/>
                <c:pt idx="141">
                  <c:v>1.506</c:v>
                </c:pt>
                <c:pt idx="168">
                  <c:v>1.534</c:v>
                </c:pt>
                <c:pt idx="178">
                  <c:v>1.55</c:v>
                </c:pt>
                <c:pt idx="191">
                  <c:v>1.598</c:v>
                </c:pt>
                <c:pt idx="221">
                  <c:v>1.59</c:v>
                </c:pt>
                <c:pt idx="251">
                  <c:v>1.785</c:v>
                </c:pt>
                <c:pt idx="271">
                  <c:v>1.564</c:v>
                </c:pt>
                <c:pt idx="296">
                  <c:v>1.544</c:v>
                </c:pt>
                <c:pt idx="355">
                  <c:v>1.563</c:v>
                </c:pt>
                <c:pt idx="390">
                  <c:v>1.566</c:v>
                </c:pt>
                <c:pt idx="495">
                  <c:v>1.777</c:v>
                </c:pt>
                <c:pt idx="505">
                  <c:v>1.551</c:v>
                </c:pt>
                <c:pt idx="556">
                  <c:v>1.679</c:v>
                </c:pt>
              </c:numCache>
            </c:numRef>
          </c:val>
          <c:smooth val="0"/>
        </c:ser>
        <c:dLbls>
          <c:showLegendKey val="0"/>
          <c:showVal val="0"/>
          <c:showCatName val="0"/>
          <c:showSerName val="0"/>
          <c:showPercent val="0"/>
          <c:showBubbleSize val="0"/>
        </c:dLbls>
        <c:marker val="1"/>
        <c:axId val="530000001"/>
        <c:axId val="530000002"/>
      </c:lineChart>
      <c:catAx>
        <c:axId val="530000001"/>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30000002"/>
        <c:crosses val="autoZero"/>
        <c:auto val="1"/>
        <c:lblAlgn val="ctr"/>
        <c:lblOffset val="100"/>
        <c:tickLblSkip val="78"/>
        <c:tickMarkSkip val="78"/>
        <c:noMultiLvlLbl val="0"/>
      </c:catAx>
      <c:valAx>
        <c:axId val="53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0" sourceLinked="0"/>
        <c:majorTickMark val="none"/>
        <c:minorTickMark val="none"/>
        <c:tickLblPos val="nextTo"/>
        <c:spPr>
          <a:noFill/>
          <a:ln>
            <a:noFill/>
          </a:ln>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30000001"/>
        <c:crosses val="autoZero"/>
        <c:crossBetween val="between"/>
      </c:valAx>
    </c:plotArea>
    <c:legend>
      <c:legendPos val="b"/>
      <c:overlay val="0"/>
      <c:txPr>
        <a:bodyPr/>
        <a:lstStyle/>
        <a:p>
          <a:pPr>
            <a:defRPr sz="800">
              <a:latin typeface="Roboto Light"/>
            </a:defRPr>
          </a:pPr>
          <a:endParaRPr lang="en-US"/>
        </a:p>
      </c:txPr>
    </c:legend>
    <c:plotVisOnly val="1"/>
    <c:dispBlanksAs val="gap"/>
  </c:chart>
  <c:spPr>
    <a:noFill/>
    <a:ln>
      <a:noFill/>
    </a:ln>
  </c:spPr>
  <c:txPr>
    <a:bodyPr/>
    <a:lstStyle/>
    <a:p>
      <a:pPr>
        <a:defRPr sz="900">
          <a:latin typeface="Roboto Light"/>
          <a:ea typeface="Roboto Light"/>
          <a:cs typeface="Roboto Light"/>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lineChart>
        <c:grouping val="standard"/>
        <c:varyColors val="0"/>
        <c:ser>
          <c:idx val="0"/>
          <c:order val="0"/>
          <c:tx>
            <c:strRef>
              <c:f>Sheet1!$B$1</c:f>
              <c:strCache>
                <c:ptCount val="1"/>
                <c:pt idx="0">
                  <c:v>Strategy</c:v>
                </c:pt>
              </c:strCache>
            </c:strRef>
          </c:tx>
          <c:spPr>
            <a:ln w="19050" cap="rnd">
              <a:solidFill>
                <a:srgbClr val="1F2F44"/>
              </a:solidFill>
              <a:round/>
            </a:ln>
          </c:spPr>
          <c:marker>
            <c:symbol val="none"/>
          </c:marker>
          <c:cat>
            <c:strRef>
              <c:f>Sheet1!$A$2:$A$641</c:f>
              <c:strCache>
                <c:ptCount val="640"/>
                <c:pt idx="0">
                  <c:v>2014-05</c:v>
                </c:pt>
                <c:pt idx="1">
                  <c:v>2014-05</c:v>
                </c:pt>
                <c:pt idx="2">
                  <c:v>2014-05</c:v>
                </c:pt>
                <c:pt idx="3">
                  <c:v>2014-06</c:v>
                </c:pt>
                <c:pt idx="4">
                  <c:v>2014-06</c:v>
                </c:pt>
                <c:pt idx="5">
                  <c:v>2014-06</c:v>
                </c:pt>
                <c:pt idx="6">
                  <c:v>2014-06</c:v>
                </c:pt>
                <c:pt idx="7">
                  <c:v>2014-07</c:v>
                </c:pt>
                <c:pt idx="8">
                  <c:v>2014-07</c:v>
                </c:pt>
                <c:pt idx="9">
                  <c:v>2014-07</c:v>
                </c:pt>
                <c:pt idx="10">
                  <c:v>2014-07</c:v>
                </c:pt>
                <c:pt idx="11">
                  <c:v>2014-08</c:v>
                </c:pt>
                <c:pt idx="12">
                  <c:v>2014-08</c:v>
                </c:pt>
                <c:pt idx="13">
                  <c:v>2014-08</c:v>
                </c:pt>
                <c:pt idx="14">
                  <c:v>2014-08</c:v>
                </c:pt>
                <c:pt idx="15">
                  <c:v>2014-08</c:v>
                </c:pt>
                <c:pt idx="16">
                  <c:v>2014-09</c:v>
                </c:pt>
                <c:pt idx="17">
                  <c:v>2014-09</c:v>
                </c:pt>
                <c:pt idx="18">
                  <c:v>2014-09</c:v>
                </c:pt>
                <c:pt idx="19">
                  <c:v>2014-09</c:v>
                </c:pt>
                <c:pt idx="20">
                  <c:v>2014-10</c:v>
                </c:pt>
                <c:pt idx="21">
                  <c:v>2014-10</c:v>
                </c:pt>
                <c:pt idx="22">
                  <c:v>2014-10</c:v>
                </c:pt>
                <c:pt idx="23">
                  <c:v>2014-10</c:v>
                </c:pt>
                <c:pt idx="24">
                  <c:v>2014-10</c:v>
                </c:pt>
                <c:pt idx="25">
                  <c:v>2014-11</c:v>
                </c:pt>
                <c:pt idx="26">
                  <c:v>2014-11</c:v>
                </c:pt>
                <c:pt idx="27">
                  <c:v>2014-11</c:v>
                </c:pt>
                <c:pt idx="28">
                  <c:v>2014-11</c:v>
                </c:pt>
                <c:pt idx="29">
                  <c:v>2014-12</c:v>
                </c:pt>
                <c:pt idx="30">
                  <c:v>2014-12</c:v>
                </c:pt>
                <c:pt idx="31">
                  <c:v>2014-12</c:v>
                </c:pt>
                <c:pt idx="32">
                  <c:v>2014-12</c:v>
                </c:pt>
                <c:pt idx="33">
                  <c:v>2015-01</c:v>
                </c:pt>
                <c:pt idx="34">
                  <c:v>2015-01</c:v>
                </c:pt>
                <c:pt idx="35">
                  <c:v>2015-01</c:v>
                </c:pt>
                <c:pt idx="36">
                  <c:v>2015-01</c:v>
                </c:pt>
                <c:pt idx="37">
                  <c:v>2015-01</c:v>
                </c:pt>
                <c:pt idx="38">
                  <c:v>2015-02</c:v>
                </c:pt>
                <c:pt idx="39">
                  <c:v>2015-02</c:v>
                </c:pt>
                <c:pt idx="40">
                  <c:v>2015-02</c:v>
                </c:pt>
                <c:pt idx="41">
                  <c:v>2015-02</c:v>
                </c:pt>
                <c:pt idx="42">
                  <c:v>2015-03</c:v>
                </c:pt>
                <c:pt idx="43">
                  <c:v>2015-03</c:v>
                </c:pt>
                <c:pt idx="44">
                  <c:v>2015-03</c:v>
                </c:pt>
                <c:pt idx="45">
                  <c:v>2015-03</c:v>
                </c:pt>
                <c:pt idx="46">
                  <c:v>2015-04</c:v>
                </c:pt>
                <c:pt idx="47">
                  <c:v>2015-04</c:v>
                </c:pt>
                <c:pt idx="48">
                  <c:v>2015-04</c:v>
                </c:pt>
                <c:pt idx="49">
                  <c:v>2015-04</c:v>
                </c:pt>
                <c:pt idx="50">
                  <c:v>2015-05</c:v>
                </c:pt>
                <c:pt idx="51">
                  <c:v>2015-05</c:v>
                </c:pt>
                <c:pt idx="52">
                  <c:v>2015-05</c:v>
                </c:pt>
                <c:pt idx="53">
                  <c:v>2015-05</c:v>
                </c:pt>
                <c:pt idx="54">
                  <c:v>2015-05</c:v>
                </c:pt>
                <c:pt idx="55">
                  <c:v>2015-06</c:v>
                </c:pt>
                <c:pt idx="56">
                  <c:v>2015-06</c:v>
                </c:pt>
                <c:pt idx="57">
                  <c:v>2015-06</c:v>
                </c:pt>
                <c:pt idx="58">
                  <c:v>2015-06</c:v>
                </c:pt>
                <c:pt idx="59">
                  <c:v>2015-07</c:v>
                </c:pt>
                <c:pt idx="60">
                  <c:v>2015-07</c:v>
                </c:pt>
                <c:pt idx="61">
                  <c:v>2015-07</c:v>
                </c:pt>
                <c:pt idx="62">
                  <c:v>2015-07</c:v>
                </c:pt>
                <c:pt idx="63">
                  <c:v>2015-07</c:v>
                </c:pt>
                <c:pt idx="64">
                  <c:v>2015-08</c:v>
                </c:pt>
                <c:pt idx="65">
                  <c:v>2015-08</c:v>
                </c:pt>
                <c:pt idx="66">
                  <c:v>2015-08</c:v>
                </c:pt>
                <c:pt idx="67">
                  <c:v>2015-08</c:v>
                </c:pt>
                <c:pt idx="68">
                  <c:v>2015-09</c:v>
                </c:pt>
                <c:pt idx="69">
                  <c:v>2015-09</c:v>
                </c:pt>
                <c:pt idx="70">
                  <c:v>2015-09</c:v>
                </c:pt>
                <c:pt idx="71">
                  <c:v>2015-09</c:v>
                </c:pt>
                <c:pt idx="72">
                  <c:v>2015-10</c:v>
                </c:pt>
                <c:pt idx="73">
                  <c:v>2015-10</c:v>
                </c:pt>
                <c:pt idx="74">
                  <c:v>2015-10</c:v>
                </c:pt>
                <c:pt idx="75">
                  <c:v>2015-10</c:v>
                </c:pt>
                <c:pt idx="76">
                  <c:v>2015-10</c:v>
                </c:pt>
                <c:pt idx="77">
                  <c:v>2015-11</c:v>
                </c:pt>
                <c:pt idx="78">
                  <c:v>2015-11</c:v>
                </c:pt>
                <c:pt idx="79">
                  <c:v>2015-11</c:v>
                </c:pt>
                <c:pt idx="80">
                  <c:v>2015-11</c:v>
                </c:pt>
                <c:pt idx="81">
                  <c:v>2015-12</c:v>
                </c:pt>
                <c:pt idx="82">
                  <c:v>2015-12</c:v>
                </c:pt>
                <c:pt idx="83">
                  <c:v>2015-12</c:v>
                </c:pt>
                <c:pt idx="84">
                  <c:v>2015-12</c:v>
                </c:pt>
                <c:pt idx="85">
                  <c:v>2016-01</c:v>
                </c:pt>
                <c:pt idx="86">
                  <c:v>2016-01</c:v>
                </c:pt>
                <c:pt idx="87">
                  <c:v>2016-01</c:v>
                </c:pt>
                <c:pt idx="88">
                  <c:v>2016-01</c:v>
                </c:pt>
                <c:pt idx="89">
                  <c:v>2016-01</c:v>
                </c:pt>
                <c:pt idx="90">
                  <c:v>2016-02</c:v>
                </c:pt>
                <c:pt idx="91">
                  <c:v>2016-02</c:v>
                </c:pt>
                <c:pt idx="92">
                  <c:v>2016-02</c:v>
                </c:pt>
                <c:pt idx="93">
                  <c:v>2016-02</c:v>
                </c:pt>
                <c:pt idx="94">
                  <c:v>2016-03</c:v>
                </c:pt>
                <c:pt idx="95">
                  <c:v>2016-03</c:v>
                </c:pt>
                <c:pt idx="96">
                  <c:v>2016-03</c:v>
                </c:pt>
                <c:pt idx="97">
                  <c:v>2016-03</c:v>
                </c:pt>
                <c:pt idx="98">
                  <c:v>2016-04</c:v>
                </c:pt>
                <c:pt idx="99">
                  <c:v>2016-04</c:v>
                </c:pt>
                <c:pt idx="100">
                  <c:v>2016-04</c:v>
                </c:pt>
                <c:pt idx="101">
                  <c:v>2016-04</c:v>
                </c:pt>
                <c:pt idx="102">
                  <c:v>2016-04</c:v>
                </c:pt>
                <c:pt idx="103">
                  <c:v>2016-05</c:v>
                </c:pt>
                <c:pt idx="104">
                  <c:v>2016-05</c:v>
                </c:pt>
                <c:pt idx="105">
                  <c:v>2016-05</c:v>
                </c:pt>
                <c:pt idx="106">
                  <c:v>2016-05</c:v>
                </c:pt>
                <c:pt idx="107">
                  <c:v>2016-06</c:v>
                </c:pt>
                <c:pt idx="108">
                  <c:v>2016-06</c:v>
                </c:pt>
                <c:pt idx="109">
                  <c:v>2016-06</c:v>
                </c:pt>
                <c:pt idx="110">
                  <c:v>2016-06</c:v>
                </c:pt>
                <c:pt idx="111">
                  <c:v>2016-07</c:v>
                </c:pt>
                <c:pt idx="112">
                  <c:v>2016-07</c:v>
                </c:pt>
                <c:pt idx="113">
                  <c:v>2016-07</c:v>
                </c:pt>
                <c:pt idx="114">
                  <c:v>2016-07</c:v>
                </c:pt>
                <c:pt idx="115">
                  <c:v>2016-07</c:v>
                </c:pt>
                <c:pt idx="116">
                  <c:v>2016-08</c:v>
                </c:pt>
                <c:pt idx="117">
                  <c:v>2016-08</c:v>
                </c:pt>
                <c:pt idx="118">
                  <c:v>2016-08</c:v>
                </c:pt>
                <c:pt idx="119">
                  <c:v>2016-08</c:v>
                </c:pt>
                <c:pt idx="120">
                  <c:v>2016-09</c:v>
                </c:pt>
                <c:pt idx="121">
                  <c:v>2016-09</c:v>
                </c:pt>
                <c:pt idx="122">
                  <c:v>2016-09</c:v>
                </c:pt>
                <c:pt idx="123">
                  <c:v>2016-09</c:v>
                </c:pt>
                <c:pt idx="124">
                  <c:v>2016-09</c:v>
                </c:pt>
                <c:pt idx="125">
                  <c:v>2016-10</c:v>
                </c:pt>
                <c:pt idx="126">
                  <c:v>2016-10</c:v>
                </c:pt>
                <c:pt idx="127">
                  <c:v>2016-10</c:v>
                </c:pt>
                <c:pt idx="128">
                  <c:v>2016-10</c:v>
                </c:pt>
                <c:pt idx="129">
                  <c:v>2016-11</c:v>
                </c:pt>
                <c:pt idx="130">
                  <c:v>2016-11</c:v>
                </c:pt>
                <c:pt idx="131">
                  <c:v>2016-11</c:v>
                </c:pt>
                <c:pt idx="132">
                  <c:v>2016-11</c:v>
                </c:pt>
                <c:pt idx="133">
                  <c:v>2016-12</c:v>
                </c:pt>
                <c:pt idx="134">
                  <c:v>2016-12</c:v>
                </c:pt>
                <c:pt idx="135">
                  <c:v>2016-12</c:v>
                </c:pt>
                <c:pt idx="136">
                  <c:v>2016-12</c:v>
                </c:pt>
                <c:pt idx="137">
                  <c:v>2016-12</c:v>
                </c:pt>
                <c:pt idx="138">
                  <c:v>2017-01</c:v>
                </c:pt>
                <c:pt idx="139">
                  <c:v>2017-01</c:v>
                </c:pt>
                <c:pt idx="140">
                  <c:v>2017-01</c:v>
                </c:pt>
                <c:pt idx="141">
                  <c:v>2017-01</c:v>
                </c:pt>
                <c:pt idx="142">
                  <c:v>2017-02</c:v>
                </c:pt>
                <c:pt idx="143">
                  <c:v>2017-02</c:v>
                </c:pt>
                <c:pt idx="144">
                  <c:v>2017-02</c:v>
                </c:pt>
                <c:pt idx="145">
                  <c:v>2017-02</c:v>
                </c:pt>
                <c:pt idx="146">
                  <c:v>2017-03</c:v>
                </c:pt>
                <c:pt idx="147">
                  <c:v>2017-03</c:v>
                </c:pt>
                <c:pt idx="148">
                  <c:v>2017-03</c:v>
                </c:pt>
                <c:pt idx="149">
                  <c:v>2017-03</c:v>
                </c:pt>
                <c:pt idx="150">
                  <c:v>2017-03</c:v>
                </c:pt>
                <c:pt idx="151">
                  <c:v>2017-04</c:v>
                </c:pt>
                <c:pt idx="152">
                  <c:v>2017-04</c:v>
                </c:pt>
                <c:pt idx="153">
                  <c:v>2017-04</c:v>
                </c:pt>
                <c:pt idx="154">
                  <c:v>2017-04</c:v>
                </c:pt>
                <c:pt idx="155">
                  <c:v>2017-05</c:v>
                </c:pt>
                <c:pt idx="156">
                  <c:v>2017-05</c:v>
                </c:pt>
                <c:pt idx="157">
                  <c:v>2017-05</c:v>
                </c:pt>
                <c:pt idx="158">
                  <c:v>2017-05</c:v>
                </c:pt>
                <c:pt idx="159">
                  <c:v>2017-06</c:v>
                </c:pt>
                <c:pt idx="160">
                  <c:v>2017-06</c:v>
                </c:pt>
                <c:pt idx="161">
                  <c:v>2017-06</c:v>
                </c:pt>
                <c:pt idx="162">
                  <c:v>2017-06</c:v>
                </c:pt>
                <c:pt idx="163">
                  <c:v>2017-06</c:v>
                </c:pt>
                <c:pt idx="164">
                  <c:v>2017-07</c:v>
                </c:pt>
                <c:pt idx="165">
                  <c:v>2017-07</c:v>
                </c:pt>
                <c:pt idx="166">
                  <c:v>2017-07</c:v>
                </c:pt>
                <c:pt idx="167">
                  <c:v>2017-07</c:v>
                </c:pt>
                <c:pt idx="168">
                  <c:v>2017-08</c:v>
                </c:pt>
                <c:pt idx="169">
                  <c:v>2017-08</c:v>
                </c:pt>
                <c:pt idx="170">
                  <c:v>2017-08</c:v>
                </c:pt>
                <c:pt idx="171">
                  <c:v>2017-08</c:v>
                </c:pt>
                <c:pt idx="172">
                  <c:v>2017-09</c:v>
                </c:pt>
                <c:pt idx="173">
                  <c:v>2017-09</c:v>
                </c:pt>
                <c:pt idx="174">
                  <c:v>2017-09</c:v>
                </c:pt>
                <c:pt idx="175">
                  <c:v>2017-09</c:v>
                </c:pt>
                <c:pt idx="176">
                  <c:v>2017-09</c:v>
                </c:pt>
                <c:pt idx="177">
                  <c:v>2017-10</c:v>
                </c:pt>
                <c:pt idx="178">
                  <c:v>2017-10</c:v>
                </c:pt>
                <c:pt idx="179">
                  <c:v>2017-10</c:v>
                </c:pt>
                <c:pt idx="180">
                  <c:v>2017-10</c:v>
                </c:pt>
                <c:pt idx="181">
                  <c:v>2017-11</c:v>
                </c:pt>
                <c:pt idx="182">
                  <c:v>2017-11</c:v>
                </c:pt>
                <c:pt idx="183">
                  <c:v>2017-11</c:v>
                </c:pt>
                <c:pt idx="184">
                  <c:v>2017-11</c:v>
                </c:pt>
                <c:pt idx="185">
                  <c:v>2017-12</c:v>
                </c:pt>
                <c:pt idx="186">
                  <c:v>2017-12</c:v>
                </c:pt>
                <c:pt idx="187">
                  <c:v>2017-12</c:v>
                </c:pt>
                <c:pt idx="188">
                  <c:v>2017-12</c:v>
                </c:pt>
                <c:pt idx="189">
                  <c:v>2017-12</c:v>
                </c:pt>
                <c:pt idx="190">
                  <c:v>2018-01</c:v>
                </c:pt>
                <c:pt idx="191">
                  <c:v>2018-01</c:v>
                </c:pt>
                <c:pt idx="192">
                  <c:v>2018-01</c:v>
                </c:pt>
                <c:pt idx="193">
                  <c:v>2018-01</c:v>
                </c:pt>
                <c:pt idx="194">
                  <c:v>2018-02</c:v>
                </c:pt>
                <c:pt idx="195">
                  <c:v>2018-02</c:v>
                </c:pt>
                <c:pt idx="196">
                  <c:v>2018-02</c:v>
                </c:pt>
                <c:pt idx="197">
                  <c:v>2018-02</c:v>
                </c:pt>
                <c:pt idx="198">
                  <c:v>2018-03</c:v>
                </c:pt>
                <c:pt idx="199">
                  <c:v>2018-03</c:v>
                </c:pt>
                <c:pt idx="200">
                  <c:v>2018-03</c:v>
                </c:pt>
                <c:pt idx="201">
                  <c:v>2018-03</c:v>
                </c:pt>
                <c:pt idx="202">
                  <c:v>2018-03</c:v>
                </c:pt>
                <c:pt idx="203">
                  <c:v>2018-04</c:v>
                </c:pt>
                <c:pt idx="204">
                  <c:v>2018-04</c:v>
                </c:pt>
                <c:pt idx="205">
                  <c:v>2018-04</c:v>
                </c:pt>
                <c:pt idx="206">
                  <c:v>2018-04</c:v>
                </c:pt>
                <c:pt idx="207">
                  <c:v>2018-05</c:v>
                </c:pt>
                <c:pt idx="208">
                  <c:v>2018-05</c:v>
                </c:pt>
                <c:pt idx="209">
                  <c:v>2018-05</c:v>
                </c:pt>
                <c:pt idx="210">
                  <c:v>2018-05</c:v>
                </c:pt>
                <c:pt idx="211">
                  <c:v>2018-06</c:v>
                </c:pt>
                <c:pt idx="212">
                  <c:v>2018-06</c:v>
                </c:pt>
                <c:pt idx="213">
                  <c:v>2018-06</c:v>
                </c:pt>
                <c:pt idx="214">
                  <c:v>2018-06</c:v>
                </c:pt>
                <c:pt idx="215">
                  <c:v>2018-06</c:v>
                </c:pt>
                <c:pt idx="216">
                  <c:v>2018-07</c:v>
                </c:pt>
                <c:pt idx="217">
                  <c:v>2018-07</c:v>
                </c:pt>
                <c:pt idx="218">
                  <c:v>2018-07</c:v>
                </c:pt>
                <c:pt idx="219">
                  <c:v>2018-07</c:v>
                </c:pt>
                <c:pt idx="220">
                  <c:v>2018-08</c:v>
                </c:pt>
                <c:pt idx="221">
                  <c:v>2018-08</c:v>
                </c:pt>
                <c:pt idx="222">
                  <c:v>2018-08</c:v>
                </c:pt>
                <c:pt idx="223">
                  <c:v>2018-08</c:v>
                </c:pt>
                <c:pt idx="224">
                  <c:v>2018-08</c:v>
                </c:pt>
                <c:pt idx="225">
                  <c:v>2018-09</c:v>
                </c:pt>
                <c:pt idx="226">
                  <c:v>2018-09</c:v>
                </c:pt>
                <c:pt idx="227">
                  <c:v>2018-09</c:v>
                </c:pt>
                <c:pt idx="228">
                  <c:v>2018-09</c:v>
                </c:pt>
                <c:pt idx="229">
                  <c:v>2018-10</c:v>
                </c:pt>
                <c:pt idx="230">
                  <c:v>2018-10</c:v>
                </c:pt>
                <c:pt idx="231">
                  <c:v>2018-10</c:v>
                </c:pt>
                <c:pt idx="232">
                  <c:v>2018-10</c:v>
                </c:pt>
                <c:pt idx="233">
                  <c:v>2018-11</c:v>
                </c:pt>
                <c:pt idx="234">
                  <c:v>2018-11</c:v>
                </c:pt>
                <c:pt idx="235">
                  <c:v>2018-11</c:v>
                </c:pt>
                <c:pt idx="236">
                  <c:v>2018-11</c:v>
                </c:pt>
                <c:pt idx="237">
                  <c:v>2018-11</c:v>
                </c:pt>
                <c:pt idx="238">
                  <c:v>2018-12</c:v>
                </c:pt>
                <c:pt idx="239">
                  <c:v>2018-12</c:v>
                </c:pt>
                <c:pt idx="240">
                  <c:v>2018-12</c:v>
                </c:pt>
                <c:pt idx="241">
                  <c:v>2018-12</c:v>
                </c:pt>
                <c:pt idx="242">
                  <c:v>2019-01</c:v>
                </c:pt>
                <c:pt idx="243">
                  <c:v>2019-01</c:v>
                </c:pt>
                <c:pt idx="244">
                  <c:v>2019-01</c:v>
                </c:pt>
                <c:pt idx="245">
                  <c:v>2019-01</c:v>
                </c:pt>
                <c:pt idx="246">
                  <c:v>2019-02</c:v>
                </c:pt>
                <c:pt idx="247">
                  <c:v>2019-02</c:v>
                </c:pt>
                <c:pt idx="248">
                  <c:v>2019-02</c:v>
                </c:pt>
                <c:pt idx="249">
                  <c:v>2019-02</c:v>
                </c:pt>
                <c:pt idx="250">
                  <c:v>2019-03</c:v>
                </c:pt>
                <c:pt idx="251">
                  <c:v>2019-03</c:v>
                </c:pt>
                <c:pt idx="252">
                  <c:v>2019-03</c:v>
                </c:pt>
                <c:pt idx="253">
                  <c:v>2019-03</c:v>
                </c:pt>
                <c:pt idx="254">
                  <c:v>2019-03</c:v>
                </c:pt>
                <c:pt idx="255">
                  <c:v>2019-04</c:v>
                </c:pt>
                <c:pt idx="256">
                  <c:v>2019-04</c:v>
                </c:pt>
                <c:pt idx="257">
                  <c:v>2019-04</c:v>
                </c:pt>
                <c:pt idx="258">
                  <c:v>2019-04</c:v>
                </c:pt>
                <c:pt idx="259">
                  <c:v>2019-05</c:v>
                </c:pt>
                <c:pt idx="260">
                  <c:v>2019-05</c:v>
                </c:pt>
                <c:pt idx="261">
                  <c:v>2019-05</c:v>
                </c:pt>
                <c:pt idx="262">
                  <c:v>2019-05</c:v>
                </c:pt>
                <c:pt idx="263">
                  <c:v>2019-05</c:v>
                </c:pt>
                <c:pt idx="264">
                  <c:v>2019-06</c:v>
                </c:pt>
                <c:pt idx="265">
                  <c:v>2019-06</c:v>
                </c:pt>
                <c:pt idx="266">
                  <c:v>2019-06</c:v>
                </c:pt>
                <c:pt idx="267">
                  <c:v>2019-06</c:v>
                </c:pt>
                <c:pt idx="268">
                  <c:v>2019-07</c:v>
                </c:pt>
                <c:pt idx="269">
                  <c:v>2019-07</c:v>
                </c:pt>
                <c:pt idx="270">
                  <c:v>2019-07</c:v>
                </c:pt>
                <c:pt idx="271">
                  <c:v>2019-07</c:v>
                </c:pt>
                <c:pt idx="272">
                  <c:v>2019-08</c:v>
                </c:pt>
                <c:pt idx="273">
                  <c:v>2019-08</c:v>
                </c:pt>
                <c:pt idx="274">
                  <c:v>2019-08</c:v>
                </c:pt>
                <c:pt idx="275">
                  <c:v>2019-08</c:v>
                </c:pt>
                <c:pt idx="276">
                  <c:v>2019-08</c:v>
                </c:pt>
                <c:pt idx="277">
                  <c:v>2019-09</c:v>
                </c:pt>
                <c:pt idx="278">
                  <c:v>2019-09</c:v>
                </c:pt>
                <c:pt idx="279">
                  <c:v>2019-09</c:v>
                </c:pt>
                <c:pt idx="280">
                  <c:v>2019-09</c:v>
                </c:pt>
                <c:pt idx="281">
                  <c:v>2019-10</c:v>
                </c:pt>
                <c:pt idx="282">
                  <c:v>2019-10</c:v>
                </c:pt>
                <c:pt idx="283">
                  <c:v>2019-10</c:v>
                </c:pt>
                <c:pt idx="284">
                  <c:v>2019-10</c:v>
                </c:pt>
                <c:pt idx="285">
                  <c:v>2019-11</c:v>
                </c:pt>
                <c:pt idx="286">
                  <c:v>2019-11</c:v>
                </c:pt>
                <c:pt idx="287">
                  <c:v>2019-11</c:v>
                </c:pt>
                <c:pt idx="288">
                  <c:v>2019-11</c:v>
                </c:pt>
                <c:pt idx="289">
                  <c:v>2019-11</c:v>
                </c:pt>
                <c:pt idx="290">
                  <c:v>2019-12</c:v>
                </c:pt>
                <c:pt idx="291">
                  <c:v>2019-12</c:v>
                </c:pt>
                <c:pt idx="292">
                  <c:v>2019-12</c:v>
                </c:pt>
                <c:pt idx="293">
                  <c:v>2019-12</c:v>
                </c:pt>
                <c:pt idx="294">
                  <c:v>2020-01</c:v>
                </c:pt>
                <c:pt idx="295">
                  <c:v>2020-01</c:v>
                </c:pt>
                <c:pt idx="296">
                  <c:v>2020-01</c:v>
                </c:pt>
                <c:pt idx="297">
                  <c:v>2020-01</c:v>
                </c:pt>
                <c:pt idx="298">
                  <c:v>2020-01</c:v>
                </c:pt>
                <c:pt idx="299">
                  <c:v>2020-02</c:v>
                </c:pt>
                <c:pt idx="300">
                  <c:v>2020-02</c:v>
                </c:pt>
                <c:pt idx="301">
                  <c:v>2020-02</c:v>
                </c:pt>
                <c:pt idx="302">
                  <c:v>2020-02</c:v>
                </c:pt>
                <c:pt idx="303">
                  <c:v>2020-03</c:v>
                </c:pt>
                <c:pt idx="304">
                  <c:v>2020-03</c:v>
                </c:pt>
                <c:pt idx="305">
                  <c:v>2020-03</c:v>
                </c:pt>
                <c:pt idx="306">
                  <c:v>2020-03</c:v>
                </c:pt>
                <c:pt idx="307">
                  <c:v>2020-04</c:v>
                </c:pt>
                <c:pt idx="308">
                  <c:v>2020-04</c:v>
                </c:pt>
                <c:pt idx="309">
                  <c:v>2020-04</c:v>
                </c:pt>
                <c:pt idx="310">
                  <c:v>2020-04</c:v>
                </c:pt>
                <c:pt idx="311">
                  <c:v>2020-05</c:v>
                </c:pt>
                <c:pt idx="312">
                  <c:v>2020-05</c:v>
                </c:pt>
                <c:pt idx="313">
                  <c:v>2020-05</c:v>
                </c:pt>
                <c:pt idx="314">
                  <c:v>2020-05</c:v>
                </c:pt>
                <c:pt idx="315">
                  <c:v>2020-05</c:v>
                </c:pt>
                <c:pt idx="316">
                  <c:v>2020-06</c:v>
                </c:pt>
                <c:pt idx="317">
                  <c:v>2020-06</c:v>
                </c:pt>
                <c:pt idx="318">
                  <c:v>2020-06</c:v>
                </c:pt>
                <c:pt idx="319">
                  <c:v>2020-06</c:v>
                </c:pt>
                <c:pt idx="320">
                  <c:v>2020-07</c:v>
                </c:pt>
                <c:pt idx="321">
                  <c:v>2020-07</c:v>
                </c:pt>
                <c:pt idx="322">
                  <c:v>2020-07</c:v>
                </c:pt>
                <c:pt idx="323">
                  <c:v>2020-07</c:v>
                </c:pt>
                <c:pt idx="324">
                  <c:v>2020-07</c:v>
                </c:pt>
                <c:pt idx="325">
                  <c:v>2020-08</c:v>
                </c:pt>
                <c:pt idx="326">
                  <c:v>2020-08</c:v>
                </c:pt>
                <c:pt idx="327">
                  <c:v>2020-08</c:v>
                </c:pt>
                <c:pt idx="328">
                  <c:v>2020-08</c:v>
                </c:pt>
                <c:pt idx="329">
                  <c:v>2020-09</c:v>
                </c:pt>
                <c:pt idx="330">
                  <c:v>2020-09</c:v>
                </c:pt>
                <c:pt idx="331">
                  <c:v>2020-09</c:v>
                </c:pt>
                <c:pt idx="332">
                  <c:v>2020-09</c:v>
                </c:pt>
                <c:pt idx="333">
                  <c:v>2020-10</c:v>
                </c:pt>
                <c:pt idx="334">
                  <c:v>2020-10</c:v>
                </c:pt>
                <c:pt idx="335">
                  <c:v>2020-10</c:v>
                </c:pt>
                <c:pt idx="336">
                  <c:v>2020-10</c:v>
                </c:pt>
                <c:pt idx="337">
                  <c:v>2020-10</c:v>
                </c:pt>
                <c:pt idx="338">
                  <c:v>2020-11</c:v>
                </c:pt>
                <c:pt idx="339">
                  <c:v>2020-11</c:v>
                </c:pt>
                <c:pt idx="340">
                  <c:v>2020-11</c:v>
                </c:pt>
                <c:pt idx="341">
                  <c:v>2020-11</c:v>
                </c:pt>
                <c:pt idx="342">
                  <c:v>2020-12</c:v>
                </c:pt>
                <c:pt idx="343">
                  <c:v>2020-12</c:v>
                </c:pt>
                <c:pt idx="344">
                  <c:v>2020-12</c:v>
                </c:pt>
                <c:pt idx="345">
                  <c:v>2020-12</c:v>
                </c:pt>
                <c:pt idx="346">
                  <c:v>2021-01</c:v>
                </c:pt>
                <c:pt idx="347">
                  <c:v>2021-01</c:v>
                </c:pt>
                <c:pt idx="348">
                  <c:v>2021-01</c:v>
                </c:pt>
                <c:pt idx="349">
                  <c:v>2021-01</c:v>
                </c:pt>
                <c:pt idx="350">
                  <c:v>2021-01</c:v>
                </c:pt>
                <c:pt idx="351">
                  <c:v>2021-02</c:v>
                </c:pt>
                <c:pt idx="352">
                  <c:v>2021-02</c:v>
                </c:pt>
                <c:pt idx="353">
                  <c:v>2021-02</c:v>
                </c:pt>
                <c:pt idx="354">
                  <c:v>2021-02</c:v>
                </c:pt>
                <c:pt idx="355">
                  <c:v>2021-03</c:v>
                </c:pt>
                <c:pt idx="356">
                  <c:v>2021-03</c:v>
                </c:pt>
                <c:pt idx="357">
                  <c:v>2021-03</c:v>
                </c:pt>
                <c:pt idx="358">
                  <c:v>2021-03</c:v>
                </c:pt>
                <c:pt idx="359">
                  <c:v>2021-04</c:v>
                </c:pt>
                <c:pt idx="360">
                  <c:v>2021-04</c:v>
                </c:pt>
                <c:pt idx="361">
                  <c:v>2021-04</c:v>
                </c:pt>
                <c:pt idx="362">
                  <c:v>2021-04</c:v>
                </c:pt>
                <c:pt idx="363">
                  <c:v>2021-04</c:v>
                </c:pt>
                <c:pt idx="364">
                  <c:v>2021-05</c:v>
                </c:pt>
                <c:pt idx="365">
                  <c:v>2021-05</c:v>
                </c:pt>
                <c:pt idx="366">
                  <c:v>2021-05</c:v>
                </c:pt>
                <c:pt idx="367">
                  <c:v>2021-05</c:v>
                </c:pt>
                <c:pt idx="368">
                  <c:v>2021-06</c:v>
                </c:pt>
                <c:pt idx="369">
                  <c:v>2021-06</c:v>
                </c:pt>
                <c:pt idx="370">
                  <c:v>2021-06</c:v>
                </c:pt>
                <c:pt idx="371">
                  <c:v>2021-06</c:v>
                </c:pt>
                <c:pt idx="372">
                  <c:v>2021-07</c:v>
                </c:pt>
                <c:pt idx="373">
                  <c:v>2021-07</c:v>
                </c:pt>
                <c:pt idx="374">
                  <c:v>2021-07</c:v>
                </c:pt>
                <c:pt idx="375">
                  <c:v>2021-07</c:v>
                </c:pt>
                <c:pt idx="376">
                  <c:v>2021-07</c:v>
                </c:pt>
                <c:pt idx="377">
                  <c:v>2021-08</c:v>
                </c:pt>
                <c:pt idx="378">
                  <c:v>2021-08</c:v>
                </c:pt>
                <c:pt idx="379">
                  <c:v>2021-08</c:v>
                </c:pt>
                <c:pt idx="380">
                  <c:v>2021-08</c:v>
                </c:pt>
                <c:pt idx="381">
                  <c:v>2021-09</c:v>
                </c:pt>
                <c:pt idx="382">
                  <c:v>2021-09</c:v>
                </c:pt>
                <c:pt idx="383">
                  <c:v>2021-09</c:v>
                </c:pt>
                <c:pt idx="384">
                  <c:v>2021-09</c:v>
                </c:pt>
                <c:pt idx="385">
                  <c:v>2021-10</c:v>
                </c:pt>
                <c:pt idx="386">
                  <c:v>2021-10</c:v>
                </c:pt>
                <c:pt idx="387">
                  <c:v>2021-10</c:v>
                </c:pt>
                <c:pt idx="388">
                  <c:v>2021-10</c:v>
                </c:pt>
                <c:pt idx="389">
                  <c:v>2021-10</c:v>
                </c:pt>
                <c:pt idx="390">
                  <c:v>2021-11</c:v>
                </c:pt>
                <c:pt idx="391">
                  <c:v>2021-11</c:v>
                </c:pt>
                <c:pt idx="392">
                  <c:v>2021-11</c:v>
                </c:pt>
                <c:pt idx="393">
                  <c:v>2021-11</c:v>
                </c:pt>
                <c:pt idx="394">
                  <c:v>2021-12</c:v>
                </c:pt>
                <c:pt idx="395">
                  <c:v>2021-12</c:v>
                </c:pt>
                <c:pt idx="396">
                  <c:v>2021-12</c:v>
                </c:pt>
                <c:pt idx="397">
                  <c:v>2021-12</c:v>
                </c:pt>
                <c:pt idx="398">
                  <c:v>2021-12</c:v>
                </c:pt>
                <c:pt idx="399">
                  <c:v>2022-01</c:v>
                </c:pt>
                <c:pt idx="400">
                  <c:v>2022-01</c:v>
                </c:pt>
                <c:pt idx="401">
                  <c:v>2022-01</c:v>
                </c:pt>
                <c:pt idx="402">
                  <c:v>2022-01</c:v>
                </c:pt>
                <c:pt idx="403">
                  <c:v>2022-02</c:v>
                </c:pt>
                <c:pt idx="404">
                  <c:v>2022-02</c:v>
                </c:pt>
                <c:pt idx="405">
                  <c:v>2022-02</c:v>
                </c:pt>
                <c:pt idx="406">
                  <c:v>2022-02</c:v>
                </c:pt>
                <c:pt idx="407">
                  <c:v>2022-03</c:v>
                </c:pt>
                <c:pt idx="408">
                  <c:v>2022-03</c:v>
                </c:pt>
                <c:pt idx="409">
                  <c:v>2022-03</c:v>
                </c:pt>
                <c:pt idx="410">
                  <c:v>2022-03</c:v>
                </c:pt>
                <c:pt idx="411">
                  <c:v>2022-04</c:v>
                </c:pt>
                <c:pt idx="412">
                  <c:v>2022-04</c:v>
                </c:pt>
                <c:pt idx="413">
                  <c:v>2022-04</c:v>
                </c:pt>
                <c:pt idx="414">
                  <c:v>2022-04</c:v>
                </c:pt>
                <c:pt idx="415">
                  <c:v>2022-04</c:v>
                </c:pt>
                <c:pt idx="416">
                  <c:v>2022-05</c:v>
                </c:pt>
                <c:pt idx="417">
                  <c:v>2022-05</c:v>
                </c:pt>
                <c:pt idx="418">
                  <c:v>2022-05</c:v>
                </c:pt>
                <c:pt idx="419">
                  <c:v>2022-05</c:v>
                </c:pt>
                <c:pt idx="420">
                  <c:v>2022-06</c:v>
                </c:pt>
                <c:pt idx="421">
                  <c:v>2022-06</c:v>
                </c:pt>
                <c:pt idx="422">
                  <c:v>2022-06</c:v>
                </c:pt>
                <c:pt idx="423">
                  <c:v>2022-06</c:v>
                </c:pt>
                <c:pt idx="424">
                  <c:v>2022-07</c:v>
                </c:pt>
                <c:pt idx="425">
                  <c:v>2022-07</c:v>
                </c:pt>
                <c:pt idx="426">
                  <c:v>2022-07</c:v>
                </c:pt>
                <c:pt idx="427">
                  <c:v>2022-07</c:v>
                </c:pt>
                <c:pt idx="428">
                  <c:v>2022-07</c:v>
                </c:pt>
                <c:pt idx="429">
                  <c:v>2022-08</c:v>
                </c:pt>
                <c:pt idx="430">
                  <c:v>2022-08</c:v>
                </c:pt>
                <c:pt idx="431">
                  <c:v>2022-08</c:v>
                </c:pt>
                <c:pt idx="432">
                  <c:v>2022-08</c:v>
                </c:pt>
                <c:pt idx="433">
                  <c:v>2022-09</c:v>
                </c:pt>
                <c:pt idx="434">
                  <c:v>2022-09</c:v>
                </c:pt>
                <c:pt idx="435">
                  <c:v>2022-09</c:v>
                </c:pt>
                <c:pt idx="436">
                  <c:v>2022-09</c:v>
                </c:pt>
                <c:pt idx="437">
                  <c:v>2022-09</c:v>
                </c:pt>
                <c:pt idx="438">
                  <c:v>2022-10</c:v>
                </c:pt>
                <c:pt idx="439">
                  <c:v>2022-10</c:v>
                </c:pt>
                <c:pt idx="440">
                  <c:v>2022-10</c:v>
                </c:pt>
                <c:pt idx="441">
                  <c:v>2022-10</c:v>
                </c:pt>
                <c:pt idx="442">
                  <c:v>2022-11</c:v>
                </c:pt>
                <c:pt idx="443">
                  <c:v>2022-11</c:v>
                </c:pt>
                <c:pt idx="444">
                  <c:v>2022-11</c:v>
                </c:pt>
                <c:pt idx="445">
                  <c:v>2022-11</c:v>
                </c:pt>
                <c:pt idx="446">
                  <c:v>2022-12</c:v>
                </c:pt>
                <c:pt idx="447">
                  <c:v>2022-12</c:v>
                </c:pt>
                <c:pt idx="448">
                  <c:v>2022-12</c:v>
                </c:pt>
                <c:pt idx="449">
                  <c:v>2022-12</c:v>
                </c:pt>
                <c:pt idx="450">
                  <c:v>2022-12</c:v>
                </c:pt>
                <c:pt idx="451">
                  <c:v>2023-01</c:v>
                </c:pt>
                <c:pt idx="452">
                  <c:v>2023-01</c:v>
                </c:pt>
                <c:pt idx="453">
                  <c:v>2023-01</c:v>
                </c:pt>
                <c:pt idx="454">
                  <c:v>2023-01</c:v>
                </c:pt>
                <c:pt idx="455">
                  <c:v>2023-02</c:v>
                </c:pt>
                <c:pt idx="456">
                  <c:v>2023-02</c:v>
                </c:pt>
                <c:pt idx="457">
                  <c:v>2023-02</c:v>
                </c:pt>
                <c:pt idx="458">
                  <c:v>2023-02</c:v>
                </c:pt>
                <c:pt idx="459">
                  <c:v>2023-03</c:v>
                </c:pt>
                <c:pt idx="460">
                  <c:v>2023-03</c:v>
                </c:pt>
                <c:pt idx="461">
                  <c:v>2023-03</c:v>
                </c:pt>
                <c:pt idx="462">
                  <c:v>2023-03</c:v>
                </c:pt>
                <c:pt idx="463">
                  <c:v>2023-03</c:v>
                </c:pt>
                <c:pt idx="464">
                  <c:v>2023-04</c:v>
                </c:pt>
                <c:pt idx="465">
                  <c:v>2023-04</c:v>
                </c:pt>
                <c:pt idx="466">
                  <c:v>2023-04</c:v>
                </c:pt>
                <c:pt idx="467">
                  <c:v>2023-04</c:v>
                </c:pt>
                <c:pt idx="468">
                  <c:v>2023-05</c:v>
                </c:pt>
                <c:pt idx="469">
                  <c:v>2023-05</c:v>
                </c:pt>
                <c:pt idx="470">
                  <c:v>2023-05</c:v>
                </c:pt>
                <c:pt idx="471">
                  <c:v>2023-05</c:v>
                </c:pt>
                <c:pt idx="472">
                  <c:v>2023-06</c:v>
                </c:pt>
                <c:pt idx="473">
                  <c:v>2023-06</c:v>
                </c:pt>
                <c:pt idx="474">
                  <c:v>2023-06</c:v>
                </c:pt>
                <c:pt idx="475">
                  <c:v>2023-06</c:v>
                </c:pt>
                <c:pt idx="476">
                  <c:v>2023-06</c:v>
                </c:pt>
                <c:pt idx="477">
                  <c:v>2023-07</c:v>
                </c:pt>
                <c:pt idx="478">
                  <c:v>2023-07</c:v>
                </c:pt>
                <c:pt idx="479">
                  <c:v>2023-07</c:v>
                </c:pt>
                <c:pt idx="480">
                  <c:v>2023-07</c:v>
                </c:pt>
                <c:pt idx="481">
                  <c:v>2023-08</c:v>
                </c:pt>
                <c:pt idx="482">
                  <c:v>2023-08</c:v>
                </c:pt>
                <c:pt idx="483">
                  <c:v>2023-08</c:v>
                </c:pt>
                <c:pt idx="484">
                  <c:v>2023-08</c:v>
                </c:pt>
                <c:pt idx="485">
                  <c:v>2023-09</c:v>
                </c:pt>
                <c:pt idx="486">
                  <c:v>2023-09</c:v>
                </c:pt>
                <c:pt idx="487">
                  <c:v>2023-09</c:v>
                </c:pt>
                <c:pt idx="488">
                  <c:v>2023-09</c:v>
                </c:pt>
                <c:pt idx="489">
                  <c:v>2023-09</c:v>
                </c:pt>
                <c:pt idx="490">
                  <c:v>2023-10</c:v>
                </c:pt>
                <c:pt idx="491">
                  <c:v>2023-10</c:v>
                </c:pt>
                <c:pt idx="492">
                  <c:v>2023-10</c:v>
                </c:pt>
                <c:pt idx="493">
                  <c:v>2023-10</c:v>
                </c:pt>
                <c:pt idx="494">
                  <c:v>2023-11</c:v>
                </c:pt>
                <c:pt idx="495">
                  <c:v>2023-11</c:v>
                </c:pt>
                <c:pt idx="496">
                  <c:v>2023-11</c:v>
                </c:pt>
                <c:pt idx="497">
                  <c:v>2023-11</c:v>
                </c:pt>
                <c:pt idx="498">
                  <c:v>2023-12</c:v>
                </c:pt>
                <c:pt idx="499">
                  <c:v>2023-12</c:v>
                </c:pt>
                <c:pt idx="500">
                  <c:v>2023-12</c:v>
                </c:pt>
                <c:pt idx="501">
                  <c:v>2023-12</c:v>
                </c:pt>
                <c:pt idx="502">
                  <c:v>2023-12</c:v>
                </c:pt>
                <c:pt idx="503">
                  <c:v>2024-01</c:v>
                </c:pt>
                <c:pt idx="504">
                  <c:v>2024-01</c:v>
                </c:pt>
                <c:pt idx="505">
                  <c:v>2024-01</c:v>
                </c:pt>
                <c:pt idx="506">
                  <c:v>2024-01</c:v>
                </c:pt>
                <c:pt idx="507">
                  <c:v>2024-02</c:v>
                </c:pt>
                <c:pt idx="508">
                  <c:v>2024-02</c:v>
                </c:pt>
                <c:pt idx="509">
                  <c:v>2024-02</c:v>
                </c:pt>
                <c:pt idx="510">
                  <c:v>2024-02</c:v>
                </c:pt>
                <c:pt idx="511">
                  <c:v>2024-03</c:v>
                </c:pt>
                <c:pt idx="512">
                  <c:v>2024-03</c:v>
                </c:pt>
                <c:pt idx="513">
                  <c:v>2024-03</c:v>
                </c:pt>
                <c:pt idx="514">
                  <c:v>2024-03</c:v>
                </c:pt>
                <c:pt idx="515">
                  <c:v>2024-03</c:v>
                </c:pt>
                <c:pt idx="516">
                  <c:v>2024-04</c:v>
                </c:pt>
                <c:pt idx="517">
                  <c:v>2024-04</c:v>
                </c:pt>
                <c:pt idx="518">
                  <c:v>2024-04</c:v>
                </c:pt>
                <c:pt idx="519">
                  <c:v>2024-04</c:v>
                </c:pt>
                <c:pt idx="520">
                  <c:v>2024-05</c:v>
                </c:pt>
                <c:pt idx="521">
                  <c:v>2024-05</c:v>
                </c:pt>
                <c:pt idx="522">
                  <c:v>2024-05</c:v>
                </c:pt>
                <c:pt idx="523">
                  <c:v>2024-05</c:v>
                </c:pt>
                <c:pt idx="524">
                  <c:v>2024-05</c:v>
                </c:pt>
                <c:pt idx="525">
                  <c:v>2024-06</c:v>
                </c:pt>
                <c:pt idx="526">
                  <c:v>2024-06</c:v>
                </c:pt>
                <c:pt idx="527">
                  <c:v>2024-06</c:v>
                </c:pt>
                <c:pt idx="528">
                  <c:v>2024-06</c:v>
                </c:pt>
                <c:pt idx="529">
                  <c:v>2024-07</c:v>
                </c:pt>
                <c:pt idx="530">
                  <c:v>2024-07</c:v>
                </c:pt>
                <c:pt idx="531">
                  <c:v>2024-07</c:v>
                </c:pt>
                <c:pt idx="532">
                  <c:v>2024-07</c:v>
                </c:pt>
                <c:pt idx="533">
                  <c:v>2024-08</c:v>
                </c:pt>
                <c:pt idx="534">
                  <c:v>2024-08</c:v>
                </c:pt>
                <c:pt idx="535">
                  <c:v>2024-08</c:v>
                </c:pt>
                <c:pt idx="536">
                  <c:v>2024-08</c:v>
                </c:pt>
                <c:pt idx="537">
                  <c:v>2024-08</c:v>
                </c:pt>
                <c:pt idx="538">
                  <c:v>2024-09</c:v>
                </c:pt>
                <c:pt idx="539">
                  <c:v>2024-09</c:v>
                </c:pt>
                <c:pt idx="540">
                  <c:v>2024-09</c:v>
                </c:pt>
                <c:pt idx="541">
                  <c:v>2024-09</c:v>
                </c:pt>
                <c:pt idx="542">
                  <c:v>2024-10</c:v>
                </c:pt>
                <c:pt idx="543">
                  <c:v>2024-10</c:v>
                </c:pt>
                <c:pt idx="544">
                  <c:v>2024-10</c:v>
                </c:pt>
                <c:pt idx="545">
                  <c:v>2024-10</c:v>
                </c:pt>
                <c:pt idx="546">
                  <c:v>2024-11</c:v>
                </c:pt>
                <c:pt idx="547">
                  <c:v>2024-11</c:v>
                </c:pt>
                <c:pt idx="548">
                  <c:v>2024-11</c:v>
                </c:pt>
                <c:pt idx="549">
                  <c:v>2024-11</c:v>
                </c:pt>
                <c:pt idx="550">
                  <c:v>2024-11</c:v>
                </c:pt>
                <c:pt idx="551">
                  <c:v>2024-12</c:v>
                </c:pt>
                <c:pt idx="552">
                  <c:v>2024-12</c:v>
                </c:pt>
                <c:pt idx="553">
                  <c:v>2024-12</c:v>
                </c:pt>
                <c:pt idx="554">
                  <c:v>2024-12</c:v>
                </c:pt>
                <c:pt idx="555">
                  <c:v>2025-01</c:v>
                </c:pt>
                <c:pt idx="556">
                  <c:v>2025-01</c:v>
                </c:pt>
                <c:pt idx="557">
                  <c:v>2025-01</c:v>
                </c:pt>
                <c:pt idx="558">
                  <c:v>2025-01</c:v>
                </c:pt>
                <c:pt idx="559">
                  <c:v>2025-01</c:v>
                </c:pt>
                <c:pt idx="560">
                  <c:v>2025-02</c:v>
                </c:pt>
                <c:pt idx="561">
                  <c:v>2025-02</c:v>
                </c:pt>
                <c:pt idx="562">
                  <c:v>2025-02</c:v>
                </c:pt>
                <c:pt idx="563">
                  <c:v>2025-02</c:v>
                </c:pt>
                <c:pt idx="564">
                  <c:v>2025-03</c:v>
                </c:pt>
                <c:pt idx="565">
                  <c:v>2025-03</c:v>
                </c:pt>
                <c:pt idx="566">
                  <c:v>2025-03</c:v>
                </c:pt>
                <c:pt idx="567">
                  <c:v>2025-03</c:v>
                </c:pt>
                <c:pt idx="568">
                  <c:v>2025-04</c:v>
                </c:pt>
                <c:pt idx="569">
                  <c:v>2025-04</c:v>
                </c:pt>
                <c:pt idx="570">
                  <c:v>2025-04</c:v>
                </c:pt>
                <c:pt idx="571">
                  <c:v>2025-04</c:v>
                </c:pt>
                <c:pt idx="572">
                  <c:v>2025-05</c:v>
                </c:pt>
                <c:pt idx="573">
                  <c:v>2025-05</c:v>
                </c:pt>
                <c:pt idx="574">
                  <c:v>2025-05</c:v>
                </c:pt>
                <c:pt idx="575">
                  <c:v>2025-05</c:v>
                </c:pt>
                <c:pt idx="576">
                  <c:v>2025-05</c:v>
                </c:pt>
                <c:pt idx="577">
                  <c:v>2025-06</c:v>
                </c:pt>
                <c:pt idx="578">
                  <c:v>2025-06</c:v>
                </c:pt>
                <c:pt idx="579">
                  <c:v>2025-06</c:v>
                </c:pt>
                <c:pt idx="580">
                  <c:v>2025-06</c:v>
                </c:pt>
                <c:pt idx="581">
                  <c:v>2025-07</c:v>
                </c:pt>
                <c:pt idx="582">
                  <c:v>2025-07</c:v>
                </c:pt>
                <c:pt idx="583">
                  <c:v>2025-07</c:v>
                </c:pt>
                <c:pt idx="584">
                  <c:v>2025-07</c:v>
                </c:pt>
                <c:pt idx="585">
                  <c:v>2025-08</c:v>
                </c:pt>
                <c:pt idx="586">
                  <c:v>2025-08</c:v>
                </c:pt>
                <c:pt idx="587">
                  <c:v>2025-08</c:v>
                </c:pt>
                <c:pt idx="588">
                  <c:v>2025-08</c:v>
                </c:pt>
                <c:pt idx="589">
                  <c:v>2025-08</c:v>
                </c:pt>
                <c:pt idx="590">
                  <c:v>2025-09</c:v>
                </c:pt>
                <c:pt idx="591">
                  <c:v>2025-09</c:v>
                </c:pt>
                <c:pt idx="592">
                  <c:v>2025-09</c:v>
                </c:pt>
                <c:pt idx="593">
                  <c:v>2025-09</c:v>
                </c:pt>
                <c:pt idx="594">
                  <c:v>2025-10</c:v>
                </c:pt>
                <c:pt idx="595">
                  <c:v>2025-10</c:v>
                </c:pt>
                <c:pt idx="596">
                  <c:v>2025-10</c:v>
                </c:pt>
                <c:pt idx="597">
                  <c:v>2025-10</c:v>
                </c:pt>
                <c:pt idx="598">
                  <c:v>2025-10</c:v>
                </c:pt>
                <c:pt idx="599">
                  <c:v>2025-11</c:v>
                </c:pt>
                <c:pt idx="600">
                  <c:v>2025-11</c:v>
                </c:pt>
                <c:pt idx="601">
                  <c:v>2025-11</c:v>
                </c:pt>
                <c:pt idx="602">
                  <c:v>2025-11</c:v>
                </c:pt>
                <c:pt idx="603">
                  <c:v>2025-12</c:v>
                </c:pt>
                <c:pt idx="604">
                  <c:v>2025-12</c:v>
                </c:pt>
                <c:pt idx="605">
                  <c:v>2025-12</c:v>
                </c:pt>
                <c:pt idx="606">
                  <c:v>2025-12</c:v>
                </c:pt>
                <c:pt idx="607">
                  <c:v>2026-01</c:v>
                </c:pt>
                <c:pt idx="608">
                  <c:v>2026-01</c:v>
                </c:pt>
                <c:pt idx="609">
                  <c:v>2026-01</c:v>
                </c:pt>
                <c:pt idx="610">
                  <c:v>2026-01</c:v>
                </c:pt>
                <c:pt idx="611">
                  <c:v>2026-01</c:v>
                </c:pt>
                <c:pt idx="612">
                  <c:v>2026-02</c:v>
                </c:pt>
                <c:pt idx="613">
                  <c:v>2026-02</c:v>
                </c:pt>
                <c:pt idx="614">
                  <c:v>2026-02</c:v>
                </c:pt>
                <c:pt idx="615">
                  <c:v>2026-02</c:v>
                </c:pt>
                <c:pt idx="616">
                  <c:v>2026-03</c:v>
                </c:pt>
                <c:pt idx="617">
                  <c:v>2026-03</c:v>
                </c:pt>
                <c:pt idx="618">
                  <c:v>2026-03</c:v>
                </c:pt>
                <c:pt idx="619">
                  <c:v>2026-03</c:v>
                </c:pt>
                <c:pt idx="620">
                  <c:v>2026-04</c:v>
                </c:pt>
                <c:pt idx="621">
                  <c:v>2026-04</c:v>
                </c:pt>
                <c:pt idx="622">
                  <c:v>2026-04</c:v>
                </c:pt>
                <c:pt idx="623">
                  <c:v>2026-04</c:v>
                </c:pt>
                <c:pt idx="624">
                  <c:v>2026-05</c:v>
                </c:pt>
                <c:pt idx="625">
                  <c:v>2026-05</c:v>
                </c:pt>
                <c:pt idx="626">
                  <c:v>2026-05</c:v>
                </c:pt>
                <c:pt idx="627">
                  <c:v>2026-05</c:v>
                </c:pt>
                <c:pt idx="628">
                  <c:v>2026-05</c:v>
                </c:pt>
                <c:pt idx="629">
                  <c:v>2026-06</c:v>
                </c:pt>
                <c:pt idx="630">
                  <c:v>2026-06</c:v>
                </c:pt>
                <c:pt idx="631">
                  <c:v>2026-06</c:v>
                </c:pt>
                <c:pt idx="632">
                  <c:v>2026-06</c:v>
                </c:pt>
                <c:pt idx="633">
                  <c:v>2026-07</c:v>
                </c:pt>
                <c:pt idx="634">
                  <c:v>2026-07</c:v>
                </c:pt>
                <c:pt idx="635">
                  <c:v>2026-07</c:v>
                </c:pt>
                <c:pt idx="636">
                  <c:v>2026-07</c:v>
                </c:pt>
                <c:pt idx="637">
                  <c:v>2026-07</c:v>
                </c:pt>
                <c:pt idx="638">
                  <c:v>2026-08</c:v>
                </c:pt>
                <c:pt idx="639">
                  <c:v>2026-08</c:v>
                </c:pt>
              </c:strCache>
            </c:strRef>
          </c:cat>
          <c:val>
            <c:numRef>
              <c:f>Sheet1!$B$2:$B$641</c:f>
              <c:numCache>
                <c:formatCode>0</c:formatCode>
                <c:ptCount val="640"/>
                <c:pt idx="0">
                  <c:v>100.1</c:v>
                </c:pt>
                <c:pt idx="1">
                  <c:v>100.3</c:v>
                </c:pt>
                <c:pt idx="2">
                  <c:v>100.5</c:v>
                </c:pt>
                <c:pt idx="3">
                  <c:v>100.7</c:v>
                </c:pt>
                <c:pt idx="4">
                  <c:v>100.9</c:v>
                </c:pt>
                <c:pt idx="5">
                  <c:v>101.1</c:v>
                </c:pt>
                <c:pt idx="6">
                  <c:v>101.3</c:v>
                </c:pt>
                <c:pt idx="7">
                  <c:v>101.5</c:v>
                </c:pt>
                <c:pt idx="8">
                  <c:v>101.7</c:v>
                </c:pt>
                <c:pt idx="9">
                  <c:v>101.9</c:v>
                </c:pt>
                <c:pt idx="10">
                  <c:v>102.1</c:v>
                </c:pt>
                <c:pt idx="11">
                  <c:v>102.3</c:v>
                </c:pt>
                <c:pt idx="12">
                  <c:v>102.5</c:v>
                </c:pt>
                <c:pt idx="13">
                  <c:v>102.7</c:v>
                </c:pt>
                <c:pt idx="14">
                  <c:v>102.9</c:v>
                </c:pt>
                <c:pt idx="15">
                  <c:v>103.1</c:v>
                </c:pt>
                <c:pt idx="16">
                  <c:v>103.4</c:v>
                </c:pt>
                <c:pt idx="17">
                  <c:v>103.6</c:v>
                </c:pt>
                <c:pt idx="18">
                  <c:v>103.8</c:v>
                </c:pt>
                <c:pt idx="19">
                  <c:v>104.0</c:v>
                </c:pt>
                <c:pt idx="20">
                  <c:v>104.2</c:v>
                </c:pt>
                <c:pt idx="21">
                  <c:v>104.4</c:v>
                </c:pt>
                <c:pt idx="22">
                  <c:v>104.6</c:v>
                </c:pt>
                <c:pt idx="23">
                  <c:v>104.8</c:v>
                </c:pt>
                <c:pt idx="24">
                  <c:v>105.1</c:v>
                </c:pt>
                <c:pt idx="25">
                  <c:v>105.3</c:v>
                </c:pt>
                <c:pt idx="26">
                  <c:v>105.5</c:v>
                </c:pt>
                <c:pt idx="27">
                  <c:v>105.7</c:v>
                </c:pt>
                <c:pt idx="28">
                  <c:v>105.9</c:v>
                </c:pt>
                <c:pt idx="29">
                  <c:v>106.2</c:v>
                </c:pt>
                <c:pt idx="30">
                  <c:v>106.4</c:v>
                </c:pt>
                <c:pt idx="31">
                  <c:v>106.6</c:v>
                </c:pt>
                <c:pt idx="32">
                  <c:v>106.8</c:v>
                </c:pt>
                <c:pt idx="33">
                  <c:v>107.0</c:v>
                </c:pt>
                <c:pt idx="34">
                  <c:v>107.2</c:v>
                </c:pt>
                <c:pt idx="35">
                  <c:v>107.5</c:v>
                </c:pt>
                <c:pt idx="36">
                  <c:v>107.7</c:v>
                </c:pt>
                <c:pt idx="37">
                  <c:v>107.9</c:v>
                </c:pt>
                <c:pt idx="38">
                  <c:v>108.2</c:v>
                </c:pt>
                <c:pt idx="39">
                  <c:v>108.4</c:v>
                </c:pt>
                <c:pt idx="40">
                  <c:v>108.6</c:v>
                </c:pt>
                <c:pt idx="41">
                  <c:v>108.8</c:v>
                </c:pt>
                <c:pt idx="42">
                  <c:v>109.1</c:v>
                </c:pt>
                <c:pt idx="43">
                  <c:v>109.3</c:v>
                </c:pt>
                <c:pt idx="44">
                  <c:v>109.6</c:v>
                </c:pt>
                <c:pt idx="45">
                  <c:v>109.9</c:v>
                </c:pt>
                <c:pt idx="46">
                  <c:v>110.1</c:v>
                </c:pt>
                <c:pt idx="47">
                  <c:v>110.3</c:v>
                </c:pt>
                <c:pt idx="48">
                  <c:v>110.6</c:v>
                </c:pt>
                <c:pt idx="49">
                  <c:v>110.8</c:v>
                </c:pt>
                <c:pt idx="50">
                  <c:v>111.0</c:v>
                </c:pt>
                <c:pt idx="51">
                  <c:v>111.3</c:v>
                </c:pt>
                <c:pt idx="52">
                  <c:v>111.5</c:v>
                </c:pt>
                <c:pt idx="53">
                  <c:v>111.8</c:v>
                </c:pt>
                <c:pt idx="54">
                  <c:v>112.1</c:v>
                </c:pt>
                <c:pt idx="55">
                  <c:v>112.3</c:v>
                </c:pt>
                <c:pt idx="56">
                  <c:v>112.6</c:v>
                </c:pt>
                <c:pt idx="57">
                  <c:v>112.9</c:v>
                </c:pt>
                <c:pt idx="58">
                  <c:v>113.2</c:v>
                </c:pt>
                <c:pt idx="59">
                  <c:v>113.5</c:v>
                </c:pt>
                <c:pt idx="60">
                  <c:v>113.8</c:v>
                </c:pt>
                <c:pt idx="61">
                  <c:v>114.0</c:v>
                </c:pt>
                <c:pt idx="62">
                  <c:v>114.3</c:v>
                </c:pt>
                <c:pt idx="63">
                  <c:v>114.6</c:v>
                </c:pt>
                <c:pt idx="64">
                  <c:v>114.9</c:v>
                </c:pt>
                <c:pt idx="65">
                  <c:v>115.2</c:v>
                </c:pt>
                <c:pt idx="66">
                  <c:v>115.5</c:v>
                </c:pt>
                <c:pt idx="67">
                  <c:v>115.8</c:v>
                </c:pt>
                <c:pt idx="68">
                  <c:v>116.1</c:v>
                </c:pt>
                <c:pt idx="69">
                  <c:v>116.4</c:v>
                </c:pt>
                <c:pt idx="70">
                  <c:v>116.7</c:v>
                </c:pt>
                <c:pt idx="71">
                  <c:v>117.0</c:v>
                </c:pt>
                <c:pt idx="72">
                  <c:v>117.3</c:v>
                </c:pt>
                <c:pt idx="73">
                  <c:v>117.6</c:v>
                </c:pt>
                <c:pt idx="74">
                  <c:v>117.9</c:v>
                </c:pt>
                <c:pt idx="75">
                  <c:v>118.2</c:v>
                </c:pt>
                <c:pt idx="76">
                  <c:v>118.5</c:v>
                </c:pt>
                <c:pt idx="77">
                  <c:v>118.7</c:v>
                </c:pt>
                <c:pt idx="78">
                  <c:v>119.0</c:v>
                </c:pt>
                <c:pt idx="79">
                  <c:v>119.4</c:v>
                </c:pt>
                <c:pt idx="80">
                  <c:v>119.7</c:v>
                </c:pt>
                <c:pt idx="81">
                  <c:v>120.0</c:v>
                </c:pt>
                <c:pt idx="82">
                  <c:v>120.3</c:v>
                </c:pt>
                <c:pt idx="83">
                  <c:v>120.6</c:v>
                </c:pt>
                <c:pt idx="84">
                  <c:v>120.9</c:v>
                </c:pt>
                <c:pt idx="85">
                  <c:v>121.1</c:v>
                </c:pt>
                <c:pt idx="86">
                  <c:v>121.4</c:v>
                </c:pt>
                <c:pt idx="87">
                  <c:v>121.8</c:v>
                </c:pt>
                <c:pt idx="88">
                  <c:v>122.1</c:v>
                </c:pt>
                <c:pt idx="89">
                  <c:v>122.4</c:v>
                </c:pt>
                <c:pt idx="90">
                  <c:v>122.7</c:v>
                </c:pt>
                <c:pt idx="91">
                  <c:v>122.9</c:v>
                </c:pt>
                <c:pt idx="92">
                  <c:v>123.2</c:v>
                </c:pt>
                <c:pt idx="93">
                  <c:v>123.6</c:v>
                </c:pt>
                <c:pt idx="94">
                  <c:v>123.9</c:v>
                </c:pt>
                <c:pt idx="95">
                  <c:v>124.2</c:v>
                </c:pt>
                <c:pt idx="96">
                  <c:v>124.5</c:v>
                </c:pt>
                <c:pt idx="97">
                  <c:v>124.8</c:v>
                </c:pt>
                <c:pt idx="98">
                  <c:v>125.1</c:v>
                </c:pt>
                <c:pt idx="99">
                  <c:v>125.5</c:v>
                </c:pt>
                <c:pt idx="100">
                  <c:v>125.8</c:v>
                </c:pt>
                <c:pt idx="101">
                  <c:v>126.0</c:v>
                </c:pt>
                <c:pt idx="102">
                  <c:v>126.4</c:v>
                </c:pt>
                <c:pt idx="103">
                  <c:v>126.7</c:v>
                </c:pt>
                <c:pt idx="104">
                  <c:v>127.0</c:v>
                </c:pt>
                <c:pt idx="105">
                  <c:v>127.4</c:v>
                </c:pt>
                <c:pt idx="106">
                  <c:v>127.6</c:v>
                </c:pt>
                <c:pt idx="107">
                  <c:v>128.0</c:v>
                </c:pt>
                <c:pt idx="108">
                  <c:v>128.3</c:v>
                </c:pt>
                <c:pt idx="109">
                  <c:v>128.7</c:v>
                </c:pt>
                <c:pt idx="110">
                  <c:v>129.0</c:v>
                </c:pt>
                <c:pt idx="111">
                  <c:v>129.3</c:v>
                </c:pt>
                <c:pt idx="112">
                  <c:v>129.7</c:v>
                </c:pt>
                <c:pt idx="113">
                  <c:v>130.0</c:v>
                </c:pt>
                <c:pt idx="114">
                  <c:v>130.3</c:v>
                </c:pt>
                <c:pt idx="115">
                  <c:v>130.7</c:v>
                </c:pt>
                <c:pt idx="116">
                  <c:v>131.0</c:v>
                </c:pt>
                <c:pt idx="117">
                  <c:v>131.4</c:v>
                </c:pt>
                <c:pt idx="118">
                  <c:v>131.7</c:v>
                </c:pt>
                <c:pt idx="119">
                  <c:v>132.1</c:v>
                </c:pt>
                <c:pt idx="120">
                  <c:v>132.4</c:v>
                </c:pt>
                <c:pt idx="121">
                  <c:v>132.7</c:v>
                </c:pt>
                <c:pt idx="122">
                  <c:v>133.0</c:v>
                </c:pt>
                <c:pt idx="123">
                  <c:v>133.4</c:v>
                </c:pt>
                <c:pt idx="124">
                  <c:v>133.7</c:v>
                </c:pt>
                <c:pt idx="125">
                  <c:v>134.1</c:v>
                </c:pt>
                <c:pt idx="126">
                  <c:v>134.4</c:v>
                </c:pt>
                <c:pt idx="127">
                  <c:v>134.7</c:v>
                </c:pt>
                <c:pt idx="128">
                  <c:v>135.1</c:v>
                </c:pt>
                <c:pt idx="129">
                  <c:v>135.4</c:v>
                </c:pt>
                <c:pt idx="130">
                  <c:v>135.7</c:v>
                </c:pt>
                <c:pt idx="131">
                  <c:v>136.0</c:v>
                </c:pt>
                <c:pt idx="132">
                  <c:v>136.3</c:v>
                </c:pt>
                <c:pt idx="133">
                  <c:v>136.7</c:v>
                </c:pt>
                <c:pt idx="134">
                  <c:v>137.0</c:v>
                </c:pt>
                <c:pt idx="135">
                  <c:v>137.4</c:v>
                </c:pt>
                <c:pt idx="136">
                  <c:v>137.7</c:v>
                </c:pt>
                <c:pt idx="137">
                  <c:v>138.1</c:v>
                </c:pt>
                <c:pt idx="138">
                  <c:v>138.4</c:v>
                </c:pt>
                <c:pt idx="139">
                  <c:v>138.8</c:v>
                </c:pt>
                <c:pt idx="140">
                  <c:v>139.1</c:v>
                </c:pt>
                <c:pt idx="141">
                  <c:v>139.4</c:v>
                </c:pt>
                <c:pt idx="142">
                  <c:v>139.8</c:v>
                </c:pt>
                <c:pt idx="143">
                  <c:v>140.1</c:v>
                </c:pt>
                <c:pt idx="144">
                  <c:v>140.4</c:v>
                </c:pt>
                <c:pt idx="145">
                  <c:v>140.8</c:v>
                </c:pt>
                <c:pt idx="146">
                  <c:v>141.0</c:v>
                </c:pt>
                <c:pt idx="147">
                  <c:v>141.3</c:v>
                </c:pt>
                <c:pt idx="148">
                  <c:v>141.6</c:v>
                </c:pt>
                <c:pt idx="149">
                  <c:v>141.9</c:v>
                </c:pt>
                <c:pt idx="150">
                  <c:v>142.2</c:v>
                </c:pt>
                <c:pt idx="151">
                  <c:v>142.6</c:v>
                </c:pt>
                <c:pt idx="152">
                  <c:v>142.8</c:v>
                </c:pt>
                <c:pt idx="153">
                  <c:v>143.1</c:v>
                </c:pt>
                <c:pt idx="154">
                  <c:v>143.4</c:v>
                </c:pt>
                <c:pt idx="155">
                  <c:v>143.6</c:v>
                </c:pt>
                <c:pt idx="156">
                  <c:v>143.9</c:v>
                </c:pt>
                <c:pt idx="157">
                  <c:v>144.2</c:v>
                </c:pt>
                <c:pt idx="158">
                  <c:v>144.5</c:v>
                </c:pt>
                <c:pt idx="159">
                  <c:v>144.8</c:v>
                </c:pt>
                <c:pt idx="160">
                  <c:v>145.1</c:v>
                </c:pt>
                <c:pt idx="161">
                  <c:v>145.3</c:v>
                </c:pt>
                <c:pt idx="162">
                  <c:v>145.6</c:v>
                </c:pt>
                <c:pt idx="163">
                  <c:v>145.9</c:v>
                </c:pt>
                <c:pt idx="164">
                  <c:v>146.1</c:v>
                </c:pt>
                <c:pt idx="165">
                  <c:v>146.4</c:v>
                </c:pt>
                <c:pt idx="166">
                  <c:v>146.7</c:v>
                </c:pt>
                <c:pt idx="167">
                  <c:v>147.0</c:v>
                </c:pt>
                <c:pt idx="168">
                  <c:v>147.2</c:v>
                </c:pt>
                <c:pt idx="169">
                  <c:v>147.5</c:v>
                </c:pt>
                <c:pt idx="170">
                  <c:v>147.7</c:v>
                </c:pt>
                <c:pt idx="171">
                  <c:v>148.0</c:v>
                </c:pt>
                <c:pt idx="172">
                  <c:v>148.2</c:v>
                </c:pt>
                <c:pt idx="173">
                  <c:v>148.4</c:v>
                </c:pt>
                <c:pt idx="174">
                  <c:v>148.7</c:v>
                </c:pt>
                <c:pt idx="175">
                  <c:v>148.9</c:v>
                </c:pt>
                <c:pt idx="176">
                  <c:v>149.1</c:v>
                </c:pt>
                <c:pt idx="177">
                  <c:v>149.4</c:v>
                </c:pt>
                <c:pt idx="178">
                  <c:v>149.5</c:v>
                </c:pt>
                <c:pt idx="179">
                  <c:v>149.8</c:v>
                </c:pt>
                <c:pt idx="180">
                  <c:v>150.0</c:v>
                </c:pt>
                <c:pt idx="181">
                  <c:v>150.2</c:v>
                </c:pt>
                <c:pt idx="182">
                  <c:v>150.4</c:v>
                </c:pt>
                <c:pt idx="183">
                  <c:v>150.6</c:v>
                </c:pt>
                <c:pt idx="184">
                  <c:v>150.8</c:v>
                </c:pt>
                <c:pt idx="185">
                  <c:v>151.0</c:v>
                </c:pt>
                <c:pt idx="186">
                  <c:v>151.2</c:v>
                </c:pt>
                <c:pt idx="187">
                  <c:v>151.4</c:v>
                </c:pt>
                <c:pt idx="188">
                  <c:v>151.6</c:v>
                </c:pt>
                <c:pt idx="189">
                  <c:v>151.7</c:v>
                </c:pt>
                <c:pt idx="190">
                  <c:v>151.9</c:v>
                </c:pt>
                <c:pt idx="191">
                  <c:v>152.1</c:v>
                </c:pt>
                <c:pt idx="192">
                  <c:v>152.3</c:v>
                </c:pt>
                <c:pt idx="193">
                  <c:v>152.5</c:v>
                </c:pt>
                <c:pt idx="194">
                  <c:v>152.7</c:v>
                </c:pt>
                <c:pt idx="195">
                  <c:v>152.9</c:v>
                </c:pt>
                <c:pt idx="196">
                  <c:v>153.0</c:v>
                </c:pt>
                <c:pt idx="197">
                  <c:v>153.2</c:v>
                </c:pt>
                <c:pt idx="198">
                  <c:v>153.4</c:v>
                </c:pt>
                <c:pt idx="199">
                  <c:v>149.7</c:v>
                </c:pt>
                <c:pt idx="200">
                  <c:v>151.6</c:v>
                </c:pt>
                <c:pt idx="201">
                  <c:v>150.8</c:v>
                </c:pt>
                <c:pt idx="202">
                  <c:v>149.8</c:v>
                </c:pt>
                <c:pt idx="203">
                  <c:v>150.2</c:v>
                </c:pt>
                <c:pt idx="204">
                  <c:v>150.4</c:v>
                </c:pt>
                <c:pt idx="205">
                  <c:v>150.6</c:v>
                </c:pt>
                <c:pt idx="206">
                  <c:v>150.7</c:v>
                </c:pt>
                <c:pt idx="207">
                  <c:v>150.9</c:v>
                </c:pt>
                <c:pt idx="208">
                  <c:v>151.1</c:v>
                </c:pt>
                <c:pt idx="209">
                  <c:v>151.3</c:v>
                </c:pt>
                <c:pt idx="210">
                  <c:v>151.4</c:v>
                </c:pt>
                <c:pt idx="211">
                  <c:v>151.6</c:v>
                </c:pt>
                <c:pt idx="212">
                  <c:v>151.8</c:v>
                </c:pt>
                <c:pt idx="213">
                  <c:v>152.0</c:v>
                </c:pt>
                <c:pt idx="214">
                  <c:v>152.2</c:v>
                </c:pt>
                <c:pt idx="215">
                  <c:v>152.3</c:v>
                </c:pt>
                <c:pt idx="216">
                  <c:v>152.6</c:v>
                </c:pt>
                <c:pt idx="217">
                  <c:v>152.7</c:v>
                </c:pt>
                <c:pt idx="218">
                  <c:v>152.9</c:v>
                </c:pt>
                <c:pt idx="219">
                  <c:v>153.1</c:v>
                </c:pt>
                <c:pt idx="220">
                  <c:v>153.3</c:v>
                </c:pt>
                <c:pt idx="221">
                  <c:v>153.5</c:v>
                </c:pt>
                <c:pt idx="222">
                  <c:v>153.7</c:v>
                </c:pt>
                <c:pt idx="223">
                  <c:v>153.8</c:v>
                </c:pt>
                <c:pt idx="224">
                  <c:v>154.0</c:v>
                </c:pt>
                <c:pt idx="225">
                  <c:v>154.2</c:v>
                </c:pt>
                <c:pt idx="226">
                  <c:v>155.0</c:v>
                </c:pt>
                <c:pt idx="227">
                  <c:v>156.6</c:v>
                </c:pt>
                <c:pt idx="228">
                  <c:v>159.4</c:v>
                </c:pt>
                <c:pt idx="229">
                  <c:v>165.8</c:v>
                </c:pt>
                <c:pt idx="230">
                  <c:v>167.1</c:v>
                </c:pt>
                <c:pt idx="231">
                  <c:v>167.3</c:v>
                </c:pt>
                <c:pt idx="232">
                  <c:v>167.5</c:v>
                </c:pt>
                <c:pt idx="233">
                  <c:v>167.7</c:v>
                </c:pt>
                <c:pt idx="234">
                  <c:v>167.9</c:v>
                </c:pt>
                <c:pt idx="235">
                  <c:v>168.1</c:v>
                </c:pt>
                <c:pt idx="236">
                  <c:v>167.4</c:v>
                </c:pt>
                <c:pt idx="237">
                  <c:v>165.8</c:v>
                </c:pt>
                <c:pt idx="238">
                  <c:v>166.5</c:v>
                </c:pt>
                <c:pt idx="239">
                  <c:v>166.2</c:v>
                </c:pt>
                <c:pt idx="240">
                  <c:v>166.6</c:v>
                </c:pt>
                <c:pt idx="241">
                  <c:v>166.8</c:v>
                </c:pt>
                <c:pt idx="242">
                  <c:v>166.9</c:v>
                </c:pt>
                <c:pt idx="243">
                  <c:v>167.1</c:v>
                </c:pt>
                <c:pt idx="244">
                  <c:v>167.3</c:v>
                </c:pt>
                <c:pt idx="245">
                  <c:v>167.5</c:v>
                </c:pt>
                <c:pt idx="246">
                  <c:v>167.7</c:v>
                </c:pt>
                <c:pt idx="247">
                  <c:v>167.9</c:v>
                </c:pt>
                <c:pt idx="248">
                  <c:v>168.2</c:v>
                </c:pt>
                <c:pt idx="249">
                  <c:v>172.3</c:v>
                </c:pt>
                <c:pt idx="250">
                  <c:v>176.1</c:v>
                </c:pt>
                <c:pt idx="251">
                  <c:v>176.4</c:v>
                </c:pt>
                <c:pt idx="252">
                  <c:v>178.6</c:v>
                </c:pt>
                <c:pt idx="253">
                  <c:v>179.3</c:v>
                </c:pt>
                <c:pt idx="254">
                  <c:v>179.5</c:v>
                </c:pt>
                <c:pt idx="255">
                  <c:v>179.8</c:v>
                </c:pt>
                <c:pt idx="256">
                  <c:v>180.0</c:v>
                </c:pt>
                <c:pt idx="257">
                  <c:v>180.2</c:v>
                </c:pt>
                <c:pt idx="258">
                  <c:v>180.4</c:v>
                </c:pt>
                <c:pt idx="259">
                  <c:v>180.6</c:v>
                </c:pt>
                <c:pt idx="260">
                  <c:v>180.8</c:v>
                </c:pt>
                <c:pt idx="261">
                  <c:v>181.0</c:v>
                </c:pt>
                <c:pt idx="262">
                  <c:v>181.2</c:v>
                </c:pt>
                <c:pt idx="263">
                  <c:v>181.5</c:v>
                </c:pt>
                <c:pt idx="264">
                  <c:v>181.7</c:v>
                </c:pt>
                <c:pt idx="265">
                  <c:v>181.9</c:v>
                </c:pt>
                <c:pt idx="266">
                  <c:v>182.1</c:v>
                </c:pt>
                <c:pt idx="267">
                  <c:v>182.3</c:v>
                </c:pt>
                <c:pt idx="268">
                  <c:v>182.5</c:v>
                </c:pt>
                <c:pt idx="269">
                  <c:v>182.8</c:v>
                </c:pt>
                <c:pt idx="270">
                  <c:v>183.0</c:v>
                </c:pt>
                <c:pt idx="271">
                  <c:v>183.2</c:v>
                </c:pt>
                <c:pt idx="272">
                  <c:v>183.4</c:v>
                </c:pt>
                <c:pt idx="273">
                  <c:v>183.6</c:v>
                </c:pt>
                <c:pt idx="274">
                  <c:v>183.8</c:v>
                </c:pt>
                <c:pt idx="275">
                  <c:v>184.1</c:v>
                </c:pt>
                <c:pt idx="276">
                  <c:v>184.3</c:v>
                </c:pt>
                <c:pt idx="277">
                  <c:v>184.5</c:v>
                </c:pt>
                <c:pt idx="278">
                  <c:v>184.5</c:v>
                </c:pt>
                <c:pt idx="279">
                  <c:v>182.8</c:v>
                </c:pt>
                <c:pt idx="280">
                  <c:v>179.1</c:v>
                </c:pt>
                <c:pt idx="281">
                  <c:v>177.7</c:v>
                </c:pt>
                <c:pt idx="282">
                  <c:v>180.0</c:v>
                </c:pt>
                <c:pt idx="283">
                  <c:v>180.2</c:v>
                </c:pt>
                <c:pt idx="284">
                  <c:v>180.4</c:v>
                </c:pt>
                <c:pt idx="285">
                  <c:v>180.6</c:v>
                </c:pt>
                <c:pt idx="286">
                  <c:v>180.7</c:v>
                </c:pt>
                <c:pt idx="287">
                  <c:v>180.9</c:v>
                </c:pt>
                <c:pt idx="288">
                  <c:v>181.0</c:v>
                </c:pt>
                <c:pt idx="289">
                  <c:v>181.2</c:v>
                </c:pt>
                <c:pt idx="290">
                  <c:v>181.4</c:v>
                </c:pt>
                <c:pt idx="291">
                  <c:v>181.5</c:v>
                </c:pt>
                <c:pt idx="292">
                  <c:v>181.7</c:v>
                </c:pt>
                <c:pt idx="293">
                  <c:v>181.8</c:v>
                </c:pt>
                <c:pt idx="294">
                  <c:v>181.9</c:v>
                </c:pt>
                <c:pt idx="295">
                  <c:v>182.1</c:v>
                </c:pt>
                <c:pt idx="296">
                  <c:v>182.3</c:v>
                </c:pt>
                <c:pt idx="297">
                  <c:v>182.4</c:v>
                </c:pt>
                <c:pt idx="298">
                  <c:v>182.6</c:v>
                </c:pt>
                <c:pt idx="299">
                  <c:v>182.7</c:v>
                </c:pt>
                <c:pt idx="300">
                  <c:v>182.9</c:v>
                </c:pt>
                <c:pt idx="301">
                  <c:v>183.0</c:v>
                </c:pt>
                <c:pt idx="302">
                  <c:v>183.1</c:v>
                </c:pt>
                <c:pt idx="303">
                  <c:v>183.3</c:v>
                </c:pt>
                <c:pt idx="304">
                  <c:v>183.4</c:v>
                </c:pt>
                <c:pt idx="305">
                  <c:v>183.5</c:v>
                </c:pt>
                <c:pt idx="306">
                  <c:v>183.7</c:v>
                </c:pt>
                <c:pt idx="307">
                  <c:v>183.8</c:v>
                </c:pt>
                <c:pt idx="308">
                  <c:v>185.0</c:v>
                </c:pt>
                <c:pt idx="309">
                  <c:v>191.0</c:v>
                </c:pt>
                <c:pt idx="310">
                  <c:v>185.7</c:v>
                </c:pt>
                <c:pt idx="311">
                  <c:v>188.5</c:v>
                </c:pt>
                <c:pt idx="312">
                  <c:v>179.6</c:v>
                </c:pt>
                <c:pt idx="313">
                  <c:v>179.7</c:v>
                </c:pt>
                <c:pt idx="314">
                  <c:v>179.8</c:v>
                </c:pt>
                <c:pt idx="315">
                  <c:v>179.9</c:v>
                </c:pt>
                <c:pt idx="316">
                  <c:v>180.0</c:v>
                </c:pt>
                <c:pt idx="317">
                  <c:v>180.1</c:v>
                </c:pt>
                <c:pt idx="318">
                  <c:v>180.1</c:v>
                </c:pt>
                <c:pt idx="319">
                  <c:v>180.2</c:v>
                </c:pt>
                <c:pt idx="320">
                  <c:v>180.3</c:v>
                </c:pt>
                <c:pt idx="321">
                  <c:v>180.4</c:v>
                </c:pt>
                <c:pt idx="322">
                  <c:v>180.4</c:v>
                </c:pt>
                <c:pt idx="323">
                  <c:v>180.5</c:v>
                </c:pt>
                <c:pt idx="324">
                  <c:v>180.6</c:v>
                </c:pt>
                <c:pt idx="325">
                  <c:v>180.7</c:v>
                </c:pt>
                <c:pt idx="326">
                  <c:v>180.7</c:v>
                </c:pt>
                <c:pt idx="327">
                  <c:v>180.8</c:v>
                </c:pt>
                <c:pt idx="328">
                  <c:v>180.5</c:v>
                </c:pt>
                <c:pt idx="329">
                  <c:v>186.9</c:v>
                </c:pt>
                <c:pt idx="330">
                  <c:v>185.5</c:v>
                </c:pt>
                <c:pt idx="331">
                  <c:v>184.3</c:v>
                </c:pt>
                <c:pt idx="332">
                  <c:v>182.1</c:v>
                </c:pt>
                <c:pt idx="333">
                  <c:v>182.1</c:v>
                </c:pt>
                <c:pt idx="334">
                  <c:v>182.2</c:v>
                </c:pt>
                <c:pt idx="335">
                  <c:v>182.3</c:v>
                </c:pt>
                <c:pt idx="336">
                  <c:v>182.3</c:v>
                </c:pt>
                <c:pt idx="337">
                  <c:v>182.4</c:v>
                </c:pt>
                <c:pt idx="338">
                  <c:v>182.4</c:v>
                </c:pt>
                <c:pt idx="339">
                  <c:v>182.5</c:v>
                </c:pt>
                <c:pt idx="340">
                  <c:v>182.6</c:v>
                </c:pt>
                <c:pt idx="341">
                  <c:v>182.6</c:v>
                </c:pt>
                <c:pt idx="342">
                  <c:v>182.7</c:v>
                </c:pt>
                <c:pt idx="343">
                  <c:v>182.8</c:v>
                </c:pt>
                <c:pt idx="344">
                  <c:v>182.9</c:v>
                </c:pt>
                <c:pt idx="345">
                  <c:v>182.9</c:v>
                </c:pt>
                <c:pt idx="346">
                  <c:v>183.0</c:v>
                </c:pt>
                <c:pt idx="347">
                  <c:v>183.0</c:v>
                </c:pt>
                <c:pt idx="348">
                  <c:v>183.1</c:v>
                </c:pt>
                <c:pt idx="349">
                  <c:v>183.2</c:v>
                </c:pt>
                <c:pt idx="350">
                  <c:v>183.2</c:v>
                </c:pt>
                <c:pt idx="351">
                  <c:v>183.3</c:v>
                </c:pt>
                <c:pt idx="352">
                  <c:v>183.4</c:v>
                </c:pt>
                <c:pt idx="353">
                  <c:v>183.4</c:v>
                </c:pt>
                <c:pt idx="354">
                  <c:v>181.3</c:v>
                </c:pt>
                <c:pt idx="355">
                  <c:v>184.7</c:v>
                </c:pt>
                <c:pt idx="356">
                  <c:v>190.8</c:v>
                </c:pt>
                <c:pt idx="357">
                  <c:v>192.6</c:v>
                </c:pt>
                <c:pt idx="358">
                  <c:v>193.9</c:v>
                </c:pt>
                <c:pt idx="359">
                  <c:v>194.0</c:v>
                </c:pt>
                <c:pt idx="360">
                  <c:v>194.1</c:v>
                </c:pt>
                <c:pt idx="361">
                  <c:v>194.2</c:v>
                </c:pt>
                <c:pt idx="362">
                  <c:v>194.3</c:v>
                </c:pt>
                <c:pt idx="363">
                  <c:v>194.4</c:v>
                </c:pt>
                <c:pt idx="364">
                  <c:v>194.5</c:v>
                </c:pt>
                <c:pt idx="365">
                  <c:v>194.6</c:v>
                </c:pt>
                <c:pt idx="366">
                  <c:v>194.7</c:v>
                </c:pt>
                <c:pt idx="367">
                  <c:v>194.9</c:v>
                </c:pt>
                <c:pt idx="368">
                  <c:v>195.0</c:v>
                </c:pt>
                <c:pt idx="369">
                  <c:v>195.1</c:v>
                </c:pt>
                <c:pt idx="370">
                  <c:v>195.2</c:v>
                </c:pt>
                <c:pt idx="371">
                  <c:v>195.4</c:v>
                </c:pt>
                <c:pt idx="372">
                  <c:v>195.6</c:v>
                </c:pt>
                <c:pt idx="373">
                  <c:v>195.7</c:v>
                </c:pt>
                <c:pt idx="374">
                  <c:v>195.9</c:v>
                </c:pt>
                <c:pt idx="375">
                  <c:v>196.0</c:v>
                </c:pt>
                <c:pt idx="376">
                  <c:v>196.2</c:v>
                </c:pt>
                <c:pt idx="377">
                  <c:v>196.4</c:v>
                </c:pt>
                <c:pt idx="378">
                  <c:v>196.6</c:v>
                </c:pt>
                <c:pt idx="379">
                  <c:v>196.8</c:v>
                </c:pt>
                <c:pt idx="380">
                  <c:v>197.0</c:v>
                </c:pt>
                <c:pt idx="381">
                  <c:v>197.2</c:v>
                </c:pt>
                <c:pt idx="382">
                  <c:v>197.3</c:v>
                </c:pt>
                <c:pt idx="383">
                  <c:v>197.5</c:v>
                </c:pt>
                <c:pt idx="384">
                  <c:v>197.7</c:v>
                </c:pt>
                <c:pt idx="385">
                  <c:v>198.0</c:v>
                </c:pt>
                <c:pt idx="386">
                  <c:v>198.2</c:v>
                </c:pt>
                <c:pt idx="387">
                  <c:v>198.4</c:v>
                </c:pt>
                <c:pt idx="388">
                  <c:v>198.6</c:v>
                </c:pt>
                <c:pt idx="389">
                  <c:v>198.9</c:v>
                </c:pt>
                <c:pt idx="390">
                  <c:v>199.1</c:v>
                </c:pt>
                <c:pt idx="391">
                  <c:v>199.4</c:v>
                </c:pt>
                <c:pt idx="392">
                  <c:v>199.6</c:v>
                </c:pt>
                <c:pt idx="393">
                  <c:v>199.9</c:v>
                </c:pt>
                <c:pt idx="394">
                  <c:v>200.2</c:v>
                </c:pt>
                <c:pt idx="395">
                  <c:v>200.6</c:v>
                </c:pt>
                <c:pt idx="396">
                  <c:v>200.9</c:v>
                </c:pt>
                <c:pt idx="397">
                  <c:v>201.3</c:v>
                </c:pt>
                <c:pt idx="398">
                  <c:v>201.6</c:v>
                </c:pt>
                <c:pt idx="399">
                  <c:v>202.0</c:v>
                </c:pt>
                <c:pt idx="400">
                  <c:v>202.3</c:v>
                </c:pt>
                <c:pt idx="401">
                  <c:v>202.7</c:v>
                </c:pt>
                <c:pt idx="402">
                  <c:v>203.0</c:v>
                </c:pt>
                <c:pt idx="403">
                  <c:v>203.4</c:v>
                </c:pt>
                <c:pt idx="404">
                  <c:v>203.8</c:v>
                </c:pt>
                <c:pt idx="405">
                  <c:v>204.2</c:v>
                </c:pt>
                <c:pt idx="406">
                  <c:v>204.6</c:v>
                </c:pt>
                <c:pt idx="407">
                  <c:v>204.9</c:v>
                </c:pt>
                <c:pt idx="408">
                  <c:v>205.3</c:v>
                </c:pt>
                <c:pt idx="409">
                  <c:v>205.7</c:v>
                </c:pt>
                <c:pt idx="410">
                  <c:v>206.2</c:v>
                </c:pt>
                <c:pt idx="411">
                  <c:v>206.6</c:v>
                </c:pt>
                <c:pt idx="412">
                  <c:v>206.6</c:v>
                </c:pt>
                <c:pt idx="413">
                  <c:v>206.2</c:v>
                </c:pt>
                <c:pt idx="414">
                  <c:v>207.5</c:v>
                </c:pt>
                <c:pt idx="415">
                  <c:v>210.0</c:v>
                </c:pt>
                <c:pt idx="416">
                  <c:v>209.3</c:v>
                </c:pt>
                <c:pt idx="417">
                  <c:v>213.9</c:v>
                </c:pt>
                <c:pt idx="418">
                  <c:v>214.4</c:v>
                </c:pt>
                <c:pt idx="419">
                  <c:v>214.9</c:v>
                </c:pt>
                <c:pt idx="420">
                  <c:v>215.4</c:v>
                </c:pt>
                <c:pt idx="421">
                  <c:v>215.9</c:v>
                </c:pt>
                <c:pt idx="422">
                  <c:v>216.3</c:v>
                </c:pt>
                <c:pt idx="423">
                  <c:v>216.8</c:v>
                </c:pt>
                <c:pt idx="424">
                  <c:v>217.4</c:v>
                </c:pt>
                <c:pt idx="425">
                  <c:v>217.9</c:v>
                </c:pt>
                <c:pt idx="426">
                  <c:v>218.4</c:v>
                </c:pt>
                <c:pt idx="427">
                  <c:v>219.0</c:v>
                </c:pt>
                <c:pt idx="428">
                  <c:v>219.5</c:v>
                </c:pt>
                <c:pt idx="429">
                  <c:v>220.1</c:v>
                </c:pt>
                <c:pt idx="430">
                  <c:v>220.6</c:v>
                </c:pt>
                <c:pt idx="431">
                  <c:v>221.2</c:v>
                </c:pt>
                <c:pt idx="432">
                  <c:v>221.7</c:v>
                </c:pt>
                <c:pt idx="433">
                  <c:v>222.3</c:v>
                </c:pt>
                <c:pt idx="434">
                  <c:v>222.8</c:v>
                </c:pt>
                <c:pt idx="435">
                  <c:v>223.3</c:v>
                </c:pt>
                <c:pt idx="436">
                  <c:v>223.9</c:v>
                </c:pt>
                <c:pt idx="437">
                  <c:v>224.5</c:v>
                </c:pt>
                <c:pt idx="438">
                  <c:v>225.0</c:v>
                </c:pt>
                <c:pt idx="439">
                  <c:v>225.5</c:v>
                </c:pt>
                <c:pt idx="440">
                  <c:v>226.1</c:v>
                </c:pt>
                <c:pt idx="441">
                  <c:v>226.6</c:v>
                </c:pt>
                <c:pt idx="442">
                  <c:v>227.1</c:v>
                </c:pt>
                <c:pt idx="443">
                  <c:v>227.7</c:v>
                </c:pt>
                <c:pt idx="444">
                  <c:v>228.1</c:v>
                </c:pt>
                <c:pt idx="445">
                  <c:v>228.7</c:v>
                </c:pt>
                <c:pt idx="446">
                  <c:v>229.3</c:v>
                </c:pt>
                <c:pt idx="447">
                  <c:v>229.9</c:v>
                </c:pt>
                <c:pt idx="448">
                  <c:v>231.7</c:v>
                </c:pt>
                <c:pt idx="449">
                  <c:v>238.7</c:v>
                </c:pt>
                <c:pt idx="450">
                  <c:v>233.2</c:v>
                </c:pt>
                <c:pt idx="451">
                  <c:v>236.3</c:v>
                </c:pt>
                <c:pt idx="452">
                  <c:v>238.3</c:v>
                </c:pt>
                <c:pt idx="453">
                  <c:v>238.9</c:v>
                </c:pt>
                <c:pt idx="454">
                  <c:v>239.5</c:v>
                </c:pt>
                <c:pt idx="455">
                  <c:v>240.1</c:v>
                </c:pt>
                <c:pt idx="456">
                  <c:v>240.7</c:v>
                </c:pt>
                <c:pt idx="457">
                  <c:v>241.3</c:v>
                </c:pt>
                <c:pt idx="458">
                  <c:v>241.7</c:v>
                </c:pt>
                <c:pt idx="459">
                  <c:v>242.3</c:v>
                </c:pt>
                <c:pt idx="460">
                  <c:v>242.9</c:v>
                </c:pt>
                <c:pt idx="461">
                  <c:v>243.5</c:v>
                </c:pt>
                <c:pt idx="462">
                  <c:v>244.1</c:v>
                </c:pt>
                <c:pt idx="463">
                  <c:v>244.8</c:v>
                </c:pt>
                <c:pt idx="464">
                  <c:v>245.3</c:v>
                </c:pt>
                <c:pt idx="465">
                  <c:v>245.9</c:v>
                </c:pt>
                <c:pt idx="466">
                  <c:v>246.4</c:v>
                </c:pt>
                <c:pt idx="467">
                  <c:v>247.0</c:v>
                </c:pt>
                <c:pt idx="468">
                  <c:v>247.5</c:v>
                </c:pt>
                <c:pt idx="469">
                  <c:v>248.1</c:v>
                </c:pt>
                <c:pt idx="470">
                  <c:v>248.8</c:v>
                </c:pt>
                <c:pt idx="471">
                  <c:v>249.4</c:v>
                </c:pt>
                <c:pt idx="472">
                  <c:v>250.0</c:v>
                </c:pt>
                <c:pt idx="473">
                  <c:v>250.5</c:v>
                </c:pt>
                <c:pt idx="474">
                  <c:v>251.2</c:v>
                </c:pt>
                <c:pt idx="475">
                  <c:v>251.8</c:v>
                </c:pt>
                <c:pt idx="476">
                  <c:v>252.5</c:v>
                </c:pt>
                <c:pt idx="477">
                  <c:v>253.1</c:v>
                </c:pt>
                <c:pt idx="478">
                  <c:v>253.7</c:v>
                </c:pt>
                <c:pt idx="479">
                  <c:v>254.4</c:v>
                </c:pt>
                <c:pt idx="480">
                  <c:v>255.0</c:v>
                </c:pt>
                <c:pt idx="481">
                  <c:v>255.7</c:v>
                </c:pt>
                <c:pt idx="482">
                  <c:v>256.3</c:v>
                </c:pt>
                <c:pt idx="483">
                  <c:v>256.9</c:v>
                </c:pt>
                <c:pt idx="484">
                  <c:v>257.6</c:v>
                </c:pt>
                <c:pt idx="485">
                  <c:v>258.2</c:v>
                </c:pt>
                <c:pt idx="486">
                  <c:v>258.7</c:v>
                </c:pt>
                <c:pt idx="487">
                  <c:v>259.3</c:v>
                </c:pt>
                <c:pt idx="488">
                  <c:v>260.0</c:v>
                </c:pt>
                <c:pt idx="489">
                  <c:v>260.6</c:v>
                </c:pt>
                <c:pt idx="490">
                  <c:v>261.2</c:v>
                </c:pt>
                <c:pt idx="491">
                  <c:v>261.7</c:v>
                </c:pt>
                <c:pt idx="492">
                  <c:v>262.3</c:v>
                </c:pt>
                <c:pt idx="493">
                  <c:v>262.9</c:v>
                </c:pt>
                <c:pt idx="494">
                  <c:v>263.4</c:v>
                </c:pt>
                <c:pt idx="495">
                  <c:v>264.0</c:v>
                </c:pt>
                <c:pt idx="496">
                  <c:v>264.5</c:v>
                </c:pt>
                <c:pt idx="497">
                  <c:v>265.1</c:v>
                </c:pt>
                <c:pt idx="498">
                  <c:v>265.7</c:v>
                </c:pt>
                <c:pt idx="499">
                  <c:v>266.3</c:v>
                </c:pt>
                <c:pt idx="500">
                  <c:v>266.9</c:v>
                </c:pt>
                <c:pt idx="501">
                  <c:v>267.5</c:v>
                </c:pt>
                <c:pt idx="502">
                  <c:v>267.9</c:v>
                </c:pt>
                <c:pt idx="503">
                  <c:v>268.4</c:v>
                </c:pt>
                <c:pt idx="504">
                  <c:v>269.0</c:v>
                </c:pt>
                <c:pt idx="505">
                  <c:v>269.6</c:v>
                </c:pt>
                <c:pt idx="506">
                  <c:v>270.2</c:v>
                </c:pt>
                <c:pt idx="507">
                  <c:v>270.8</c:v>
                </c:pt>
                <c:pt idx="508">
                  <c:v>271.3</c:v>
                </c:pt>
                <c:pt idx="509">
                  <c:v>271.7</c:v>
                </c:pt>
                <c:pt idx="510">
                  <c:v>272.2</c:v>
                </c:pt>
                <c:pt idx="511">
                  <c:v>272.8</c:v>
                </c:pt>
                <c:pt idx="512">
                  <c:v>273.4</c:v>
                </c:pt>
                <c:pt idx="513">
                  <c:v>274.0</c:v>
                </c:pt>
                <c:pt idx="514">
                  <c:v>274.5</c:v>
                </c:pt>
                <c:pt idx="515">
                  <c:v>275.0</c:v>
                </c:pt>
                <c:pt idx="516">
                  <c:v>275.5</c:v>
                </c:pt>
                <c:pt idx="517">
                  <c:v>276.1</c:v>
                </c:pt>
                <c:pt idx="518">
                  <c:v>276.6</c:v>
                </c:pt>
                <c:pt idx="519">
                  <c:v>277.2</c:v>
                </c:pt>
                <c:pt idx="520">
                  <c:v>277.6</c:v>
                </c:pt>
                <c:pt idx="521">
                  <c:v>278.2</c:v>
                </c:pt>
                <c:pt idx="522">
                  <c:v>278.7</c:v>
                </c:pt>
                <c:pt idx="523">
                  <c:v>279.3</c:v>
                </c:pt>
                <c:pt idx="524">
                  <c:v>279.7</c:v>
                </c:pt>
                <c:pt idx="525">
                  <c:v>280.3</c:v>
                </c:pt>
                <c:pt idx="526">
                  <c:v>280.8</c:v>
                </c:pt>
                <c:pt idx="527">
                  <c:v>281.4</c:v>
                </c:pt>
                <c:pt idx="528">
                  <c:v>281.9</c:v>
                </c:pt>
                <c:pt idx="529">
                  <c:v>282.5</c:v>
                </c:pt>
                <c:pt idx="530">
                  <c:v>283.0</c:v>
                </c:pt>
                <c:pt idx="531">
                  <c:v>283.6</c:v>
                </c:pt>
                <c:pt idx="532">
                  <c:v>284.1</c:v>
                </c:pt>
                <c:pt idx="533">
                  <c:v>284.7</c:v>
                </c:pt>
                <c:pt idx="534">
                  <c:v>285.2</c:v>
                </c:pt>
                <c:pt idx="535">
                  <c:v>285.8</c:v>
                </c:pt>
                <c:pt idx="536">
                  <c:v>286.4</c:v>
                </c:pt>
                <c:pt idx="537">
                  <c:v>286.9</c:v>
                </c:pt>
                <c:pt idx="538">
                  <c:v>287.5</c:v>
                </c:pt>
                <c:pt idx="539">
                  <c:v>288.1</c:v>
                </c:pt>
                <c:pt idx="540">
                  <c:v>288.6</c:v>
                </c:pt>
                <c:pt idx="541">
                  <c:v>289.2</c:v>
                </c:pt>
                <c:pt idx="542">
                  <c:v>289.8</c:v>
                </c:pt>
                <c:pt idx="543">
                  <c:v>290.4</c:v>
                </c:pt>
                <c:pt idx="544">
                  <c:v>291.0</c:v>
                </c:pt>
                <c:pt idx="545">
                  <c:v>291.5</c:v>
                </c:pt>
                <c:pt idx="546">
                  <c:v>292.1</c:v>
                </c:pt>
                <c:pt idx="547">
                  <c:v>292.7</c:v>
                </c:pt>
                <c:pt idx="548">
                  <c:v>293.2</c:v>
                </c:pt>
                <c:pt idx="549">
                  <c:v>293.7</c:v>
                </c:pt>
                <c:pt idx="550">
                  <c:v>294.3</c:v>
                </c:pt>
                <c:pt idx="551">
                  <c:v>295.0</c:v>
                </c:pt>
                <c:pt idx="552">
                  <c:v>290.0</c:v>
                </c:pt>
                <c:pt idx="553">
                  <c:v>293.1</c:v>
                </c:pt>
                <c:pt idx="554">
                  <c:v>292.4</c:v>
                </c:pt>
                <c:pt idx="555">
                  <c:v>295.1</c:v>
                </c:pt>
                <c:pt idx="556">
                  <c:v>295.0</c:v>
                </c:pt>
                <c:pt idx="557">
                  <c:v>299.8</c:v>
                </c:pt>
                <c:pt idx="558">
                  <c:v>300.5</c:v>
                </c:pt>
                <c:pt idx="559">
                  <c:v>301.2</c:v>
                </c:pt>
                <c:pt idx="560">
                  <c:v>301.9</c:v>
                </c:pt>
                <c:pt idx="561">
                  <c:v>302.7</c:v>
                </c:pt>
                <c:pt idx="562">
                  <c:v>301.0</c:v>
                </c:pt>
                <c:pt idx="563">
                  <c:v>299.8</c:v>
                </c:pt>
                <c:pt idx="564">
                  <c:v>302.1</c:v>
                </c:pt>
                <c:pt idx="565">
                  <c:v>306.2</c:v>
                </c:pt>
                <c:pt idx="566">
                  <c:v>310.4</c:v>
                </c:pt>
                <c:pt idx="567">
                  <c:v>311.4</c:v>
                </c:pt>
                <c:pt idx="568">
                  <c:v>312.2</c:v>
                </c:pt>
                <c:pt idx="569">
                  <c:v>313.0</c:v>
                </c:pt>
                <c:pt idx="570">
                  <c:v>313.7</c:v>
                </c:pt>
                <c:pt idx="571">
                  <c:v>314.3</c:v>
                </c:pt>
                <c:pt idx="572">
                  <c:v>315.0</c:v>
                </c:pt>
                <c:pt idx="573">
                  <c:v>315.8</c:v>
                </c:pt>
                <c:pt idx="574">
                  <c:v>316.7</c:v>
                </c:pt>
                <c:pt idx="575">
                  <c:v>317.6</c:v>
                </c:pt>
                <c:pt idx="576">
                  <c:v>318.4</c:v>
                </c:pt>
                <c:pt idx="577">
                  <c:v>319.3</c:v>
                </c:pt>
                <c:pt idx="578">
                  <c:v>320.2</c:v>
                </c:pt>
                <c:pt idx="579">
                  <c:v>320.9</c:v>
                </c:pt>
                <c:pt idx="580">
                  <c:v>321.7</c:v>
                </c:pt>
                <c:pt idx="581">
                  <c:v>322.6</c:v>
                </c:pt>
                <c:pt idx="582">
                  <c:v>323.5</c:v>
                </c:pt>
                <c:pt idx="583">
                  <c:v>324.4</c:v>
                </c:pt>
                <c:pt idx="584">
                  <c:v>325.3</c:v>
                </c:pt>
                <c:pt idx="585">
                  <c:v>326.2</c:v>
                </c:pt>
                <c:pt idx="586">
                  <c:v>327.1</c:v>
                </c:pt>
                <c:pt idx="587">
                  <c:v>328.0</c:v>
                </c:pt>
                <c:pt idx="588">
                  <c:v>328.9</c:v>
                </c:pt>
                <c:pt idx="589">
                  <c:v>329.8</c:v>
                </c:pt>
                <c:pt idx="590">
                  <c:v>330.7</c:v>
                </c:pt>
                <c:pt idx="591">
                  <c:v>331.6</c:v>
                </c:pt>
                <c:pt idx="592">
                  <c:v>332.6</c:v>
                </c:pt>
                <c:pt idx="593">
                  <c:v>333.5</c:v>
                </c:pt>
                <c:pt idx="594">
                  <c:v>334.4</c:v>
                </c:pt>
                <c:pt idx="595">
                  <c:v>335.3</c:v>
                </c:pt>
                <c:pt idx="596">
                  <c:v>336.2</c:v>
                </c:pt>
                <c:pt idx="597">
                  <c:v>337.2</c:v>
                </c:pt>
                <c:pt idx="598">
                  <c:v>338.1</c:v>
                </c:pt>
                <c:pt idx="599">
                  <c:v>339.0</c:v>
                </c:pt>
                <c:pt idx="600">
                  <c:v>340.0</c:v>
                </c:pt>
                <c:pt idx="601">
                  <c:v>340.7</c:v>
                </c:pt>
                <c:pt idx="602">
                  <c:v>341.7</c:v>
                </c:pt>
                <c:pt idx="603">
                  <c:v>342.6</c:v>
                </c:pt>
                <c:pt idx="604">
                  <c:v>343.6</c:v>
                </c:pt>
                <c:pt idx="605">
                  <c:v>344.5</c:v>
                </c:pt>
                <c:pt idx="606">
                  <c:v>345.3</c:v>
                </c:pt>
                <c:pt idx="607">
                  <c:v>346.0</c:v>
                </c:pt>
                <c:pt idx="608">
                  <c:v>347.0</c:v>
                </c:pt>
                <c:pt idx="609">
                  <c:v>347.9</c:v>
                </c:pt>
                <c:pt idx="610">
                  <c:v>348.9</c:v>
                </c:pt>
                <c:pt idx="611">
                  <c:v>349.9</c:v>
                </c:pt>
                <c:pt idx="612">
                  <c:v>350.8</c:v>
                </c:pt>
                <c:pt idx="613">
                  <c:v>353.2</c:v>
                </c:pt>
                <c:pt idx="614">
                  <c:v>353.3</c:v>
                </c:pt>
                <c:pt idx="615">
                  <c:v>355.9</c:v>
                </c:pt>
                <c:pt idx="616">
                  <c:v>358.0</c:v>
                </c:pt>
                <c:pt idx="617">
                  <c:v>358.9</c:v>
                </c:pt>
                <c:pt idx="618">
                  <c:v>359.9</c:v>
                </c:pt>
                <c:pt idx="619">
                  <c:v>360.8</c:v>
                </c:pt>
                <c:pt idx="620">
                  <c:v>361.6</c:v>
                </c:pt>
                <c:pt idx="621">
                  <c:v>362.6</c:v>
                </c:pt>
                <c:pt idx="622">
                  <c:v>363.6</c:v>
                </c:pt>
                <c:pt idx="623">
                  <c:v>364.4</c:v>
                </c:pt>
                <c:pt idx="624">
                  <c:v>365.2</c:v>
                </c:pt>
                <c:pt idx="625">
                  <c:v>366.1</c:v>
                </c:pt>
                <c:pt idx="626">
                  <c:v>367.1</c:v>
                </c:pt>
                <c:pt idx="627">
                  <c:v>368.1</c:v>
                </c:pt>
                <c:pt idx="628">
                  <c:v>369.1</c:v>
                </c:pt>
                <c:pt idx="629">
                  <c:v>369.9</c:v>
                </c:pt>
                <c:pt idx="630">
                  <c:v>370.9</c:v>
                </c:pt>
                <c:pt idx="631">
                  <c:v>371.8</c:v>
                </c:pt>
                <c:pt idx="632">
                  <c:v>372.8</c:v>
                </c:pt>
                <c:pt idx="633">
                  <c:v>373.8</c:v>
                </c:pt>
                <c:pt idx="634">
                  <c:v>374.8</c:v>
                </c:pt>
                <c:pt idx="635">
                  <c:v>375.8</c:v>
                </c:pt>
                <c:pt idx="636">
                  <c:v>376.8</c:v>
                </c:pt>
                <c:pt idx="637">
                  <c:v>377.7</c:v>
                </c:pt>
                <c:pt idx="638">
                  <c:v>378.7</c:v>
                </c:pt>
                <c:pt idx="639">
                  <c:v>379.1</c:v>
                </c:pt>
              </c:numCache>
            </c:numRef>
          </c:val>
          <c:smooth val="0"/>
        </c:ser>
        <c:ser>
          <c:idx val="1"/>
          <c:order val="1"/>
          <c:tx>
            <c:strRef>
              <c:f>Sheet1!$C$1</c:f>
              <c:strCache>
                <c:ptCount val="1"/>
                <c:pt idx="0">
                  <c:v>CDI</c:v>
                </c:pt>
              </c:strCache>
            </c:strRef>
          </c:tx>
          <c:spPr>
            <a:ln w="19050" cap="rnd">
              <a:solidFill>
                <a:srgbClr val="8EB3DF"/>
              </a:solidFill>
              <a:round/>
            </a:ln>
          </c:spPr>
          <c:marker>
            <c:symbol val="none"/>
          </c:marker>
          <c:cat>
            <c:strRef>
              <c:f>Sheet1!$A$2:$A$641</c:f>
              <c:strCache>
                <c:ptCount val="640"/>
                <c:pt idx="0">
                  <c:v>2014-05</c:v>
                </c:pt>
                <c:pt idx="1">
                  <c:v>2014-05</c:v>
                </c:pt>
                <c:pt idx="2">
                  <c:v>2014-05</c:v>
                </c:pt>
                <c:pt idx="3">
                  <c:v>2014-06</c:v>
                </c:pt>
                <c:pt idx="4">
                  <c:v>2014-06</c:v>
                </c:pt>
                <c:pt idx="5">
                  <c:v>2014-06</c:v>
                </c:pt>
                <c:pt idx="6">
                  <c:v>2014-06</c:v>
                </c:pt>
                <c:pt idx="7">
                  <c:v>2014-07</c:v>
                </c:pt>
                <c:pt idx="8">
                  <c:v>2014-07</c:v>
                </c:pt>
                <c:pt idx="9">
                  <c:v>2014-07</c:v>
                </c:pt>
                <c:pt idx="10">
                  <c:v>2014-07</c:v>
                </c:pt>
                <c:pt idx="11">
                  <c:v>2014-08</c:v>
                </c:pt>
                <c:pt idx="12">
                  <c:v>2014-08</c:v>
                </c:pt>
                <c:pt idx="13">
                  <c:v>2014-08</c:v>
                </c:pt>
                <c:pt idx="14">
                  <c:v>2014-08</c:v>
                </c:pt>
                <c:pt idx="15">
                  <c:v>2014-08</c:v>
                </c:pt>
                <c:pt idx="16">
                  <c:v>2014-09</c:v>
                </c:pt>
                <c:pt idx="17">
                  <c:v>2014-09</c:v>
                </c:pt>
                <c:pt idx="18">
                  <c:v>2014-09</c:v>
                </c:pt>
                <c:pt idx="19">
                  <c:v>2014-09</c:v>
                </c:pt>
                <c:pt idx="20">
                  <c:v>2014-10</c:v>
                </c:pt>
                <c:pt idx="21">
                  <c:v>2014-10</c:v>
                </c:pt>
                <c:pt idx="22">
                  <c:v>2014-10</c:v>
                </c:pt>
                <c:pt idx="23">
                  <c:v>2014-10</c:v>
                </c:pt>
                <c:pt idx="24">
                  <c:v>2014-10</c:v>
                </c:pt>
                <c:pt idx="25">
                  <c:v>2014-11</c:v>
                </c:pt>
                <c:pt idx="26">
                  <c:v>2014-11</c:v>
                </c:pt>
                <c:pt idx="27">
                  <c:v>2014-11</c:v>
                </c:pt>
                <c:pt idx="28">
                  <c:v>2014-11</c:v>
                </c:pt>
                <c:pt idx="29">
                  <c:v>2014-12</c:v>
                </c:pt>
                <c:pt idx="30">
                  <c:v>2014-12</c:v>
                </c:pt>
                <c:pt idx="31">
                  <c:v>2014-12</c:v>
                </c:pt>
                <c:pt idx="32">
                  <c:v>2014-12</c:v>
                </c:pt>
                <c:pt idx="33">
                  <c:v>2015-01</c:v>
                </c:pt>
                <c:pt idx="34">
                  <c:v>2015-01</c:v>
                </c:pt>
                <c:pt idx="35">
                  <c:v>2015-01</c:v>
                </c:pt>
                <c:pt idx="36">
                  <c:v>2015-01</c:v>
                </c:pt>
                <c:pt idx="37">
                  <c:v>2015-01</c:v>
                </c:pt>
                <c:pt idx="38">
                  <c:v>2015-02</c:v>
                </c:pt>
                <c:pt idx="39">
                  <c:v>2015-02</c:v>
                </c:pt>
                <c:pt idx="40">
                  <c:v>2015-02</c:v>
                </c:pt>
                <c:pt idx="41">
                  <c:v>2015-02</c:v>
                </c:pt>
                <c:pt idx="42">
                  <c:v>2015-03</c:v>
                </c:pt>
                <c:pt idx="43">
                  <c:v>2015-03</c:v>
                </c:pt>
                <c:pt idx="44">
                  <c:v>2015-03</c:v>
                </c:pt>
                <c:pt idx="45">
                  <c:v>2015-03</c:v>
                </c:pt>
                <c:pt idx="46">
                  <c:v>2015-04</c:v>
                </c:pt>
                <c:pt idx="47">
                  <c:v>2015-04</c:v>
                </c:pt>
                <c:pt idx="48">
                  <c:v>2015-04</c:v>
                </c:pt>
                <c:pt idx="49">
                  <c:v>2015-04</c:v>
                </c:pt>
                <c:pt idx="50">
                  <c:v>2015-05</c:v>
                </c:pt>
                <c:pt idx="51">
                  <c:v>2015-05</c:v>
                </c:pt>
                <c:pt idx="52">
                  <c:v>2015-05</c:v>
                </c:pt>
                <c:pt idx="53">
                  <c:v>2015-05</c:v>
                </c:pt>
                <c:pt idx="54">
                  <c:v>2015-05</c:v>
                </c:pt>
                <c:pt idx="55">
                  <c:v>2015-06</c:v>
                </c:pt>
                <c:pt idx="56">
                  <c:v>2015-06</c:v>
                </c:pt>
                <c:pt idx="57">
                  <c:v>2015-06</c:v>
                </c:pt>
                <c:pt idx="58">
                  <c:v>2015-06</c:v>
                </c:pt>
                <c:pt idx="59">
                  <c:v>2015-07</c:v>
                </c:pt>
                <c:pt idx="60">
                  <c:v>2015-07</c:v>
                </c:pt>
                <c:pt idx="61">
                  <c:v>2015-07</c:v>
                </c:pt>
                <c:pt idx="62">
                  <c:v>2015-07</c:v>
                </c:pt>
                <c:pt idx="63">
                  <c:v>2015-07</c:v>
                </c:pt>
                <c:pt idx="64">
                  <c:v>2015-08</c:v>
                </c:pt>
                <c:pt idx="65">
                  <c:v>2015-08</c:v>
                </c:pt>
                <c:pt idx="66">
                  <c:v>2015-08</c:v>
                </c:pt>
                <c:pt idx="67">
                  <c:v>2015-08</c:v>
                </c:pt>
                <c:pt idx="68">
                  <c:v>2015-09</c:v>
                </c:pt>
                <c:pt idx="69">
                  <c:v>2015-09</c:v>
                </c:pt>
                <c:pt idx="70">
                  <c:v>2015-09</c:v>
                </c:pt>
                <c:pt idx="71">
                  <c:v>2015-09</c:v>
                </c:pt>
                <c:pt idx="72">
                  <c:v>2015-10</c:v>
                </c:pt>
                <c:pt idx="73">
                  <c:v>2015-10</c:v>
                </c:pt>
                <c:pt idx="74">
                  <c:v>2015-10</c:v>
                </c:pt>
                <c:pt idx="75">
                  <c:v>2015-10</c:v>
                </c:pt>
                <c:pt idx="76">
                  <c:v>2015-10</c:v>
                </c:pt>
                <c:pt idx="77">
                  <c:v>2015-11</c:v>
                </c:pt>
                <c:pt idx="78">
                  <c:v>2015-11</c:v>
                </c:pt>
                <c:pt idx="79">
                  <c:v>2015-11</c:v>
                </c:pt>
                <c:pt idx="80">
                  <c:v>2015-11</c:v>
                </c:pt>
                <c:pt idx="81">
                  <c:v>2015-12</c:v>
                </c:pt>
                <c:pt idx="82">
                  <c:v>2015-12</c:v>
                </c:pt>
                <c:pt idx="83">
                  <c:v>2015-12</c:v>
                </c:pt>
                <c:pt idx="84">
                  <c:v>2015-12</c:v>
                </c:pt>
                <c:pt idx="85">
                  <c:v>2016-01</c:v>
                </c:pt>
                <c:pt idx="86">
                  <c:v>2016-01</c:v>
                </c:pt>
                <c:pt idx="87">
                  <c:v>2016-01</c:v>
                </c:pt>
                <c:pt idx="88">
                  <c:v>2016-01</c:v>
                </c:pt>
                <c:pt idx="89">
                  <c:v>2016-01</c:v>
                </c:pt>
                <c:pt idx="90">
                  <c:v>2016-02</c:v>
                </c:pt>
                <c:pt idx="91">
                  <c:v>2016-02</c:v>
                </c:pt>
                <c:pt idx="92">
                  <c:v>2016-02</c:v>
                </c:pt>
                <c:pt idx="93">
                  <c:v>2016-02</c:v>
                </c:pt>
                <c:pt idx="94">
                  <c:v>2016-03</c:v>
                </c:pt>
                <c:pt idx="95">
                  <c:v>2016-03</c:v>
                </c:pt>
                <c:pt idx="96">
                  <c:v>2016-03</c:v>
                </c:pt>
                <c:pt idx="97">
                  <c:v>2016-03</c:v>
                </c:pt>
                <c:pt idx="98">
                  <c:v>2016-04</c:v>
                </c:pt>
                <c:pt idx="99">
                  <c:v>2016-04</c:v>
                </c:pt>
                <c:pt idx="100">
                  <c:v>2016-04</c:v>
                </c:pt>
                <c:pt idx="101">
                  <c:v>2016-04</c:v>
                </c:pt>
                <c:pt idx="102">
                  <c:v>2016-04</c:v>
                </c:pt>
                <c:pt idx="103">
                  <c:v>2016-05</c:v>
                </c:pt>
                <c:pt idx="104">
                  <c:v>2016-05</c:v>
                </c:pt>
                <c:pt idx="105">
                  <c:v>2016-05</c:v>
                </c:pt>
                <c:pt idx="106">
                  <c:v>2016-05</c:v>
                </c:pt>
                <c:pt idx="107">
                  <c:v>2016-06</c:v>
                </c:pt>
                <c:pt idx="108">
                  <c:v>2016-06</c:v>
                </c:pt>
                <c:pt idx="109">
                  <c:v>2016-06</c:v>
                </c:pt>
                <c:pt idx="110">
                  <c:v>2016-06</c:v>
                </c:pt>
                <c:pt idx="111">
                  <c:v>2016-07</c:v>
                </c:pt>
                <c:pt idx="112">
                  <c:v>2016-07</c:v>
                </c:pt>
                <c:pt idx="113">
                  <c:v>2016-07</c:v>
                </c:pt>
                <c:pt idx="114">
                  <c:v>2016-07</c:v>
                </c:pt>
                <c:pt idx="115">
                  <c:v>2016-07</c:v>
                </c:pt>
                <c:pt idx="116">
                  <c:v>2016-08</c:v>
                </c:pt>
                <c:pt idx="117">
                  <c:v>2016-08</c:v>
                </c:pt>
                <c:pt idx="118">
                  <c:v>2016-08</c:v>
                </c:pt>
                <c:pt idx="119">
                  <c:v>2016-08</c:v>
                </c:pt>
                <c:pt idx="120">
                  <c:v>2016-09</c:v>
                </c:pt>
                <c:pt idx="121">
                  <c:v>2016-09</c:v>
                </c:pt>
                <c:pt idx="122">
                  <c:v>2016-09</c:v>
                </c:pt>
                <c:pt idx="123">
                  <c:v>2016-09</c:v>
                </c:pt>
                <c:pt idx="124">
                  <c:v>2016-09</c:v>
                </c:pt>
                <c:pt idx="125">
                  <c:v>2016-10</c:v>
                </c:pt>
                <c:pt idx="126">
                  <c:v>2016-10</c:v>
                </c:pt>
                <c:pt idx="127">
                  <c:v>2016-10</c:v>
                </c:pt>
                <c:pt idx="128">
                  <c:v>2016-10</c:v>
                </c:pt>
                <c:pt idx="129">
                  <c:v>2016-11</c:v>
                </c:pt>
                <c:pt idx="130">
                  <c:v>2016-11</c:v>
                </c:pt>
                <c:pt idx="131">
                  <c:v>2016-11</c:v>
                </c:pt>
                <c:pt idx="132">
                  <c:v>2016-11</c:v>
                </c:pt>
                <c:pt idx="133">
                  <c:v>2016-12</c:v>
                </c:pt>
                <c:pt idx="134">
                  <c:v>2016-12</c:v>
                </c:pt>
                <c:pt idx="135">
                  <c:v>2016-12</c:v>
                </c:pt>
                <c:pt idx="136">
                  <c:v>2016-12</c:v>
                </c:pt>
                <c:pt idx="137">
                  <c:v>2016-12</c:v>
                </c:pt>
                <c:pt idx="138">
                  <c:v>2017-01</c:v>
                </c:pt>
                <c:pt idx="139">
                  <c:v>2017-01</c:v>
                </c:pt>
                <c:pt idx="140">
                  <c:v>2017-01</c:v>
                </c:pt>
                <c:pt idx="141">
                  <c:v>2017-01</c:v>
                </c:pt>
                <c:pt idx="142">
                  <c:v>2017-02</c:v>
                </c:pt>
                <c:pt idx="143">
                  <c:v>2017-02</c:v>
                </c:pt>
                <c:pt idx="144">
                  <c:v>2017-02</c:v>
                </c:pt>
                <c:pt idx="145">
                  <c:v>2017-02</c:v>
                </c:pt>
                <c:pt idx="146">
                  <c:v>2017-03</c:v>
                </c:pt>
                <c:pt idx="147">
                  <c:v>2017-03</c:v>
                </c:pt>
                <c:pt idx="148">
                  <c:v>2017-03</c:v>
                </c:pt>
                <c:pt idx="149">
                  <c:v>2017-03</c:v>
                </c:pt>
                <c:pt idx="150">
                  <c:v>2017-03</c:v>
                </c:pt>
                <c:pt idx="151">
                  <c:v>2017-04</c:v>
                </c:pt>
                <c:pt idx="152">
                  <c:v>2017-04</c:v>
                </c:pt>
                <c:pt idx="153">
                  <c:v>2017-04</c:v>
                </c:pt>
                <c:pt idx="154">
                  <c:v>2017-04</c:v>
                </c:pt>
                <c:pt idx="155">
                  <c:v>2017-05</c:v>
                </c:pt>
                <c:pt idx="156">
                  <c:v>2017-05</c:v>
                </c:pt>
                <c:pt idx="157">
                  <c:v>2017-05</c:v>
                </c:pt>
                <c:pt idx="158">
                  <c:v>2017-05</c:v>
                </c:pt>
                <c:pt idx="159">
                  <c:v>2017-06</c:v>
                </c:pt>
                <c:pt idx="160">
                  <c:v>2017-06</c:v>
                </c:pt>
                <c:pt idx="161">
                  <c:v>2017-06</c:v>
                </c:pt>
                <c:pt idx="162">
                  <c:v>2017-06</c:v>
                </c:pt>
                <c:pt idx="163">
                  <c:v>2017-06</c:v>
                </c:pt>
                <c:pt idx="164">
                  <c:v>2017-07</c:v>
                </c:pt>
                <c:pt idx="165">
                  <c:v>2017-07</c:v>
                </c:pt>
                <c:pt idx="166">
                  <c:v>2017-07</c:v>
                </c:pt>
                <c:pt idx="167">
                  <c:v>2017-07</c:v>
                </c:pt>
                <c:pt idx="168">
                  <c:v>2017-08</c:v>
                </c:pt>
                <c:pt idx="169">
                  <c:v>2017-08</c:v>
                </c:pt>
                <c:pt idx="170">
                  <c:v>2017-08</c:v>
                </c:pt>
                <c:pt idx="171">
                  <c:v>2017-08</c:v>
                </c:pt>
                <c:pt idx="172">
                  <c:v>2017-09</c:v>
                </c:pt>
                <c:pt idx="173">
                  <c:v>2017-09</c:v>
                </c:pt>
                <c:pt idx="174">
                  <c:v>2017-09</c:v>
                </c:pt>
                <c:pt idx="175">
                  <c:v>2017-09</c:v>
                </c:pt>
                <c:pt idx="176">
                  <c:v>2017-09</c:v>
                </c:pt>
                <c:pt idx="177">
                  <c:v>2017-10</c:v>
                </c:pt>
                <c:pt idx="178">
                  <c:v>2017-10</c:v>
                </c:pt>
                <c:pt idx="179">
                  <c:v>2017-10</c:v>
                </c:pt>
                <c:pt idx="180">
                  <c:v>2017-10</c:v>
                </c:pt>
                <c:pt idx="181">
                  <c:v>2017-11</c:v>
                </c:pt>
                <c:pt idx="182">
                  <c:v>2017-11</c:v>
                </c:pt>
                <c:pt idx="183">
                  <c:v>2017-11</c:v>
                </c:pt>
                <c:pt idx="184">
                  <c:v>2017-11</c:v>
                </c:pt>
                <c:pt idx="185">
                  <c:v>2017-12</c:v>
                </c:pt>
                <c:pt idx="186">
                  <c:v>2017-12</c:v>
                </c:pt>
                <c:pt idx="187">
                  <c:v>2017-12</c:v>
                </c:pt>
                <c:pt idx="188">
                  <c:v>2017-12</c:v>
                </c:pt>
                <c:pt idx="189">
                  <c:v>2017-12</c:v>
                </c:pt>
                <c:pt idx="190">
                  <c:v>2018-01</c:v>
                </c:pt>
                <c:pt idx="191">
                  <c:v>2018-01</c:v>
                </c:pt>
                <c:pt idx="192">
                  <c:v>2018-01</c:v>
                </c:pt>
                <c:pt idx="193">
                  <c:v>2018-01</c:v>
                </c:pt>
                <c:pt idx="194">
                  <c:v>2018-02</c:v>
                </c:pt>
                <c:pt idx="195">
                  <c:v>2018-02</c:v>
                </c:pt>
                <c:pt idx="196">
                  <c:v>2018-02</c:v>
                </c:pt>
                <c:pt idx="197">
                  <c:v>2018-02</c:v>
                </c:pt>
                <c:pt idx="198">
                  <c:v>2018-03</c:v>
                </c:pt>
                <c:pt idx="199">
                  <c:v>2018-03</c:v>
                </c:pt>
                <c:pt idx="200">
                  <c:v>2018-03</c:v>
                </c:pt>
                <c:pt idx="201">
                  <c:v>2018-03</c:v>
                </c:pt>
                <c:pt idx="202">
                  <c:v>2018-03</c:v>
                </c:pt>
                <c:pt idx="203">
                  <c:v>2018-04</c:v>
                </c:pt>
                <c:pt idx="204">
                  <c:v>2018-04</c:v>
                </c:pt>
                <c:pt idx="205">
                  <c:v>2018-04</c:v>
                </c:pt>
                <c:pt idx="206">
                  <c:v>2018-04</c:v>
                </c:pt>
                <c:pt idx="207">
                  <c:v>2018-05</c:v>
                </c:pt>
                <c:pt idx="208">
                  <c:v>2018-05</c:v>
                </c:pt>
                <c:pt idx="209">
                  <c:v>2018-05</c:v>
                </c:pt>
                <c:pt idx="210">
                  <c:v>2018-05</c:v>
                </c:pt>
                <c:pt idx="211">
                  <c:v>2018-06</c:v>
                </c:pt>
                <c:pt idx="212">
                  <c:v>2018-06</c:v>
                </c:pt>
                <c:pt idx="213">
                  <c:v>2018-06</c:v>
                </c:pt>
                <c:pt idx="214">
                  <c:v>2018-06</c:v>
                </c:pt>
                <c:pt idx="215">
                  <c:v>2018-06</c:v>
                </c:pt>
                <c:pt idx="216">
                  <c:v>2018-07</c:v>
                </c:pt>
                <c:pt idx="217">
                  <c:v>2018-07</c:v>
                </c:pt>
                <c:pt idx="218">
                  <c:v>2018-07</c:v>
                </c:pt>
                <c:pt idx="219">
                  <c:v>2018-07</c:v>
                </c:pt>
                <c:pt idx="220">
                  <c:v>2018-08</c:v>
                </c:pt>
                <c:pt idx="221">
                  <c:v>2018-08</c:v>
                </c:pt>
                <c:pt idx="222">
                  <c:v>2018-08</c:v>
                </c:pt>
                <c:pt idx="223">
                  <c:v>2018-08</c:v>
                </c:pt>
                <c:pt idx="224">
                  <c:v>2018-08</c:v>
                </c:pt>
                <c:pt idx="225">
                  <c:v>2018-09</c:v>
                </c:pt>
                <c:pt idx="226">
                  <c:v>2018-09</c:v>
                </c:pt>
                <c:pt idx="227">
                  <c:v>2018-09</c:v>
                </c:pt>
                <c:pt idx="228">
                  <c:v>2018-09</c:v>
                </c:pt>
                <c:pt idx="229">
                  <c:v>2018-10</c:v>
                </c:pt>
                <c:pt idx="230">
                  <c:v>2018-10</c:v>
                </c:pt>
                <c:pt idx="231">
                  <c:v>2018-10</c:v>
                </c:pt>
                <c:pt idx="232">
                  <c:v>2018-10</c:v>
                </c:pt>
                <c:pt idx="233">
                  <c:v>2018-11</c:v>
                </c:pt>
                <c:pt idx="234">
                  <c:v>2018-11</c:v>
                </c:pt>
                <c:pt idx="235">
                  <c:v>2018-11</c:v>
                </c:pt>
                <c:pt idx="236">
                  <c:v>2018-11</c:v>
                </c:pt>
                <c:pt idx="237">
                  <c:v>2018-11</c:v>
                </c:pt>
                <c:pt idx="238">
                  <c:v>2018-12</c:v>
                </c:pt>
                <c:pt idx="239">
                  <c:v>2018-12</c:v>
                </c:pt>
                <c:pt idx="240">
                  <c:v>2018-12</c:v>
                </c:pt>
                <c:pt idx="241">
                  <c:v>2018-12</c:v>
                </c:pt>
                <c:pt idx="242">
                  <c:v>2019-01</c:v>
                </c:pt>
                <c:pt idx="243">
                  <c:v>2019-01</c:v>
                </c:pt>
                <c:pt idx="244">
                  <c:v>2019-01</c:v>
                </c:pt>
                <c:pt idx="245">
                  <c:v>2019-01</c:v>
                </c:pt>
                <c:pt idx="246">
                  <c:v>2019-02</c:v>
                </c:pt>
                <c:pt idx="247">
                  <c:v>2019-02</c:v>
                </c:pt>
                <c:pt idx="248">
                  <c:v>2019-02</c:v>
                </c:pt>
                <c:pt idx="249">
                  <c:v>2019-02</c:v>
                </c:pt>
                <c:pt idx="250">
                  <c:v>2019-03</c:v>
                </c:pt>
                <c:pt idx="251">
                  <c:v>2019-03</c:v>
                </c:pt>
                <c:pt idx="252">
                  <c:v>2019-03</c:v>
                </c:pt>
                <c:pt idx="253">
                  <c:v>2019-03</c:v>
                </c:pt>
                <c:pt idx="254">
                  <c:v>2019-03</c:v>
                </c:pt>
                <c:pt idx="255">
                  <c:v>2019-04</c:v>
                </c:pt>
                <c:pt idx="256">
                  <c:v>2019-04</c:v>
                </c:pt>
                <c:pt idx="257">
                  <c:v>2019-04</c:v>
                </c:pt>
                <c:pt idx="258">
                  <c:v>2019-04</c:v>
                </c:pt>
                <c:pt idx="259">
                  <c:v>2019-05</c:v>
                </c:pt>
                <c:pt idx="260">
                  <c:v>2019-05</c:v>
                </c:pt>
                <c:pt idx="261">
                  <c:v>2019-05</c:v>
                </c:pt>
                <c:pt idx="262">
                  <c:v>2019-05</c:v>
                </c:pt>
                <c:pt idx="263">
                  <c:v>2019-05</c:v>
                </c:pt>
                <c:pt idx="264">
                  <c:v>2019-06</c:v>
                </c:pt>
                <c:pt idx="265">
                  <c:v>2019-06</c:v>
                </c:pt>
                <c:pt idx="266">
                  <c:v>2019-06</c:v>
                </c:pt>
                <c:pt idx="267">
                  <c:v>2019-06</c:v>
                </c:pt>
                <c:pt idx="268">
                  <c:v>2019-07</c:v>
                </c:pt>
                <c:pt idx="269">
                  <c:v>2019-07</c:v>
                </c:pt>
                <c:pt idx="270">
                  <c:v>2019-07</c:v>
                </c:pt>
                <c:pt idx="271">
                  <c:v>2019-07</c:v>
                </c:pt>
                <c:pt idx="272">
                  <c:v>2019-08</c:v>
                </c:pt>
                <c:pt idx="273">
                  <c:v>2019-08</c:v>
                </c:pt>
                <c:pt idx="274">
                  <c:v>2019-08</c:v>
                </c:pt>
                <c:pt idx="275">
                  <c:v>2019-08</c:v>
                </c:pt>
                <c:pt idx="276">
                  <c:v>2019-08</c:v>
                </c:pt>
                <c:pt idx="277">
                  <c:v>2019-09</c:v>
                </c:pt>
                <c:pt idx="278">
                  <c:v>2019-09</c:v>
                </c:pt>
                <c:pt idx="279">
                  <c:v>2019-09</c:v>
                </c:pt>
                <c:pt idx="280">
                  <c:v>2019-09</c:v>
                </c:pt>
                <c:pt idx="281">
                  <c:v>2019-10</c:v>
                </c:pt>
                <c:pt idx="282">
                  <c:v>2019-10</c:v>
                </c:pt>
                <c:pt idx="283">
                  <c:v>2019-10</c:v>
                </c:pt>
                <c:pt idx="284">
                  <c:v>2019-10</c:v>
                </c:pt>
                <c:pt idx="285">
                  <c:v>2019-11</c:v>
                </c:pt>
                <c:pt idx="286">
                  <c:v>2019-11</c:v>
                </c:pt>
                <c:pt idx="287">
                  <c:v>2019-11</c:v>
                </c:pt>
                <c:pt idx="288">
                  <c:v>2019-11</c:v>
                </c:pt>
                <c:pt idx="289">
                  <c:v>2019-11</c:v>
                </c:pt>
                <c:pt idx="290">
                  <c:v>2019-12</c:v>
                </c:pt>
                <c:pt idx="291">
                  <c:v>2019-12</c:v>
                </c:pt>
                <c:pt idx="292">
                  <c:v>2019-12</c:v>
                </c:pt>
                <c:pt idx="293">
                  <c:v>2019-12</c:v>
                </c:pt>
                <c:pt idx="294">
                  <c:v>2020-01</c:v>
                </c:pt>
                <c:pt idx="295">
                  <c:v>2020-01</c:v>
                </c:pt>
                <c:pt idx="296">
                  <c:v>2020-01</c:v>
                </c:pt>
                <c:pt idx="297">
                  <c:v>2020-01</c:v>
                </c:pt>
                <c:pt idx="298">
                  <c:v>2020-01</c:v>
                </c:pt>
                <c:pt idx="299">
                  <c:v>2020-02</c:v>
                </c:pt>
                <c:pt idx="300">
                  <c:v>2020-02</c:v>
                </c:pt>
                <c:pt idx="301">
                  <c:v>2020-02</c:v>
                </c:pt>
                <c:pt idx="302">
                  <c:v>2020-02</c:v>
                </c:pt>
                <c:pt idx="303">
                  <c:v>2020-03</c:v>
                </c:pt>
                <c:pt idx="304">
                  <c:v>2020-03</c:v>
                </c:pt>
                <c:pt idx="305">
                  <c:v>2020-03</c:v>
                </c:pt>
                <c:pt idx="306">
                  <c:v>2020-03</c:v>
                </c:pt>
                <c:pt idx="307">
                  <c:v>2020-04</c:v>
                </c:pt>
                <c:pt idx="308">
                  <c:v>2020-04</c:v>
                </c:pt>
                <c:pt idx="309">
                  <c:v>2020-04</c:v>
                </c:pt>
                <c:pt idx="310">
                  <c:v>2020-04</c:v>
                </c:pt>
                <c:pt idx="311">
                  <c:v>2020-05</c:v>
                </c:pt>
                <c:pt idx="312">
                  <c:v>2020-05</c:v>
                </c:pt>
                <c:pt idx="313">
                  <c:v>2020-05</c:v>
                </c:pt>
                <c:pt idx="314">
                  <c:v>2020-05</c:v>
                </c:pt>
                <c:pt idx="315">
                  <c:v>2020-05</c:v>
                </c:pt>
                <c:pt idx="316">
                  <c:v>2020-06</c:v>
                </c:pt>
                <c:pt idx="317">
                  <c:v>2020-06</c:v>
                </c:pt>
                <c:pt idx="318">
                  <c:v>2020-06</c:v>
                </c:pt>
                <c:pt idx="319">
                  <c:v>2020-06</c:v>
                </c:pt>
                <c:pt idx="320">
                  <c:v>2020-07</c:v>
                </c:pt>
                <c:pt idx="321">
                  <c:v>2020-07</c:v>
                </c:pt>
                <c:pt idx="322">
                  <c:v>2020-07</c:v>
                </c:pt>
                <c:pt idx="323">
                  <c:v>2020-07</c:v>
                </c:pt>
                <c:pt idx="324">
                  <c:v>2020-07</c:v>
                </c:pt>
                <c:pt idx="325">
                  <c:v>2020-08</c:v>
                </c:pt>
                <c:pt idx="326">
                  <c:v>2020-08</c:v>
                </c:pt>
                <c:pt idx="327">
                  <c:v>2020-08</c:v>
                </c:pt>
                <c:pt idx="328">
                  <c:v>2020-08</c:v>
                </c:pt>
                <c:pt idx="329">
                  <c:v>2020-09</c:v>
                </c:pt>
                <c:pt idx="330">
                  <c:v>2020-09</c:v>
                </c:pt>
                <c:pt idx="331">
                  <c:v>2020-09</c:v>
                </c:pt>
                <c:pt idx="332">
                  <c:v>2020-09</c:v>
                </c:pt>
                <c:pt idx="333">
                  <c:v>2020-10</c:v>
                </c:pt>
                <c:pt idx="334">
                  <c:v>2020-10</c:v>
                </c:pt>
                <c:pt idx="335">
                  <c:v>2020-10</c:v>
                </c:pt>
                <c:pt idx="336">
                  <c:v>2020-10</c:v>
                </c:pt>
                <c:pt idx="337">
                  <c:v>2020-10</c:v>
                </c:pt>
                <c:pt idx="338">
                  <c:v>2020-11</c:v>
                </c:pt>
                <c:pt idx="339">
                  <c:v>2020-11</c:v>
                </c:pt>
                <c:pt idx="340">
                  <c:v>2020-11</c:v>
                </c:pt>
                <c:pt idx="341">
                  <c:v>2020-11</c:v>
                </c:pt>
                <c:pt idx="342">
                  <c:v>2020-12</c:v>
                </c:pt>
                <c:pt idx="343">
                  <c:v>2020-12</c:v>
                </c:pt>
                <c:pt idx="344">
                  <c:v>2020-12</c:v>
                </c:pt>
                <c:pt idx="345">
                  <c:v>2020-12</c:v>
                </c:pt>
                <c:pt idx="346">
                  <c:v>2021-01</c:v>
                </c:pt>
                <c:pt idx="347">
                  <c:v>2021-01</c:v>
                </c:pt>
                <c:pt idx="348">
                  <c:v>2021-01</c:v>
                </c:pt>
                <c:pt idx="349">
                  <c:v>2021-01</c:v>
                </c:pt>
                <c:pt idx="350">
                  <c:v>2021-01</c:v>
                </c:pt>
                <c:pt idx="351">
                  <c:v>2021-02</c:v>
                </c:pt>
                <c:pt idx="352">
                  <c:v>2021-02</c:v>
                </c:pt>
                <c:pt idx="353">
                  <c:v>2021-02</c:v>
                </c:pt>
                <c:pt idx="354">
                  <c:v>2021-02</c:v>
                </c:pt>
                <c:pt idx="355">
                  <c:v>2021-03</c:v>
                </c:pt>
                <c:pt idx="356">
                  <c:v>2021-03</c:v>
                </c:pt>
                <c:pt idx="357">
                  <c:v>2021-03</c:v>
                </c:pt>
                <c:pt idx="358">
                  <c:v>2021-03</c:v>
                </c:pt>
                <c:pt idx="359">
                  <c:v>2021-04</c:v>
                </c:pt>
                <c:pt idx="360">
                  <c:v>2021-04</c:v>
                </c:pt>
                <c:pt idx="361">
                  <c:v>2021-04</c:v>
                </c:pt>
                <c:pt idx="362">
                  <c:v>2021-04</c:v>
                </c:pt>
                <c:pt idx="363">
                  <c:v>2021-04</c:v>
                </c:pt>
                <c:pt idx="364">
                  <c:v>2021-05</c:v>
                </c:pt>
                <c:pt idx="365">
                  <c:v>2021-05</c:v>
                </c:pt>
                <c:pt idx="366">
                  <c:v>2021-05</c:v>
                </c:pt>
                <c:pt idx="367">
                  <c:v>2021-05</c:v>
                </c:pt>
                <c:pt idx="368">
                  <c:v>2021-06</c:v>
                </c:pt>
                <c:pt idx="369">
                  <c:v>2021-06</c:v>
                </c:pt>
                <c:pt idx="370">
                  <c:v>2021-06</c:v>
                </c:pt>
                <c:pt idx="371">
                  <c:v>2021-06</c:v>
                </c:pt>
                <c:pt idx="372">
                  <c:v>2021-07</c:v>
                </c:pt>
                <c:pt idx="373">
                  <c:v>2021-07</c:v>
                </c:pt>
                <c:pt idx="374">
                  <c:v>2021-07</c:v>
                </c:pt>
                <c:pt idx="375">
                  <c:v>2021-07</c:v>
                </c:pt>
                <c:pt idx="376">
                  <c:v>2021-07</c:v>
                </c:pt>
                <c:pt idx="377">
                  <c:v>2021-08</c:v>
                </c:pt>
                <c:pt idx="378">
                  <c:v>2021-08</c:v>
                </c:pt>
                <c:pt idx="379">
                  <c:v>2021-08</c:v>
                </c:pt>
                <c:pt idx="380">
                  <c:v>2021-08</c:v>
                </c:pt>
                <c:pt idx="381">
                  <c:v>2021-09</c:v>
                </c:pt>
                <c:pt idx="382">
                  <c:v>2021-09</c:v>
                </c:pt>
                <c:pt idx="383">
                  <c:v>2021-09</c:v>
                </c:pt>
                <c:pt idx="384">
                  <c:v>2021-09</c:v>
                </c:pt>
                <c:pt idx="385">
                  <c:v>2021-10</c:v>
                </c:pt>
                <c:pt idx="386">
                  <c:v>2021-10</c:v>
                </c:pt>
                <c:pt idx="387">
                  <c:v>2021-10</c:v>
                </c:pt>
                <c:pt idx="388">
                  <c:v>2021-10</c:v>
                </c:pt>
                <c:pt idx="389">
                  <c:v>2021-10</c:v>
                </c:pt>
                <c:pt idx="390">
                  <c:v>2021-11</c:v>
                </c:pt>
                <c:pt idx="391">
                  <c:v>2021-11</c:v>
                </c:pt>
                <c:pt idx="392">
                  <c:v>2021-11</c:v>
                </c:pt>
                <c:pt idx="393">
                  <c:v>2021-11</c:v>
                </c:pt>
                <c:pt idx="394">
                  <c:v>2021-12</c:v>
                </c:pt>
                <c:pt idx="395">
                  <c:v>2021-12</c:v>
                </c:pt>
                <c:pt idx="396">
                  <c:v>2021-12</c:v>
                </c:pt>
                <c:pt idx="397">
                  <c:v>2021-12</c:v>
                </c:pt>
                <c:pt idx="398">
                  <c:v>2021-12</c:v>
                </c:pt>
                <c:pt idx="399">
                  <c:v>2022-01</c:v>
                </c:pt>
                <c:pt idx="400">
                  <c:v>2022-01</c:v>
                </c:pt>
                <c:pt idx="401">
                  <c:v>2022-01</c:v>
                </c:pt>
                <c:pt idx="402">
                  <c:v>2022-01</c:v>
                </c:pt>
                <c:pt idx="403">
                  <c:v>2022-02</c:v>
                </c:pt>
                <c:pt idx="404">
                  <c:v>2022-02</c:v>
                </c:pt>
                <c:pt idx="405">
                  <c:v>2022-02</c:v>
                </c:pt>
                <c:pt idx="406">
                  <c:v>2022-02</c:v>
                </c:pt>
                <c:pt idx="407">
                  <c:v>2022-03</c:v>
                </c:pt>
                <c:pt idx="408">
                  <c:v>2022-03</c:v>
                </c:pt>
                <c:pt idx="409">
                  <c:v>2022-03</c:v>
                </c:pt>
                <c:pt idx="410">
                  <c:v>2022-03</c:v>
                </c:pt>
                <c:pt idx="411">
                  <c:v>2022-04</c:v>
                </c:pt>
                <c:pt idx="412">
                  <c:v>2022-04</c:v>
                </c:pt>
                <c:pt idx="413">
                  <c:v>2022-04</c:v>
                </c:pt>
                <c:pt idx="414">
                  <c:v>2022-04</c:v>
                </c:pt>
                <c:pt idx="415">
                  <c:v>2022-04</c:v>
                </c:pt>
                <c:pt idx="416">
                  <c:v>2022-05</c:v>
                </c:pt>
                <c:pt idx="417">
                  <c:v>2022-05</c:v>
                </c:pt>
                <c:pt idx="418">
                  <c:v>2022-05</c:v>
                </c:pt>
                <c:pt idx="419">
                  <c:v>2022-05</c:v>
                </c:pt>
                <c:pt idx="420">
                  <c:v>2022-06</c:v>
                </c:pt>
                <c:pt idx="421">
                  <c:v>2022-06</c:v>
                </c:pt>
                <c:pt idx="422">
                  <c:v>2022-06</c:v>
                </c:pt>
                <c:pt idx="423">
                  <c:v>2022-06</c:v>
                </c:pt>
                <c:pt idx="424">
                  <c:v>2022-07</c:v>
                </c:pt>
                <c:pt idx="425">
                  <c:v>2022-07</c:v>
                </c:pt>
                <c:pt idx="426">
                  <c:v>2022-07</c:v>
                </c:pt>
                <c:pt idx="427">
                  <c:v>2022-07</c:v>
                </c:pt>
                <c:pt idx="428">
                  <c:v>2022-07</c:v>
                </c:pt>
                <c:pt idx="429">
                  <c:v>2022-08</c:v>
                </c:pt>
                <c:pt idx="430">
                  <c:v>2022-08</c:v>
                </c:pt>
                <c:pt idx="431">
                  <c:v>2022-08</c:v>
                </c:pt>
                <c:pt idx="432">
                  <c:v>2022-08</c:v>
                </c:pt>
                <c:pt idx="433">
                  <c:v>2022-09</c:v>
                </c:pt>
                <c:pt idx="434">
                  <c:v>2022-09</c:v>
                </c:pt>
                <c:pt idx="435">
                  <c:v>2022-09</c:v>
                </c:pt>
                <c:pt idx="436">
                  <c:v>2022-09</c:v>
                </c:pt>
                <c:pt idx="437">
                  <c:v>2022-09</c:v>
                </c:pt>
                <c:pt idx="438">
                  <c:v>2022-10</c:v>
                </c:pt>
                <c:pt idx="439">
                  <c:v>2022-10</c:v>
                </c:pt>
                <c:pt idx="440">
                  <c:v>2022-10</c:v>
                </c:pt>
                <c:pt idx="441">
                  <c:v>2022-10</c:v>
                </c:pt>
                <c:pt idx="442">
                  <c:v>2022-11</c:v>
                </c:pt>
                <c:pt idx="443">
                  <c:v>2022-11</c:v>
                </c:pt>
                <c:pt idx="444">
                  <c:v>2022-11</c:v>
                </c:pt>
                <c:pt idx="445">
                  <c:v>2022-11</c:v>
                </c:pt>
                <c:pt idx="446">
                  <c:v>2022-12</c:v>
                </c:pt>
                <c:pt idx="447">
                  <c:v>2022-12</c:v>
                </c:pt>
                <c:pt idx="448">
                  <c:v>2022-12</c:v>
                </c:pt>
                <c:pt idx="449">
                  <c:v>2022-12</c:v>
                </c:pt>
                <c:pt idx="450">
                  <c:v>2022-12</c:v>
                </c:pt>
                <c:pt idx="451">
                  <c:v>2023-01</c:v>
                </c:pt>
                <c:pt idx="452">
                  <c:v>2023-01</c:v>
                </c:pt>
                <c:pt idx="453">
                  <c:v>2023-01</c:v>
                </c:pt>
                <c:pt idx="454">
                  <c:v>2023-01</c:v>
                </c:pt>
                <c:pt idx="455">
                  <c:v>2023-02</c:v>
                </c:pt>
                <c:pt idx="456">
                  <c:v>2023-02</c:v>
                </c:pt>
                <c:pt idx="457">
                  <c:v>2023-02</c:v>
                </c:pt>
                <c:pt idx="458">
                  <c:v>2023-02</c:v>
                </c:pt>
                <c:pt idx="459">
                  <c:v>2023-03</c:v>
                </c:pt>
                <c:pt idx="460">
                  <c:v>2023-03</c:v>
                </c:pt>
                <c:pt idx="461">
                  <c:v>2023-03</c:v>
                </c:pt>
                <c:pt idx="462">
                  <c:v>2023-03</c:v>
                </c:pt>
                <c:pt idx="463">
                  <c:v>2023-03</c:v>
                </c:pt>
                <c:pt idx="464">
                  <c:v>2023-04</c:v>
                </c:pt>
                <c:pt idx="465">
                  <c:v>2023-04</c:v>
                </c:pt>
                <c:pt idx="466">
                  <c:v>2023-04</c:v>
                </c:pt>
                <c:pt idx="467">
                  <c:v>2023-04</c:v>
                </c:pt>
                <c:pt idx="468">
                  <c:v>2023-05</c:v>
                </c:pt>
                <c:pt idx="469">
                  <c:v>2023-05</c:v>
                </c:pt>
                <c:pt idx="470">
                  <c:v>2023-05</c:v>
                </c:pt>
                <c:pt idx="471">
                  <c:v>2023-05</c:v>
                </c:pt>
                <c:pt idx="472">
                  <c:v>2023-06</c:v>
                </c:pt>
                <c:pt idx="473">
                  <c:v>2023-06</c:v>
                </c:pt>
                <c:pt idx="474">
                  <c:v>2023-06</c:v>
                </c:pt>
                <c:pt idx="475">
                  <c:v>2023-06</c:v>
                </c:pt>
                <c:pt idx="476">
                  <c:v>2023-06</c:v>
                </c:pt>
                <c:pt idx="477">
                  <c:v>2023-07</c:v>
                </c:pt>
                <c:pt idx="478">
                  <c:v>2023-07</c:v>
                </c:pt>
                <c:pt idx="479">
                  <c:v>2023-07</c:v>
                </c:pt>
                <c:pt idx="480">
                  <c:v>2023-07</c:v>
                </c:pt>
                <c:pt idx="481">
                  <c:v>2023-08</c:v>
                </c:pt>
                <c:pt idx="482">
                  <c:v>2023-08</c:v>
                </c:pt>
                <c:pt idx="483">
                  <c:v>2023-08</c:v>
                </c:pt>
                <c:pt idx="484">
                  <c:v>2023-08</c:v>
                </c:pt>
                <c:pt idx="485">
                  <c:v>2023-09</c:v>
                </c:pt>
                <c:pt idx="486">
                  <c:v>2023-09</c:v>
                </c:pt>
                <c:pt idx="487">
                  <c:v>2023-09</c:v>
                </c:pt>
                <c:pt idx="488">
                  <c:v>2023-09</c:v>
                </c:pt>
                <c:pt idx="489">
                  <c:v>2023-09</c:v>
                </c:pt>
                <c:pt idx="490">
                  <c:v>2023-10</c:v>
                </c:pt>
                <c:pt idx="491">
                  <c:v>2023-10</c:v>
                </c:pt>
                <c:pt idx="492">
                  <c:v>2023-10</c:v>
                </c:pt>
                <c:pt idx="493">
                  <c:v>2023-10</c:v>
                </c:pt>
                <c:pt idx="494">
                  <c:v>2023-11</c:v>
                </c:pt>
                <c:pt idx="495">
                  <c:v>2023-11</c:v>
                </c:pt>
                <c:pt idx="496">
                  <c:v>2023-11</c:v>
                </c:pt>
                <c:pt idx="497">
                  <c:v>2023-11</c:v>
                </c:pt>
                <c:pt idx="498">
                  <c:v>2023-12</c:v>
                </c:pt>
                <c:pt idx="499">
                  <c:v>2023-12</c:v>
                </c:pt>
                <c:pt idx="500">
                  <c:v>2023-12</c:v>
                </c:pt>
                <c:pt idx="501">
                  <c:v>2023-12</c:v>
                </c:pt>
                <c:pt idx="502">
                  <c:v>2023-12</c:v>
                </c:pt>
                <c:pt idx="503">
                  <c:v>2024-01</c:v>
                </c:pt>
                <c:pt idx="504">
                  <c:v>2024-01</c:v>
                </c:pt>
                <c:pt idx="505">
                  <c:v>2024-01</c:v>
                </c:pt>
                <c:pt idx="506">
                  <c:v>2024-01</c:v>
                </c:pt>
                <c:pt idx="507">
                  <c:v>2024-02</c:v>
                </c:pt>
                <c:pt idx="508">
                  <c:v>2024-02</c:v>
                </c:pt>
                <c:pt idx="509">
                  <c:v>2024-02</c:v>
                </c:pt>
                <c:pt idx="510">
                  <c:v>2024-02</c:v>
                </c:pt>
                <c:pt idx="511">
                  <c:v>2024-03</c:v>
                </c:pt>
                <c:pt idx="512">
                  <c:v>2024-03</c:v>
                </c:pt>
                <c:pt idx="513">
                  <c:v>2024-03</c:v>
                </c:pt>
                <c:pt idx="514">
                  <c:v>2024-03</c:v>
                </c:pt>
                <c:pt idx="515">
                  <c:v>2024-03</c:v>
                </c:pt>
                <c:pt idx="516">
                  <c:v>2024-04</c:v>
                </c:pt>
                <c:pt idx="517">
                  <c:v>2024-04</c:v>
                </c:pt>
                <c:pt idx="518">
                  <c:v>2024-04</c:v>
                </c:pt>
                <c:pt idx="519">
                  <c:v>2024-04</c:v>
                </c:pt>
                <c:pt idx="520">
                  <c:v>2024-05</c:v>
                </c:pt>
                <c:pt idx="521">
                  <c:v>2024-05</c:v>
                </c:pt>
                <c:pt idx="522">
                  <c:v>2024-05</c:v>
                </c:pt>
                <c:pt idx="523">
                  <c:v>2024-05</c:v>
                </c:pt>
                <c:pt idx="524">
                  <c:v>2024-05</c:v>
                </c:pt>
                <c:pt idx="525">
                  <c:v>2024-06</c:v>
                </c:pt>
                <c:pt idx="526">
                  <c:v>2024-06</c:v>
                </c:pt>
                <c:pt idx="527">
                  <c:v>2024-06</c:v>
                </c:pt>
                <c:pt idx="528">
                  <c:v>2024-06</c:v>
                </c:pt>
                <c:pt idx="529">
                  <c:v>2024-07</c:v>
                </c:pt>
                <c:pt idx="530">
                  <c:v>2024-07</c:v>
                </c:pt>
                <c:pt idx="531">
                  <c:v>2024-07</c:v>
                </c:pt>
                <c:pt idx="532">
                  <c:v>2024-07</c:v>
                </c:pt>
                <c:pt idx="533">
                  <c:v>2024-08</c:v>
                </c:pt>
                <c:pt idx="534">
                  <c:v>2024-08</c:v>
                </c:pt>
                <c:pt idx="535">
                  <c:v>2024-08</c:v>
                </c:pt>
                <c:pt idx="536">
                  <c:v>2024-08</c:v>
                </c:pt>
                <c:pt idx="537">
                  <c:v>2024-08</c:v>
                </c:pt>
                <c:pt idx="538">
                  <c:v>2024-09</c:v>
                </c:pt>
                <c:pt idx="539">
                  <c:v>2024-09</c:v>
                </c:pt>
                <c:pt idx="540">
                  <c:v>2024-09</c:v>
                </c:pt>
                <c:pt idx="541">
                  <c:v>2024-09</c:v>
                </c:pt>
                <c:pt idx="542">
                  <c:v>2024-10</c:v>
                </c:pt>
                <c:pt idx="543">
                  <c:v>2024-10</c:v>
                </c:pt>
                <c:pt idx="544">
                  <c:v>2024-10</c:v>
                </c:pt>
                <c:pt idx="545">
                  <c:v>2024-10</c:v>
                </c:pt>
                <c:pt idx="546">
                  <c:v>2024-11</c:v>
                </c:pt>
                <c:pt idx="547">
                  <c:v>2024-11</c:v>
                </c:pt>
                <c:pt idx="548">
                  <c:v>2024-11</c:v>
                </c:pt>
                <c:pt idx="549">
                  <c:v>2024-11</c:v>
                </c:pt>
                <c:pt idx="550">
                  <c:v>2024-11</c:v>
                </c:pt>
                <c:pt idx="551">
                  <c:v>2024-12</c:v>
                </c:pt>
                <c:pt idx="552">
                  <c:v>2024-12</c:v>
                </c:pt>
                <c:pt idx="553">
                  <c:v>2024-12</c:v>
                </c:pt>
                <c:pt idx="554">
                  <c:v>2024-12</c:v>
                </c:pt>
                <c:pt idx="555">
                  <c:v>2025-01</c:v>
                </c:pt>
                <c:pt idx="556">
                  <c:v>2025-01</c:v>
                </c:pt>
                <c:pt idx="557">
                  <c:v>2025-01</c:v>
                </c:pt>
                <c:pt idx="558">
                  <c:v>2025-01</c:v>
                </c:pt>
                <c:pt idx="559">
                  <c:v>2025-01</c:v>
                </c:pt>
                <c:pt idx="560">
                  <c:v>2025-02</c:v>
                </c:pt>
                <c:pt idx="561">
                  <c:v>2025-02</c:v>
                </c:pt>
                <c:pt idx="562">
                  <c:v>2025-02</c:v>
                </c:pt>
                <c:pt idx="563">
                  <c:v>2025-02</c:v>
                </c:pt>
                <c:pt idx="564">
                  <c:v>2025-03</c:v>
                </c:pt>
                <c:pt idx="565">
                  <c:v>2025-03</c:v>
                </c:pt>
                <c:pt idx="566">
                  <c:v>2025-03</c:v>
                </c:pt>
                <c:pt idx="567">
                  <c:v>2025-03</c:v>
                </c:pt>
                <c:pt idx="568">
                  <c:v>2025-04</c:v>
                </c:pt>
                <c:pt idx="569">
                  <c:v>2025-04</c:v>
                </c:pt>
                <c:pt idx="570">
                  <c:v>2025-04</c:v>
                </c:pt>
                <c:pt idx="571">
                  <c:v>2025-04</c:v>
                </c:pt>
                <c:pt idx="572">
                  <c:v>2025-05</c:v>
                </c:pt>
                <c:pt idx="573">
                  <c:v>2025-05</c:v>
                </c:pt>
                <c:pt idx="574">
                  <c:v>2025-05</c:v>
                </c:pt>
                <c:pt idx="575">
                  <c:v>2025-05</c:v>
                </c:pt>
                <c:pt idx="576">
                  <c:v>2025-05</c:v>
                </c:pt>
                <c:pt idx="577">
                  <c:v>2025-06</c:v>
                </c:pt>
                <c:pt idx="578">
                  <c:v>2025-06</c:v>
                </c:pt>
                <c:pt idx="579">
                  <c:v>2025-06</c:v>
                </c:pt>
                <c:pt idx="580">
                  <c:v>2025-06</c:v>
                </c:pt>
                <c:pt idx="581">
                  <c:v>2025-07</c:v>
                </c:pt>
                <c:pt idx="582">
                  <c:v>2025-07</c:v>
                </c:pt>
                <c:pt idx="583">
                  <c:v>2025-07</c:v>
                </c:pt>
                <c:pt idx="584">
                  <c:v>2025-07</c:v>
                </c:pt>
                <c:pt idx="585">
                  <c:v>2025-08</c:v>
                </c:pt>
                <c:pt idx="586">
                  <c:v>2025-08</c:v>
                </c:pt>
                <c:pt idx="587">
                  <c:v>2025-08</c:v>
                </c:pt>
                <c:pt idx="588">
                  <c:v>2025-08</c:v>
                </c:pt>
                <c:pt idx="589">
                  <c:v>2025-08</c:v>
                </c:pt>
                <c:pt idx="590">
                  <c:v>2025-09</c:v>
                </c:pt>
                <c:pt idx="591">
                  <c:v>2025-09</c:v>
                </c:pt>
                <c:pt idx="592">
                  <c:v>2025-09</c:v>
                </c:pt>
                <c:pt idx="593">
                  <c:v>2025-09</c:v>
                </c:pt>
                <c:pt idx="594">
                  <c:v>2025-10</c:v>
                </c:pt>
                <c:pt idx="595">
                  <c:v>2025-10</c:v>
                </c:pt>
                <c:pt idx="596">
                  <c:v>2025-10</c:v>
                </c:pt>
                <c:pt idx="597">
                  <c:v>2025-10</c:v>
                </c:pt>
                <c:pt idx="598">
                  <c:v>2025-10</c:v>
                </c:pt>
                <c:pt idx="599">
                  <c:v>2025-11</c:v>
                </c:pt>
                <c:pt idx="600">
                  <c:v>2025-11</c:v>
                </c:pt>
                <c:pt idx="601">
                  <c:v>2025-11</c:v>
                </c:pt>
                <c:pt idx="602">
                  <c:v>2025-11</c:v>
                </c:pt>
                <c:pt idx="603">
                  <c:v>2025-12</c:v>
                </c:pt>
                <c:pt idx="604">
                  <c:v>2025-12</c:v>
                </c:pt>
                <c:pt idx="605">
                  <c:v>2025-12</c:v>
                </c:pt>
                <c:pt idx="606">
                  <c:v>2025-12</c:v>
                </c:pt>
                <c:pt idx="607">
                  <c:v>2026-01</c:v>
                </c:pt>
                <c:pt idx="608">
                  <c:v>2026-01</c:v>
                </c:pt>
                <c:pt idx="609">
                  <c:v>2026-01</c:v>
                </c:pt>
                <c:pt idx="610">
                  <c:v>2026-01</c:v>
                </c:pt>
                <c:pt idx="611">
                  <c:v>2026-01</c:v>
                </c:pt>
                <c:pt idx="612">
                  <c:v>2026-02</c:v>
                </c:pt>
                <c:pt idx="613">
                  <c:v>2026-02</c:v>
                </c:pt>
                <c:pt idx="614">
                  <c:v>2026-02</c:v>
                </c:pt>
                <c:pt idx="615">
                  <c:v>2026-02</c:v>
                </c:pt>
                <c:pt idx="616">
                  <c:v>2026-03</c:v>
                </c:pt>
                <c:pt idx="617">
                  <c:v>2026-03</c:v>
                </c:pt>
                <c:pt idx="618">
                  <c:v>2026-03</c:v>
                </c:pt>
                <c:pt idx="619">
                  <c:v>2026-03</c:v>
                </c:pt>
                <c:pt idx="620">
                  <c:v>2026-04</c:v>
                </c:pt>
                <c:pt idx="621">
                  <c:v>2026-04</c:v>
                </c:pt>
                <c:pt idx="622">
                  <c:v>2026-04</c:v>
                </c:pt>
                <c:pt idx="623">
                  <c:v>2026-04</c:v>
                </c:pt>
                <c:pt idx="624">
                  <c:v>2026-05</c:v>
                </c:pt>
                <c:pt idx="625">
                  <c:v>2026-05</c:v>
                </c:pt>
                <c:pt idx="626">
                  <c:v>2026-05</c:v>
                </c:pt>
                <c:pt idx="627">
                  <c:v>2026-05</c:v>
                </c:pt>
                <c:pt idx="628">
                  <c:v>2026-05</c:v>
                </c:pt>
                <c:pt idx="629">
                  <c:v>2026-06</c:v>
                </c:pt>
                <c:pt idx="630">
                  <c:v>2026-06</c:v>
                </c:pt>
                <c:pt idx="631">
                  <c:v>2026-06</c:v>
                </c:pt>
                <c:pt idx="632">
                  <c:v>2026-06</c:v>
                </c:pt>
                <c:pt idx="633">
                  <c:v>2026-07</c:v>
                </c:pt>
                <c:pt idx="634">
                  <c:v>2026-07</c:v>
                </c:pt>
                <c:pt idx="635">
                  <c:v>2026-07</c:v>
                </c:pt>
                <c:pt idx="636">
                  <c:v>2026-07</c:v>
                </c:pt>
                <c:pt idx="637">
                  <c:v>2026-07</c:v>
                </c:pt>
                <c:pt idx="638">
                  <c:v>2026-08</c:v>
                </c:pt>
                <c:pt idx="639">
                  <c:v>2026-08</c:v>
                </c:pt>
              </c:strCache>
            </c:strRef>
          </c:cat>
          <c:val>
            <c:numRef>
              <c:f>Sheet1!$C$2:$C$641</c:f>
              <c:numCache>
                <c:formatCode>0</c:formatCode>
                <c:ptCount val="640"/>
                <c:pt idx="0">
                  <c:v>100.1</c:v>
                </c:pt>
                <c:pt idx="1">
                  <c:v>100.3</c:v>
                </c:pt>
                <c:pt idx="2">
                  <c:v>100.5</c:v>
                </c:pt>
                <c:pt idx="3">
                  <c:v>100.7</c:v>
                </c:pt>
                <c:pt idx="4">
                  <c:v>100.9</c:v>
                </c:pt>
                <c:pt idx="5">
                  <c:v>101.1</c:v>
                </c:pt>
                <c:pt idx="6">
                  <c:v>101.3</c:v>
                </c:pt>
                <c:pt idx="7">
                  <c:v>101.5</c:v>
                </c:pt>
                <c:pt idx="8">
                  <c:v>101.7</c:v>
                </c:pt>
                <c:pt idx="9">
                  <c:v>101.9</c:v>
                </c:pt>
                <c:pt idx="10">
                  <c:v>102.1</c:v>
                </c:pt>
                <c:pt idx="11">
                  <c:v>102.3</c:v>
                </c:pt>
                <c:pt idx="12">
                  <c:v>102.5</c:v>
                </c:pt>
                <c:pt idx="13">
                  <c:v>102.7</c:v>
                </c:pt>
                <c:pt idx="14">
                  <c:v>102.9</c:v>
                </c:pt>
                <c:pt idx="15">
                  <c:v>103.1</c:v>
                </c:pt>
                <c:pt idx="16">
                  <c:v>103.4</c:v>
                </c:pt>
                <c:pt idx="17">
                  <c:v>103.6</c:v>
                </c:pt>
                <c:pt idx="18">
                  <c:v>103.8</c:v>
                </c:pt>
                <c:pt idx="19">
                  <c:v>104.0</c:v>
                </c:pt>
                <c:pt idx="20">
                  <c:v>104.2</c:v>
                </c:pt>
                <c:pt idx="21">
                  <c:v>104.4</c:v>
                </c:pt>
                <c:pt idx="22">
                  <c:v>104.6</c:v>
                </c:pt>
                <c:pt idx="23">
                  <c:v>104.8</c:v>
                </c:pt>
                <c:pt idx="24">
                  <c:v>105.1</c:v>
                </c:pt>
                <c:pt idx="25">
                  <c:v>105.3</c:v>
                </c:pt>
                <c:pt idx="26">
                  <c:v>105.5</c:v>
                </c:pt>
                <c:pt idx="27">
                  <c:v>105.7</c:v>
                </c:pt>
                <c:pt idx="28">
                  <c:v>105.9</c:v>
                </c:pt>
                <c:pt idx="29">
                  <c:v>106.2</c:v>
                </c:pt>
                <c:pt idx="30">
                  <c:v>106.4</c:v>
                </c:pt>
                <c:pt idx="31">
                  <c:v>106.6</c:v>
                </c:pt>
                <c:pt idx="32">
                  <c:v>106.8</c:v>
                </c:pt>
                <c:pt idx="33">
                  <c:v>107.0</c:v>
                </c:pt>
                <c:pt idx="34">
                  <c:v>107.2</c:v>
                </c:pt>
                <c:pt idx="35">
                  <c:v>107.5</c:v>
                </c:pt>
                <c:pt idx="36">
                  <c:v>107.7</c:v>
                </c:pt>
                <c:pt idx="37">
                  <c:v>107.9</c:v>
                </c:pt>
                <c:pt idx="38">
                  <c:v>108.2</c:v>
                </c:pt>
                <c:pt idx="39">
                  <c:v>108.4</c:v>
                </c:pt>
                <c:pt idx="40">
                  <c:v>108.6</c:v>
                </c:pt>
                <c:pt idx="41">
                  <c:v>108.8</c:v>
                </c:pt>
                <c:pt idx="42">
                  <c:v>109.1</c:v>
                </c:pt>
                <c:pt idx="43">
                  <c:v>109.3</c:v>
                </c:pt>
                <c:pt idx="44">
                  <c:v>109.6</c:v>
                </c:pt>
                <c:pt idx="45">
                  <c:v>109.9</c:v>
                </c:pt>
                <c:pt idx="46">
                  <c:v>110.1</c:v>
                </c:pt>
                <c:pt idx="47">
                  <c:v>110.3</c:v>
                </c:pt>
                <c:pt idx="48">
                  <c:v>110.6</c:v>
                </c:pt>
                <c:pt idx="49">
                  <c:v>110.8</c:v>
                </c:pt>
                <c:pt idx="50">
                  <c:v>111.0</c:v>
                </c:pt>
                <c:pt idx="51">
                  <c:v>111.3</c:v>
                </c:pt>
                <c:pt idx="52">
                  <c:v>111.5</c:v>
                </c:pt>
                <c:pt idx="53">
                  <c:v>111.8</c:v>
                </c:pt>
                <c:pt idx="54">
                  <c:v>112.1</c:v>
                </c:pt>
                <c:pt idx="55">
                  <c:v>112.3</c:v>
                </c:pt>
                <c:pt idx="56">
                  <c:v>112.6</c:v>
                </c:pt>
                <c:pt idx="57">
                  <c:v>112.9</c:v>
                </c:pt>
                <c:pt idx="58">
                  <c:v>113.2</c:v>
                </c:pt>
                <c:pt idx="59">
                  <c:v>113.5</c:v>
                </c:pt>
                <c:pt idx="60">
                  <c:v>113.8</c:v>
                </c:pt>
                <c:pt idx="61">
                  <c:v>114.0</c:v>
                </c:pt>
                <c:pt idx="62">
                  <c:v>114.3</c:v>
                </c:pt>
                <c:pt idx="63">
                  <c:v>114.6</c:v>
                </c:pt>
                <c:pt idx="64">
                  <c:v>114.9</c:v>
                </c:pt>
                <c:pt idx="65">
                  <c:v>115.2</c:v>
                </c:pt>
                <c:pt idx="66">
                  <c:v>115.5</c:v>
                </c:pt>
                <c:pt idx="67">
                  <c:v>115.8</c:v>
                </c:pt>
                <c:pt idx="68">
                  <c:v>116.1</c:v>
                </c:pt>
                <c:pt idx="69">
                  <c:v>116.4</c:v>
                </c:pt>
                <c:pt idx="70">
                  <c:v>116.7</c:v>
                </c:pt>
                <c:pt idx="71">
                  <c:v>117.0</c:v>
                </c:pt>
                <c:pt idx="72">
                  <c:v>117.3</c:v>
                </c:pt>
                <c:pt idx="73">
                  <c:v>117.6</c:v>
                </c:pt>
                <c:pt idx="74">
                  <c:v>117.9</c:v>
                </c:pt>
                <c:pt idx="75">
                  <c:v>118.2</c:v>
                </c:pt>
                <c:pt idx="76">
                  <c:v>118.5</c:v>
                </c:pt>
                <c:pt idx="77">
                  <c:v>118.7</c:v>
                </c:pt>
                <c:pt idx="78">
                  <c:v>119.0</c:v>
                </c:pt>
                <c:pt idx="79">
                  <c:v>119.4</c:v>
                </c:pt>
                <c:pt idx="80">
                  <c:v>119.7</c:v>
                </c:pt>
                <c:pt idx="81">
                  <c:v>120.0</c:v>
                </c:pt>
                <c:pt idx="82">
                  <c:v>120.3</c:v>
                </c:pt>
                <c:pt idx="83">
                  <c:v>120.6</c:v>
                </c:pt>
                <c:pt idx="84">
                  <c:v>120.9</c:v>
                </c:pt>
                <c:pt idx="85">
                  <c:v>121.1</c:v>
                </c:pt>
                <c:pt idx="86">
                  <c:v>121.4</c:v>
                </c:pt>
                <c:pt idx="87">
                  <c:v>121.8</c:v>
                </c:pt>
                <c:pt idx="88">
                  <c:v>122.1</c:v>
                </c:pt>
                <c:pt idx="89">
                  <c:v>122.4</c:v>
                </c:pt>
                <c:pt idx="90">
                  <c:v>122.7</c:v>
                </c:pt>
                <c:pt idx="91">
                  <c:v>122.9</c:v>
                </c:pt>
                <c:pt idx="92">
                  <c:v>123.2</c:v>
                </c:pt>
                <c:pt idx="93">
                  <c:v>123.6</c:v>
                </c:pt>
                <c:pt idx="94">
                  <c:v>123.9</c:v>
                </c:pt>
                <c:pt idx="95">
                  <c:v>124.2</c:v>
                </c:pt>
                <c:pt idx="96">
                  <c:v>124.5</c:v>
                </c:pt>
                <c:pt idx="97">
                  <c:v>124.8</c:v>
                </c:pt>
                <c:pt idx="98">
                  <c:v>125.1</c:v>
                </c:pt>
                <c:pt idx="99">
                  <c:v>125.5</c:v>
                </c:pt>
                <c:pt idx="100">
                  <c:v>125.8</c:v>
                </c:pt>
                <c:pt idx="101">
                  <c:v>126.0</c:v>
                </c:pt>
                <c:pt idx="102">
                  <c:v>126.4</c:v>
                </c:pt>
                <c:pt idx="103">
                  <c:v>126.7</c:v>
                </c:pt>
                <c:pt idx="104">
                  <c:v>127.0</c:v>
                </c:pt>
                <c:pt idx="105">
                  <c:v>127.4</c:v>
                </c:pt>
                <c:pt idx="106">
                  <c:v>127.6</c:v>
                </c:pt>
                <c:pt idx="107">
                  <c:v>128.0</c:v>
                </c:pt>
                <c:pt idx="108">
                  <c:v>128.3</c:v>
                </c:pt>
                <c:pt idx="109">
                  <c:v>128.7</c:v>
                </c:pt>
                <c:pt idx="110">
                  <c:v>129.0</c:v>
                </c:pt>
                <c:pt idx="111">
                  <c:v>129.3</c:v>
                </c:pt>
                <c:pt idx="112">
                  <c:v>129.7</c:v>
                </c:pt>
                <c:pt idx="113">
                  <c:v>130.0</c:v>
                </c:pt>
                <c:pt idx="114">
                  <c:v>130.3</c:v>
                </c:pt>
                <c:pt idx="115">
                  <c:v>130.7</c:v>
                </c:pt>
                <c:pt idx="116">
                  <c:v>131.0</c:v>
                </c:pt>
                <c:pt idx="117">
                  <c:v>131.4</c:v>
                </c:pt>
                <c:pt idx="118">
                  <c:v>131.7</c:v>
                </c:pt>
                <c:pt idx="119">
                  <c:v>132.1</c:v>
                </c:pt>
                <c:pt idx="120">
                  <c:v>132.4</c:v>
                </c:pt>
                <c:pt idx="121">
                  <c:v>132.7</c:v>
                </c:pt>
                <c:pt idx="122">
                  <c:v>133.0</c:v>
                </c:pt>
                <c:pt idx="123">
                  <c:v>133.4</c:v>
                </c:pt>
                <c:pt idx="124">
                  <c:v>133.7</c:v>
                </c:pt>
                <c:pt idx="125">
                  <c:v>134.1</c:v>
                </c:pt>
                <c:pt idx="126">
                  <c:v>134.4</c:v>
                </c:pt>
                <c:pt idx="127">
                  <c:v>134.7</c:v>
                </c:pt>
                <c:pt idx="128">
                  <c:v>135.1</c:v>
                </c:pt>
                <c:pt idx="129">
                  <c:v>135.4</c:v>
                </c:pt>
                <c:pt idx="130">
                  <c:v>135.7</c:v>
                </c:pt>
                <c:pt idx="131">
                  <c:v>136.0</c:v>
                </c:pt>
                <c:pt idx="132">
                  <c:v>136.3</c:v>
                </c:pt>
                <c:pt idx="133">
                  <c:v>136.7</c:v>
                </c:pt>
                <c:pt idx="134">
                  <c:v>137.0</c:v>
                </c:pt>
                <c:pt idx="135">
                  <c:v>137.4</c:v>
                </c:pt>
                <c:pt idx="136">
                  <c:v>137.7</c:v>
                </c:pt>
                <c:pt idx="137">
                  <c:v>138.1</c:v>
                </c:pt>
                <c:pt idx="138">
                  <c:v>138.4</c:v>
                </c:pt>
                <c:pt idx="139">
                  <c:v>138.8</c:v>
                </c:pt>
                <c:pt idx="140">
                  <c:v>139.1</c:v>
                </c:pt>
                <c:pt idx="141">
                  <c:v>139.4</c:v>
                </c:pt>
                <c:pt idx="142">
                  <c:v>139.8</c:v>
                </c:pt>
                <c:pt idx="143">
                  <c:v>140.1</c:v>
                </c:pt>
                <c:pt idx="144">
                  <c:v>140.4</c:v>
                </c:pt>
                <c:pt idx="145">
                  <c:v>140.8</c:v>
                </c:pt>
                <c:pt idx="146">
                  <c:v>141.0</c:v>
                </c:pt>
                <c:pt idx="147">
                  <c:v>141.3</c:v>
                </c:pt>
                <c:pt idx="148">
                  <c:v>141.6</c:v>
                </c:pt>
                <c:pt idx="149">
                  <c:v>141.9</c:v>
                </c:pt>
                <c:pt idx="150">
                  <c:v>142.2</c:v>
                </c:pt>
                <c:pt idx="151">
                  <c:v>142.6</c:v>
                </c:pt>
                <c:pt idx="152">
                  <c:v>142.8</c:v>
                </c:pt>
                <c:pt idx="153">
                  <c:v>143.1</c:v>
                </c:pt>
                <c:pt idx="154">
                  <c:v>143.4</c:v>
                </c:pt>
                <c:pt idx="155">
                  <c:v>143.6</c:v>
                </c:pt>
                <c:pt idx="156">
                  <c:v>143.9</c:v>
                </c:pt>
                <c:pt idx="157">
                  <c:v>144.2</c:v>
                </c:pt>
                <c:pt idx="158">
                  <c:v>144.5</c:v>
                </c:pt>
                <c:pt idx="159">
                  <c:v>144.8</c:v>
                </c:pt>
                <c:pt idx="160">
                  <c:v>145.1</c:v>
                </c:pt>
                <c:pt idx="161">
                  <c:v>145.3</c:v>
                </c:pt>
                <c:pt idx="162">
                  <c:v>145.6</c:v>
                </c:pt>
                <c:pt idx="163">
                  <c:v>145.9</c:v>
                </c:pt>
                <c:pt idx="164">
                  <c:v>146.1</c:v>
                </c:pt>
                <c:pt idx="165">
                  <c:v>146.4</c:v>
                </c:pt>
                <c:pt idx="166">
                  <c:v>146.7</c:v>
                </c:pt>
                <c:pt idx="167">
                  <c:v>147.0</c:v>
                </c:pt>
                <c:pt idx="168">
                  <c:v>147.2</c:v>
                </c:pt>
                <c:pt idx="169">
                  <c:v>147.5</c:v>
                </c:pt>
                <c:pt idx="170">
                  <c:v>147.7</c:v>
                </c:pt>
                <c:pt idx="171">
                  <c:v>148.0</c:v>
                </c:pt>
                <c:pt idx="172">
                  <c:v>148.2</c:v>
                </c:pt>
                <c:pt idx="173">
                  <c:v>148.4</c:v>
                </c:pt>
                <c:pt idx="174">
                  <c:v>148.7</c:v>
                </c:pt>
                <c:pt idx="175">
                  <c:v>148.9</c:v>
                </c:pt>
                <c:pt idx="176">
                  <c:v>149.1</c:v>
                </c:pt>
                <c:pt idx="177">
                  <c:v>149.4</c:v>
                </c:pt>
                <c:pt idx="178">
                  <c:v>149.5</c:v>
                </c:pt>
                <c:pt idx="179">
                  <c:v>149.8</c:v>
                </c:pt>
                <c:pt idx="180">
                  <c:v>150.0</c:v>
                </c:pt>
                <c:pt idx="181">
                  <c:v>150.2</c:v>
                </c:pt>
                <c:pt idx="182">
                  <c:v>150.4</c:v>
                </c:pt>
                <c:pt idx="183">
                  <c:v>150.6</c:v>
                </c:pt>
                <c:pt idx="184">
                  <c:v>150.8</c:v>
                </c:pt>
                <c:pt idx="185">
                  <c:v>151.0</c:v>
                </c:pt>
                <c:pt idx="186">
                  <c:v>151.2</c:v>
                </c:pt>
                <c:pt idx="187">
                  <c:v>151.4</c:v>
                </c:pt>
                <c:pt idx="188">
                  <c:v>151.6</c:v>
                </c:pt>
                <c:pt idx="189">
                  <c:v>151.7</c:v>
                </c:pt>
                <c:pt idx="190">
                  <c:v>151.9</c:v>
                </c:pt>
                <c:pt idx="191">
                  <c:v>152.1</c:v>
                </c:pt>
                <c:pt idx="192">
                  <c:v>152.3</c:v>
                </c:pt>
                <c:pt idx="193">
                  <c:v>152.5</c:v>
                </c:pt>
                <c:pt idx="194">
                  <c:v>152.7</c:v>
                </c:pt>
                <c:pt idx="195">
                  <c:v>152.9</c:v>
                </c:pt>
                <c:pt idx="196">
                  <c:v>153.0</c:v>
                </c:pt>
                <c:pt idx="197">
                  <c:v>153.2</c:v>
                </c:pt>
                <c:pt idx="198">
                  <c:v>153.4</c:v>
                </c:pt>
                <c:pt idx="199">
                  <c:v>153.6</c:v>
                </c:pt>
                <c:pt idx="200">
                  <c:v>153.8</c:v>
                </c:pt>
                <c:pt idx="201">
                  <c:v>154.0</c:v>
                </c:pt>
                <c:pt idx="202">
                  <c:v>154.1</c:v>
                </c:pt>
                <c:pt idx="203">
                  <c:v>154.3</c:v>
                </c:pt>
                <c:pt idx="204">
                  <c:v>154.5</c:v>
                </c:pt>
                <c:pt idx="205">
                  <c:v>154.7</c:v>
                </c:pt>
                <c:pt idx="206">
                  <c:v>154.9</c:v>
                </c:pt>
                <c:pt idx="207">
                  <c:v>155.1</c:v>
                </c:pt>
                <c:pt idx="208">
                  <c:v>155.3</c:v>
                </c:pt>
                <c:pt idx="209">
                  <c:v>155.4</c:v>
                </c:pt>
                <c:pt idx="210">
                  <c:v>155.6</c:v>
                </c:pt>
                <c:pt idx="211">
                  <c:v>155.8</c:v>
                </c:pt>
                <c:pt idx="212">
                  <c:v>156.0</c:v>
                </c:pt>
                <c:pt idx="213">
                  <c:v>156.2</c:v>
                </c:pt>
                <c:pt idx="214">
                  <c:v>156.4</c:v>
                </c:pt>
                <c:pt idx="215">
                  <c:v>156.6</c:v>
                </c:pt>
                <c:pt idx="216">
                  <c:v>156.8</c:v>
                </c:pt>
                <c:pt idx="217">
                  <c:v>156.9</c:v>
                </c:pt>
                <c:pt idx="218">
                  <c:v>157.1</c:v>
                </c:pt>
                <c:pt idx="219">
                  <c:v>157.3</c:v>
                </c:pt>
                <c:pt idx="220">
                  <c:v>157.5</c:v>
                </c:pt>
                <c:pt idx="221">
                  <c:v>157.7</c:v>
                </c:pt>
                <c:pt idx="222">
                  <c:v>157.9</c:v>
                </c:pt>
                <c:pt idx="223">
                  <c:v>158.1</c:v>
                </c:pt>
                <c:pt idx="224">
                  <c:v>158.3</c:v>
                </c:pt>
                <c:pt idx="225">
                  <c:v>158.5</c:v>
                </c:pt>
                <c:pt idx="226">
                  <c:v>158.6</c:v>
                </c:pt>
                <c:pt idx="227">
                  <c:v>158.8</c:v>
                </c:pt>
                <c:pt idx="228">
                  <c:v>159.0</c:v>
                </c:pt>
                <c:pt idx="229">
                  <c:v>159.2</c:v>
                </c:pt>
                <c:pt idx="230">
                  <c:v>159.4</c:v>
                </c:pt>
                <c:pt idx="231">
                  <c:v>159.6</c:v>
                </c:pt>
                <c:pt idx="232">
                  <c:v>159.8</c:v>
                </c:pt>
                <c:pt idx="233">
                  <c:v>159.9</c:v>
                </c:pt>
                <c:pt idx="234">
                  <c:v>160.1</c:v>
                </c:pt>
                <c:pt idx="235">
                  <c:v>160.3</c:v>
                </c:pt>
                <c:pt idx="236">
                  <c:v>160.5</c:v>
                </c:pt>
                <c:pt idx="237">
                  <c:v>160.7</c:v>
                </c:pt>
                <c:pt idx="238">
                  <c:v>160.9</c:v>
                </c:pt>
                <c:pt idx="239">
                  <c:v>161.1</c:v>
                </c:pt>
                <c:pt idx="240">
                  <c:v>161.3</c:v>
                </c:pt>
                <c:pt idx="241">
                  <c:v>161.5</c:v>
                </c:pt>
                <c:pt idx="242">
                  <c:v>161.6</c:v>
                </c:pt>
                <c:pt idx="243">
                  <c:v>161.8</c:v>
                </c:pt>
                <c:pt idx="244">
                  <c:v>162.0</c:v>
                </c:pt>
                <c:pt idx="245">
                  <c:v>162.2</c:v>
                </c:pt>
                <c:pt idx="246">
                  <c:v>162.4</c:v>
                </c:pt>
                <c:pt idx="247">
                  <c:v>162.6</c:v>
                </c:pt>
                <c:pt idx="248">
                  <c:v>162.8</c:v>
                </c:pt>
                <c:pt idx="249">
                  <c:v>163.0</c:v>
                </c:pt>
                <c:pt idx="250">
                  <c:v>163.2</c:v>
                </c:pt>
                <c:pt idx="251">
                  <c:v>163.3</c:v>
                </c:pt>
                <c:pt idx="252">
                  <c:v>163.5</c:v>
                </c:pt>
                <c:pt idx="253">
                  <c:v>163.7</c:v>
                </c:pt>
                <c:pt idx="254">
                  <c:v>163.9</c:v>
                </c:pt>
                <c:pt idx="255">
                  <c:v>164.1</c:v>
                </c:pt>
                <c:pt idx="256">
                  <c:v>164.3</c:v>
                </c:pt>
                <c:pt idx="257">
                  <c:v>164.5</c:v>
                </c:pt>
                <c:pt idx="258">
                  <c:v>164.7</c:v>
                </c:pt>
                <c:pt idx="259">
                  <c:v>164.9</c:v>
                </c:pt>
                <c:pt idx="260">
                  <c:v>165.1</c:v>
                </c:pt>
                <c:pt idx="261">
                  <c:v>165.3</c:v>
                </c:pt>
                <c:pt idx="262">
                  <c:v>165.5</c:v>
                </c:pt>
                <c:pt idx="263">
                  <c:v>165.7</c:v>
                </c:pt>
                <c:pt idx="264">
                  <c:v>165.9</c:v>
                </c:pt>
                <c:pt idx="265">
                  <c:v>166.1</c:v>
                </c:pt>
                <c:pt idx="266">
                  <c:v>166.2</c:v>
                </c:pt>
                <c:pt idx="267">
                  <c:v>166.4</c:v>
                </c:pt>
                <c:pt idx="268">
                  <c:v>166.7</c:v>
                </c:pt>
                <c:pt idx="269">
                  <c:v>166.9</c:v>
                </c:pt>
                <c:pt idx="270">
                  <c:v>167.1</c:v>
                </c:pt>
                <c:pt idx="271">
                  <c:v>167.3</c:v>
                </c:pt>
                <c:pt idx="272">
                  <c:v>167.5</c:v>
                </c:pt>
                <c:pt idx="273">
                  <c:v>167.7</c:v>
                </c:pt>
                <c:pt idx="274">
                  <c:v>167.8</c:v>
                </c:pt>
                <c:pt idx="275">
                  <c:v>168.0</c:v>
                </c:pt>
                <c:pt idx="276">
                  <c:v>168.2</c:v>
                </c:pt>
                <c:pt idx="277">
                  <c:v>168.4</c:v>
                </c:pt>
                <c:pt idx="278">
                  <c:v>168.6</c:v>
                </c:pt>
                <c:pt idx="279">
                  <c:v>168.8</c:v>
                </c:pt>
                <c:pt idx="280">
                  <c:v>169.0</c:v>
                </c:pt>
                <c:pt idx="281">
                  <c:v>169.1</c:v>
                </c:pt>
                <c:pt idx="282">
                  <c:v>169.3</c:v>
                </c:pt>
                <c:pt idx="283">
                  <c:v>169.5</c:v>
                </c:pt>
                <c:pt idx="284">
                  <c:v>169.7</c:v>
                </c:pt>
                <c:pt idx="285">
                  <c:v>169.8</c:v>
                </c:pt>
                <c:pt idx="286">
                  <c:v>170.0</c:v>
                </c:pt>
                <c:pt idx="287">
                  <c:v>170.1</c:v>
                </c:pt>
                <c:pt idx="288">
                  <c:v>170.3</c:v>
                </c:pt>
                <c:pt idx="289">
                  <c:v>170.5</c:v>
                </c:pt>
                <c:pt idx="290">
                  <c:v>170.6</c:v>
                </c:pt>
                <c:pt idx="291">
                  <c:v>170.8</c:v>
                </c:pt>
                <c:pt idx="292">
                  <c:v>170.9</c:v>
                </c:pt>
                <c:pt idx="293">
                  <c:v>171.0</c:v>
                </c:pt>
                <c:pt idx="294">
                  <c:v>171.2</c:v>
                </c:pt>
                <c:pt idx="295">
                  <c:v>171.3</c:v>
                </c:pt>
                <c:pt idx="296">
                  <c:v>171.4</c:v>
                </c:pt>
                <c:pt idx="297">
                  <c:v>171.6</c:v>
                </c:pt>
                <c:pt idx="298">
                  <c:v>171.7</c:v>
                </c:pt>
                <c:pt idx="299">
                  <c:v>171.9</c:v>
                </c:pt>
                <c:pt idx="300">
                  <c:v>172.0</c:v>
                </c:pt>
                <c:pt idx="301">
                  <c:v>172.2</c:v>
                </c:pt>
                <c:pt idx="302">
                  <c:v>172.2</c:v>
                </c:pt>
                <c:pt idx="303">
                  <c:v>172.4</c:v>
                </c:pt>
                <c:pt idx="304">
                  <c:v>172.5</c:v>
                </c:pt>
                <c:pt idx="305">
                  <c:v>172.6</c:v>
                </c:pt>
                <c:pt idx="306">
                  <c:v>172.8</c:v>
                </c:pt>
                <c:pt idx="307">
                  <c:v>172.9</c:v>
                </c:pt>
                <c:pt idx="308">
                  <c:v>173.0</c:v>
                </c:pt>
                <c:pt idx="309">
                  <c:v>173.1</c:v>
                </c:pt>
                <c:pt idx="310">
                  <c:v>173.2</c:v>
                </c:pt>
                <c:pt idx="311">
                  <c:v>173.3</c:v>
                </c:pt>
                <c:pt idx="312">
                  <c:v>173.4</c:v>
                </c:pt>
                <c:pt idx="313">
                  <c:v>173.5</c:v>
                </c:pt>
                <c:pt idx="314">
                  <c:v>173.6</c:v>
                </c:pt>
                <c:pt idx="315">
                  <c:v>173.7</c:v>
                </c:pt>
                <c:pt idx="316">
                  <c:v>173.8</c:v>
                </c:pt>
                <c:pt idx="317">
                  <c:v>173.9</c:v>
                </c:pt>
                <c:pt idx="318">
                  <c:v>174.0</c:v>
                </c:pt>
                <c:pt idx="319">
                  <c:v>174.1</c:v>
                </c:pt>
                <c:pt idx="320">
                  <c:v>174.1</c:v>
                </c:pt>
                <c:pt idx="321">
                  <c:v>174.2</c:v>
                </c:pt>
                <c:pt idx="322">
                  <c:v>174.3</c:v>
                </c:pt>
                <c:pt idx="323">
                  <c:v>174.3</c:v>
                </c:pt>
                <c:pt idx="324">
                  <c:v>174.4</c:v>
                </c:pt>
                <c:pt idx="325">
                  <c:v>174.5</c:v>
                </c:pt>
                <c:pt idx="326">
                  <c:v>174.6</c:v>
                </c:pt>
                <c:pt idx="327">
                  <c:v>174.6</c:v>
                </c:pt>
                <c:pt idx="328">
                  <c:v>174.7</c:v>
                </c:pt>
                <c:pt idx="329">
                  <c:v>174.7</c:v>
                </c:pt>
                <c:pt idx="330">
                  <c:v>174.8</c:v>
                </c:pt>
                <c:pt idx="331">
                  <c:v>174.9</c:v>
                </c:pt>
                <c:pt idx="332">
                  <c:v>174.9</c:v>
                </c:pt>
                <c:pt idx="333">
                  <c:v>175.0</c:v>
                </c:pt>
                <c:pt idx="334">
                  <c:v>175.1</c:v>
                </c:pt>
                <c:pt idx="335">
                  <c:v>175.1</c:v>
                </c:pt>
                <c:pt idx="336">
                  <c:v>175.2</c:v>
                </c:pt>
                <c:pt idx="337">
                  <c:v>175.2</c:v>
                </c:pt>
                <c:pt idx="338">
                  <c:v>175.3</c:v>
                </c:pt>
                <c:pt idx="339">
                  <c:v>175.4</c:v>
                </c:pt>
                <c:pt idx="340">
                  <c:v>175.4</c:v>
                </c:pt>
                <c:pt idx="341">
                  <c:v>175.5</c:v>
                </c:pt>
                <c:pt idx="342">
                  <c:v>175.6</c:v>
                </c:pt>
                <c:pt idx="343">
                  <c:v>175.6</c:v>
                </c:pt>
                <c:pt idx="344">
                  <c:v>175.7</c:v>
                </c:pt>
                <c:pt idx="345">
                  <c:v>175.7</c:v>
                </c:pt>
                <c:pt idx="346">
                  <c:v>175.8</c:v>
                </c:pt>
                <c:pt idx="347">
                  <c:v>175.9</c:v>
                </c:pt>
                <c:pt idx="348">
                  <c:v>175.9</c:v>
                </c:pt>
                <c:pt idx="349">
                  <c:v>176.0</c:v>
                </c:pt>
                <c:pt idx="350">
                  <c:v>176.1</c:v>
                </c:pt>
                <c:pt idx="351">
                  <c:v>176.1</c:v>
                </c:pt>
                <c:pt idx="352">
                  <c:v>176.2</c:v>
                </c:pt>
                <c:pt idx="353">
                  <c:v>176.2</c:v>
                </c:pt>
                <c:pt idx="354">
                  <c:v>176.3</c:v>
                </c:pt>
                <c:pt idx="355">
                  <c:v>176.4</c:v>
                </c:pt>
                <c:pt idx="356">
                  <c:v>176.4</c:v>
                </c:pt>
                <c:pt idx="357">
                  <c:v>176.5</c:v>
                </c:pt>
                <c:pt idx="358">
                  <c:v>176.6</c:v>
                </c:pt>
                <c:pt idx="359">
                  <c:v>176.7</c:v>
                </c:pt>
                <c:pt idx="360">
                  <c:v>176.8</c:v>
                </c:pt>
                <c:pt idx="361">
                  <c:v>176.9</c:v>
                </c:pt>
                <c:pt idx="362">
                  <c:v>176.9</c:v>
                </c:pt>
                <c:pt idx="363">
                  <c:v>177.0</c:v>
                </c:pt>
                <c:pt idx="364">
                  <c:v>177.1</c:v>
                </c:pt>
                <c:pt idx="365">
                  <c:v>177.2</c:v>
                </c:pt>
                <c:pt idx="366">
                  <c:v>177.4</c:v>
                </c:pt>
                <c:pt idx="367">
                  <c:v>177.5</c:v>
                </c:pt>
                <c:pt idx="368">
                  <c:v>177.6</c:v>
                </c:pt>
                <c:pt idx="369">
                  <c:v>177.7</c:v>
                </c:pt>
                <c:pt idx="370">
                  <c:v>177.8</c:v>
                </c:pt>
                <c:pt idx="371">
                  <c:v>178.0</c:v>
                </c:pt>
                <c:pt idx="372">
                  <c:v>178.1</c:v>
                </c:pt>
                <c:pt idx="373">
                  <c:v>178.3</c:v>
                </c:pt>
                <c:pt idx="374">
                  <c:v>178.4</c:v>
                </c:pt>
                <c:pt idx="375">
                  <c:v>178.5</c:v>
                </c:pt>
                <c:pt idx="376">
                  <c:v>178.7</c:v>
                </c:pt>
                <c:pt idx="377">
                  <c:v>178.9</c:v>
                </c:pt>
                <c:pt idx="378">
                  <c:v>179.0</c:v>
                </c:pt>
                <c:pt idx="379">
                  <c:v>179.2</c:v>
                </c:pt>
                <c:pt idx="380">
                  <c:v>179.4</c:v>
                </c:pt>
                <c:pt idx="381">
                  <c:v>179.6</c:v>
                </c:pt>
                <c:pt idx="382">
                  <c:v>179.7</c:v>
                </c:pt>
                <c:pt idx="383">
                  <c:v>179.9</c:v>
                </c:pt>
                <c:pt idx="384">
                  <c:v>180.1</c:v>
                </c:pt>
                <c:pt idx="385">
                  <c:v>180.3</c:v>
                </c:pt>
                <c:pt idx="386">
                  <c:v>180.5</c:v>
                </c:pt>
                <c:pt idx="387">
                  <c:v>180.7</c:v>
                </c:pt>
                <c:pt idx="388">
                  <c:v>180.9</c:v>
                </c:pt>
                <c:pt idx="389">
                  <c:v>181.1</c:v>
                </c:pt>
                <c:pt idx="390">
                  <c:v>181.4</c:v>
                </c:pt>
                <c:pt idx="391">
                  <c:v>181.6</c:v>
                </c:pt>
                <c:pt idx="392">
                  <c:v>181.8</c:v>
                </c:pt>
                <c:pt idx="393">
                  <c:v>182.1</c:v>
                </c:pt>
                <c:pt idx="394">
                  <c:v>182.4</c:v>
                </c:pt>
                <c:pt idx="395">
                  <c:v>182.7</c:v>
                </c:pt>
                <c:pt idx="396">
                  <c:v>183.0</c:v>
                </c:pt>
                <c:pt idx="397">
                  <c:v>183.3</c:v>
                </c:pt>
                <c:pt idx="398">
                  <c:v>183.6</c:v>
                </c:pt>
                <c:pt idx="399">
                  <c:v>183.9</c:v>
                </c:pt>
                <c:pt idx="400">
                  <c:v>184.3</c:v>
                </c:pt>
                <c:pt idx="401">
                  <c:v>184.6</c:v>
                </c:pt>
                <c:pt idx="402">
                  <c:v>184.9</c:v>
                </c:pt>
                <c:pt idx="403">
                  <c:v>185.3</c:v>
                </c:pt>
                <c:pt idx="404">
                  <c:v>185.6</c:v>
                </c:pt>
                <c:pt idx="405">
                  <c:v>186.0</c:v>
                </c:pt>
                <c:pt idx="406">
                  <c:v>186.4</c:v>
                </c:pt>
                <c:pt idx="407">
                  <c:v>186.6</c:v>
                </c:pt>
                <c:pt idx="408">
                  <c:v>187.0</c:v>
                </c:pt>
                <c:pt idx="409">
                  <c:v>187.4</c:v>
                </c:pt>
                <c:pt idx="410">
                  <c:v>187.8</c:v>
                </c:pt>
                <c:pt idx="411">
                  <c:v>188.2</c:v>
                </c:pt>
                <c:pt idx="412">
                  <c:v>188.6</c:v>
                </c:pt>
                <c:pt idx="413">
                  <c:v>188.9</c:v>
                </c:pt>
                <c:pt idx="414">
                  <c:v>189.3</c:v>
                </c:pt>
                <c:pt idx="415">
                  <c:v>189.7</c:v>
                </c:pt>
                <c:pt idx="416">
                  <c:v>190.1</c:v>
                </c:pt>
                <c:pt idx="417">
                  <c:v>190.6</c:v>
                </c:pt>
                <c:pt idx="418">
                  <c:v>191.0</c:v>
                </c:pt>
                <c:pt idx="419">
                  <c:v>191.5</c:v>
                </c:pt>
                <c:pt idx="420">
                  <c:v>191.9</c:v>
                </c:pt>
                <c:pt idx="421">
                  <c:v>192.4</c:v>
                </c:pt>
                <c:pt idx="422">
                  <c:v>192.7</c:v>
                </c:pt>
                <c:pt idx="423">
                  <c:v>193.2</c:v>
                </c:pt>
                <c:pt idx="424">
                  <c:v>193.7</c:v>
                </c:pt>
                <c:pt idx="425">
                  <c:v>194.2</c:v>
                </c:pt>
                <c:pt idx="426">
                  <c:v>194.6</c:v>
                </c:pt>
                <c:pt idx="427">
                  <c:v>195.1</c:v>
                </c:pt>
                <c:pt idx="428">
                  <c:v>195.6</c:v>
                </c:pt>
                <c:pt idx="429">
                  <c:v>196.1</c:v>
                </c:pt>
                <c:pt idx="430">
                  <c:v>196.6</c:v>
                </c:pt>
                <c:pt idx="431">
                  <c:v>197.1</c:v>
                </c:pt>
                <c:pt idx="432">
                  <c:v>197.6</c:v>
                </c:pt>
                <c:pt idx="433">
                  <c:v>198.1</c:v>
                </c:pt>
                <c:pt idx="434">
                  <c:v>198.5</c:v>
                </c:pt>
                <c:pt idx="435">
                  <c:v>199.0</c:v>
                </c:pt>
                <c:pt idx="436">
                  <c:v>199.5</c:v>
                </c:pt>
                <c:pt idx="437">
                  <c:v>200.0</c:v>
                </c:pt>
                <c:pt idx="438">
                  <c:v>200.5</c:v>
                </c:pt>
                <c:pt idx="439">
                  <c:v>200.9</c:v>
                </c:pt>
                <c:pt idx="440">
                  <c:v>201.4</c:v>
                </c:pt>
                <c:pt idx="441">
                  <c:v>202.0</c:v>
                </c:pt>
                <c:pt idx="442">
                  <c:v>202.4</c:v>
                </c:pt>
                <c:pt idx="443">
                  <c:v>202.9</c:v>
                </c:pt>
                <c:pt idx="444">
                  <c:v>203.3</c:v>
                </c:pt>
                <c:pt idx="445">
                  <c:v>203.8</c:v>
                </c:pt>
                <c:pt idx="446">
                  <c:v>204.3</c:v>
                </c:pt>
                <c:pt idx="447">
                  <c:v>204.8</c:v>
                </c:pt>
                <c:pt idx="448">
                  <c:v>205.4</c:v>
                </c:pt>
                <c:pt idx="449">
                  <c:v>205.9</c:v>
                </c:pt>
                <c:pt idx="450">
                  <c:v>206.4</c:v>
                </c:pt>
                <c:pt idx="451">
                  <c:v>206.9</c:v>
                </c:pt>
                <c:pt idx="452">
                  <c:v>207.5</c:v>
                </c:pt>
                <c:pt idx="453">
                  <c:v>208.0</c:v>
                </c:pt>
                <c:pt idx="454">
                  <c:v>208.5</c:v>
                </c:pt>
                <c:pt idx="455">
                  <c:v>209.0</c:v>
                </c:pt>
                <c:pt idx="456">
                  <c:v>209.6</c:v>
                </c:pt>
                <c:pt idx="457">
                  <c:v>210.1</c:v>
                </c:pt>
                <c:pt idx="458">
                  <c:v>210.4</c:v>
                </c:pt>
                <c:pt idx="459">
                  <c:v>211.0</c:v>
                </c:pt>
                <c:pt idx="460">
                  <c:v>211.5</c:v>
                </c:pt>
                <c:pt idx="461">
                  <c:v>212.0</c:v>
                </c:pt>
                <c:pt idx="462">
                  <c:v>212.6</c:v>
                </c:pt>
                <c:pt idx="463">
                  <c:v>213.1</c:v>
                </c:pt>
                <c:pt idx="464">
                  <c:v>213.6</c:v>
                </c:pt>
                <c:pt idx="465">
                  <c:v>214.1</c:v>
                </c:pt>
                <c:pt idx="466">
                  <c:v>214.5</c:v>
                </c:pt>
                <c:pt idx="467">
                  <c:v>215.1</c:v>
                </c:pt>
                <c:pt idx="468">
                  <c:v>215.5</c:v>
                </c:pt>
                <c:pt idx="469">
                  <c:v>216.1</c:v>
                </c:pt>
                <c:pt idx="470">
                  <c:v>216.6</c:v>
                </c:pt>
                <c:pt idx="471">
                  <c:v>217.2</c:v>
                </c:pt>
                <c:pt idx="472">
                  <c:v>217.7</c:v>
                </c:pt>
                <c:pt idx="473">
                  <c:v>218.2</c:v>
                </c:pt>
                <c:pt idx="474">
                  <c:v>218.7</c:v>
                </c:pt>
                <c:pt idx="475">
                  <c:v>219.3</c:v>
                </c:pt>
                <c:pt idx="476">
                  <c:v>219.8</c:v>
                </c:pt>
                <c:pt idx="477">
                  <c:v>220.4</c:v>
                </c:pt>
                <c:pt idx="478">
                  <c:v>220.9</c:v>
                </c:pt>
                <c:pt idx="479">
                  <c:v>221.5</c:v>
                </c:pt>
                <c:pt idx="480">
                  <c:v>222.1</c:v>
                </c:pt>
                <c:pt idx="481">
                  <c:v>222.6</c:v>
                </c:pt>
                <c:pt idx="482">
                  <c:v>223.2</c:v>
                </c:pt>
                <c:pt idx="483">
                  <c:v>223.7</c:v>
                </c:pt>
                <c:pt idx="484">
                  <c:v>224.3</c:v>
                </c:pt>
                <c:pt idx="485">
                  <c:v>224.8</c:v>
                </c:pt>
                <c:pt idx="486">
                  <c:v>225.3</c:v>
                </c:pt>
                <c:pt idx="487">
                  <c:v>225.8</c:v>
                </c:pt>
                <c:pt idx="488">
                  <c:v>226.3</c:v>
                </c:pt>
                <c:pt idx="489">
                  <c:v>226.9</c:v>
                </c:pt>
                <c:pt idx="490">
                  <c:v>227.4</c:v>
                </c:pt>
                <c:pt idx="491">
                  <c:v>227.9</c:v>
                </c:pt>
                <c:pt idx="492">
                  <c:v>228.4</c:v>
                </c:pt>
                <c:pt idx="493">
                  <c:v>228.9</c:v>
                </c:pt>
                <c:pt idx="494">
                  <c:v>229.4</c:v>
                </c:pt>
                <c:pt idx="495">
                  <c:v>229.9</c:v>
                </c:pt>
                <c:pt idx="496">
                  <c:v>230.3</c:v>
                </c:pt>
                <c:pt idx="497">
                  <c:v>230.8</c:v>
                </c:pt>
                <c:pt idx="498">
                  <c:v>231.3</c:v>
                </c:pt>
                <c:pt idx="499">
                  <c:v>231.9</c:v>
                </c:pt>
                <c:pt idx="500">
                  <c:v>232.4</c:v>
                </c:pt>
                <c:pt idx="501">
                  <c:v>232.9</c:v>
                </c:pt>
                <c:pt idx="502">
                  <c:v>233.3</c:v>
                </c:pt>
                <c:pt idx="503">
                  <c:v>233.7</c:v>
                </c:pt>
                <c:pt idx="504">
                  <c:v>234.2</c:v>
                </c:pt>
                <c:pt idx="505">
                  <c:v>234.7</c:v>
                </c:pt>
                <c:pt idx="506">
                  <c:v>235.3</c:v>
                </c:pt>
                <c:pt idx="507">
                  <c:v>235.8</c:v>
                </c:pt>
                <c:pt idx="508">
                  <c:v>236.2</c:v>
                </c:pt>
                <c:pt idx="509">
                  <c:v>236.5</c:v>
                </c:pt>
                <c:pt idx="510">
                  <c:v>237.0</c:v>
                </c:pt>
                <c:pt idx="511">
                  <c:v>237.5</c:v>
                </c:pt>
                <c:pt idx="512">
                  <c:v>238.0</c:v>
                </c:pt>
                <c:pt idx="513">
                  <c:v>238.5</c:v>
                </c:pt>
                <c:pt idx="514">
                  <c:v>239.0</c:v>
                </c:pt>
                <c:pt idx="515">
                  <c:v>239.4</c:v>
                </c:pt>
                <c:pt idx="516">
                  <c:v>239.9</c:v>
                </c:pt>
                <c:pt idx="517">
                  <c:v>240.4</c:v>
                </c:pt>
                <c:pt idx="518">
                  <c:v>240.9</c:v>
                </c:pt>
                <c:pt idx="519">
                  <c:v>241.3</c:v>
                </c:pt>
                <c:pt idx="520">
                  <c:v>241.7</c:v>
                </c:pt>
                <c:pt idx="521">
                  <c:v>242.2</c:v>
                </c:pt>
                <c:pt idx="522">
                  <c:v>242.7</c:v>
                </c:pt>
                <c:pt idx="523">
                  <c:v>243.2</c:v>
                </c:pt>
                <c:pt idx="524">
                  <c:v>243.5</c:v>
                </c:pt>
                <c:pt idx="525">
                  <c:v>244.0</c:v>
                </c:pt>
                <c:pt idx="526">
                  <c:v>244.5</c:v>
                </c:pt>
                <c:pt idx="527">
                  <c:v>245.0</c:v>
                </c:pt>
                <c:pt idx="528">
                  <c:v>245.5</c:v>
                </c:pt>
                <c:pt idx="529">
                  <c:v>245.9</c:v>
                </c:pt>
                <c:pt idx="530">
                  <c:v>246.4</c:v>
                </c:pt>
                <c:pt idx="531">
                  <c:v>246.9</c:v>
                </c:pt>
                <c:pt idx="532">
                  <c:v>247.4</c:v>
                </c:pt>
                <c:pt idx="533">
                  <c:v>247.9</c:v>
                </c:pt>
                <c:pt idx="534">
                  <c:v>248.4</c:v>
                </c:pt>
                <c:pt idx="535">
                  <c:v>248.9</c:v>
                </c:pt>
                <c:pt idx="536">
                  <c:v>249.4</c:v>
                </c:pt>
                <c:pt idx="537">
                  <c:v>249.8</c:v>
                </c:pt>
                <c:pt idx="538">
                  <c:v>250.3</c:v>
                </c:pt>
                <c:pt idx="539">
                  <c:v>250.8</c:v>
                </c:pt>
                <c:pt idx="540">
                  <c:v>251.3</c:v>
                </c:pt>
                <c:pt idx="541">
                  <c:v>251.8</c:v>
                </c:pt>
                <c:pt idx="542">
                  <c:v>252.3</c:v>
                </c:pt>
                <c:pt idx="543">
                  <c:v>252.8</c:v>
                </c:pt>
                <c:pt idx="544">
                  <c:v>253.4</c:v>
                </c:pt>
                <c:pt idx="545">
                  <c:v>253.9</c:v>
                </c:pt>
                <c:pt idx="546">
                  <c:v>254.4</c:v>
                </c:pt>
                <c:pt idx="547">
                  <c:v>254.9</c:v>
                </c:pt>
                <c:pt idx="548">
                  <c:v>255.3</c:v>
                </c:pt>
                <c:pt idx="549">
                  <c:v>255.8</c:v>
                </c:pt>
                <c:pt idx="550">
                  <c:v>256.3</c:v>
                </c:pt>
                <c:pt idx="551">
                  <c:v>256.8</c:v>
                </c:pt>
                <c:pt idx="552">
                  <c:v>257.4</c:v>
                </c:pt>
                <c:pt idx="553">
                  <c:v>258.0</c:v>
                </c:pt>
                <c:pt idx="554">
                  <c:v>258.4</c:v>
                </c:pt>
                <c:pt idx="555">
                  <c:v>258.9</c:v>
                </c:pt>
                <c:pt idx="556">
                  <c:v>259.5</c:v>
                </c:pt>
                <c:pt idx="557">
                  <c:v>260.1</c:v>
                </c:pt>
                <c:pt idx="558">
                  <c:v>260.7</c:v>
                </c:pt>
                <c:pt idx="559">
                  <c:v>261.3</c:v>
                </c:pt>
                <c:pt idx="560">
                  <c:v>262.0</c:v>
                </c:pt>
                <c:pt idx="561">
                  <c:v>262.6</c:v>
                </c:pt>
                <c:pt idx="562">
                  <c:v>263.2</c:v>
                </c:pt>
                <c:pt idx="563">
                  <c:v>263.9</c:v>
                </c:pt>
                <c:pt idx="564">
                  <c:v>264.3</c:v>
                </c:pt>
                <c:pt idx="565">
                  <c:v>264.9</c:v>
                </c:pt>
                <c:pt idx="566">
                  <c:v>265.6</c:v>
                </c:pt>
                <c:pt idx="567">
                  <c:v>266.3</c:v>
                </c:pt>
                <c:pt idx="568">
                  <c:v>267.0</c:v>
                </c:pt>
                <c:pt idx="569">
                  <c:v>267.7</c:v>
                </c:pt>
                <c:pt idx="570">
                  <c:v>268.3</c:v>
                </c:pt>
                <c:pt idx="571">
                  <c:v>268.8</c:v>
                </c:pt>
                <c:pt idx="572">
                  <c:v>269.4</c:v>
                </c:pt>
                <c:pt idx="573">
                  <c:v>270.1</c:v>
                </c:pt>
                <c:pt idx="574">
                  <c:v>270.9</c:v>
                </c:pt>
                <c:pt idx="575">
                  <c:v>271.6</c:v>
                </c:pt>
                <c:pt idx="576">
                  <c:v>272.3</c:v>
                </c:pt>
                <c:pt idx="577">
                  <c:v>273.1</c:v>
                </c:pt>
                <c:pt idx="578">
                  <c:v>273.8</c:v>
                </c:pt>
                <c:pt idx="579">
                  <c:v>274.4</c:v>
                </c:pt>
                <c:pt idx="580">
                  <c:v>275.2</c:v>
                </c:pt>
                <c:pt idx="581">
                  <c:v>275.9</c:v>
                </c:pt>
                <c:pt idx="582">
                  <c:v>276.7</c:v>
                </c:pt>
                <c:pt idx="583">
                  <c:v>277.5</c:v>
                </c:pt>
                <c:pt idx="584">
                  <c:v>278.2</c:v>
                </c:pt>
                <c:pt idx="585">
                  <c:v>279.0</c:v>
                </c:pt>
                <c:pt idx="586">
                  <c:v>279.8</c:v>
                </c:pt>
                <c:pt idx="587">
                  <c:v>280.5</c:v>
                </c:pt>
                <c:pt idx="588">
                  <c:v>281.3</c:v>
                </c:pt>
                <c:pt idx="589">
                  <c:v>282.1</c:v>
                </c:pt>
                <c:pt idx="590">
                  <c:v>282.9</c:v>
                </c:pt>
                <c:pt idx="591">
                  <c:v>283.6</c:v>
                </c:pt>
                <c:pt idx="592">
                  <c:v>284.4</c:v>
                </c:pt>
                <c:pt idx="593">
                  <c:v>285.2</c:v>
                </c:pt>
                <c:pt idx="594">
                  <c:v>286.0</c:v>
                </c:pt>
                <c:pt idx="595">
                  <c:v>286.8</c:v>
                </c:pt>
                <c:pt idx="596">
                  <c:v>287.6</c:v>
                </c:pt>
                <c:pt idx="597">
                  <c:v>288.4</c:v>
                </c:pt>
                <c:pt idx="598">
                  <c:v>289.2</c:v>
                </c:pt>
                <c:pt idx="599">
                  <c:v>290.0</c:v>
                </c:pt>
                <c:pt idx="600">
                  <c:v>290.8</c:v>
                </c:pt>
                <c:pt idx="601">
                  <c:v>291.4</c:v>
                </c:pt>
                <c:pt idx="602">
                  <c:v>292.2</c:v>
                </c:pt>
                <c:pt idx="603">
                  <c:v>293.0</c:v>
                </c:pt>
                <c:pt idx="604">
                  <c:v>293.8</c:v>
                </c:pt>
                <c:pt idx="605">
                  <c:v>294.6</c:v>
                </c:pt>
                <c:pt idx="606">
                  <c:v>295.3</c:v>
                </c:pt>
                <c:pt idx="607">
                  <c:v>295.9</c:v>
                </c:pt>
                <c:pt idx="608">
                  <c:v>296.7</c:v>
                </c:pt>
                <c:pt idx="609">
                  <c:v>297.6</c:v>
                </c:pt>
                <c:pt idx="610">
                  <c:v>298.4</c:v>
                </c:pt>
                <c:pt idx="611">
                  <c:v>299.2</c:v>
                </c:pt>
                <c:pt idx="612">
                  <c:v>300.0</c:v>
                </c:pt>
                <c:pt idx="613">
                  <c:v>300.9</c:v>
                </c:pt>
                <c:pt idx="614">
                  <c:v>301.4</c:v>
                </c:pt>
                <c:pt idx="615">
                  <c:v>302.2</c:v>
                </c:pt>
                <c:pt idx="616">
                  <c:v>303.0</c:v>
                </c:pt>
                <c:pt idx="617">
                  <c:v>303.9</c:v>
                </c:pt>
                <c:pt idx="618">
                  <c:v>304.7</c:v>
                </c:pt>
                <c:pt idx="619">
                  <c:v>305.5</c:v>
                </c:pt>
                <c:pt idx="620">
                  <c:v>306.2</c:v>
                </c:pt>
                <c:pt idx="621">
                  <c:v>307.0</c:v>
                </c:pt>
                <c:pt idx="622">
                  <c:v>307.9</c:v>
                </c:pt>
                <c:pt idx="623">
                  <c:v>308.5</c:v>
                </c:pt>
                <c:pt idx="624">
                  <c:v>309.2</c:v>
                </c:pt>
                <c:pt idx="625">
                  <c:v>310.0</c:v>
                </c:pt>
                <c:pt idx="626">
                  <c:v>310.8</c:v>
                </c:pt>
                <c:pt idx="627">
                  <c:v>311.7</c:v>
                </c:pt>
                <c:pt idx="628">
                  <c:v>312.5</c:v>
                </c:pt>
                <c:pt idx="629">
                  <c:v>313.2</c:v>
                </c:pt>
                <c:pt idx="630">
                  <c:v>314.0</c:v>
                </c:pt>
                <c:pt idx="631">
                  <c:v>314.8</c:v>
                </c:pt>
                <c:pt idx="632">
                  <c:v>315.7</c:v>
                </c:pt>
                <c:pt idx="633">
                  <c:v>316.5</c:v>
                </c:pt>
                <c:pt idx="634">
                  <c:v>317.3</c:v>
                </c:pt>
                <c:pt idx="635">
                  <c:v>318.2</c:v>
                </c:pt>
                <c:pt idx="636">
                  <c:v>319.0</c:v>
                </c:pt>
                <c:pt idx="637">
                  <c:v>319.8</c:v>
                </c:pt>
                <c:pt idx="638">
                  <c:v>320.7</c:v>
                </c:pt>
                <c:pt idx="639">
                  <c:v>321.0</c:v>
                </c:pt>
              </c:numCache>
            </c:numRef>
          </c:val>
          <c:smooth val="0"/>
        </c:ser>
        <c:dLbls>
          <c:showLegendKey val="0"/>
          <c:showVal val="0"/>
          <c:showCatName val="0"/>
          <c:showSerName val="0"/>
          <c:showPercent val="0"/>
          <c:showBubbleSize val="0"/>
        </c:dLbls>
        <c:marker val="1"/>
        <c:axId val="530000001"/>
        <c:axId val="530000002"/>
      </c:lineChart>
      <c:catAx>
        <c:axId val="530000001"/>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30000002"/>
        <c:crosses val="autoZero"/>
        <c:auto val="1"/>
        <c:lblAlgn val="ctr"/>
        <c:lblOffset val="100"/>
        <c:tickLblSkip val="78"/>
        <c:tickMarkSkip val="78"/>
        <c:noMultiLvlLbl val="0"/>
      </c:catAx>
      <c:valAx>
        <c:axId val="53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30000001"/>
        <c:crosses val="autoZero"/>
        <c:crossBetween val="between"/>
      </c:valAx>
    </c:plotArea>
    <c:legend>
      <c:legendPos val="b"/>
      <c:overlay val="0"/>
      <c:txPr>
        <a:bodyPr/>
        <a:lstStyle/>
        <a:p>
          <a:pPr>
            <a:defRPr sz="800">
              <a:latin typeface="Roboto Light"/>
            </a:defRPr>
          </a:pPr>
          <a:endParaRPr lang="en-US"/>
        </a:p>
      </c:txPr>
    </c:legend>
    <c:plotVisOnly val="1"/>
    <c:dispBlanksAs val="gap"/>
  </c:chart>
  <c:spPr>
    <a:noFill/>
    <a:ln>
      <a:noFill/>
    </a:ln>
  </c:spPr>
  <c:txPr>
    <a:bodyPr/>
    <a:lstStyle/>
    <a:p>
      <a:pPr>
        <a:defRPr sz="900">
          <a:latin typeface="Roboto Light"/>
          <a:ea typeface="Roboto Light"/>
          <a:cs typeface="Roboto Light"/>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barChart>
        <c:barDir val="col"/>
        <c:grouping val="clustered"/>
        <c:varyColors val="0"/>
        <c:ser>
          <c:idx val="0"/>
          <c:order val="0"/>
          <c:spPr>
            <a:solidFill>
              <a:srgbClr val="1F2F44"/>
            </a:solidFill>
            <a:ln>
              <a:noFill/>
            </a:ln>
          </c:spPr>
          <c:invertIfNegative val="0"/>
          <c:dPt>
            <c:idx val="0"/>
            <c:invertIfNegative val="0"/>
            <c:bubble3D val="0"/>
            <c:spPr>
              <a:solidFill>
                <a:srgbClr val="7E7E7E"/>
              </a:solidFill>
              <a:ln>
                <a:noFill/>
              </a:ln>
            </c:spPr>
          </c:dPt>
          <c:dPt>
            <c:idx val="1"/>
            <c:invertIfNegative val="0"/>
            <c:bubble3D val="0"/>
            <c:spPr>
              <a:solidFill>
                <a:srgbClr val="1F2F44"/>
              </a:solidFill>
              <a:ln>
                <a:noFill/>
              </a:ln>
            </c:spPr>
          </c:dPt>
          <c:dPt>
            <c:idx val="2"/>
            <c:invertIfNegative val="0"/>
            <c:bubble3D val="0"/>
            <c:spPr>
              <a:solidFill>
                <a:srgbClr val="7E7E7E"/>
              </a:solidFill>
              <a:ln>
                <a:noFill/>
              </a:ln>
            </c:spPr>
          </c:dPt>
          <c:dPt>
            <c:idx val="3"/>
            <c:invertIfNegative val="0"/>
            <c:bubble3D val="0"/>
            <c:spPr>
              <a:solidFill>
                <a:srgbClr val="1F2F44"/>
              </a:solidFill>
              <a:ln>
                <a:noFill/>
              </a:ln>
            </c:spPr>
          </c:dPt>
          <c:dPt>
            <c:idx val="4"/>
            <c:invertIfNegative val="0"/>
            <c:bubble3D val="0"/>
            <c:spPr>
              <a:solidFill>
                <a:srgbClr val="7E7E7E"/>
              </a:solidFill>
              <a:ln>
                <a:noFill/>
              </a:ln>
            </c:spPr>
          </c:dPt>
          <c:dPt>
            <c:idx val="5"/>
            <c:invertIfNegative val="0"/>
            <c:bubble3D val="0"/>
            <c:spPr>
              <a:solidFill>
                <a:srgbClr val="7E7E7E"/>
              </a:solidFill>
              <a:ln>
                <a:noFill/>
              </a:ln>
            </c:spPr>
          </c:dPt>
          <c:dPt>
            <c:idx val="6"/>
            <c:invertIfNegative val="0"/>
            <c:bubble3D val="0"/>
            <c:spPr>
              <a:solidFill>
                <a:srgbClr val="1F2F44"/>
              </a:solidFill>
              <a:ln>
                <a:noFill/>
              </a:ln>
            </c:spPr>
          </c:dPt>
          <c:dPt>
            <c:idx val="7"/>
            <c:invertIfNegative val="0"/>
            <c:bubble3D val="0"/>
            <c:spPr>
              <a:solidFill>
                <a:srgbClr val="1F2F44"/>
              </a:solidFill>
              <a:ln>
                <a:noFill/>
              </a:ln>
            </c:spPr>
          </c:dPt>
          <c:dPt>
            <c:idx val="8"/>
            <c:invertIfNegative val="0"/>
            <c:bubble3D val="0"/>
            <c:spPr>
              <a:solidFill>
                <a:srgbClr val="1F2F44"/>
              </a:solidFill>
              <a:ln>
                <a:noFill/>
              </a:ln>
            </c:spPr>
          </c:dPt>
          <c:dPt>
            <c:idx val="9"/>
            <c:invertIfNegative val="0"/>
            <c:bubble3D val="0"/>
            <c:spPr>
              <a:solidFill>
                <a:srgbClr val="1F2F44"/>
              </a:solidFill>
              <a:ln>
                <a:noFill/>
              </a:ln>
            </c:spPr>
          </c:dPt>
          <c:dPt>
            <c:idx val="10"/>
            <c:invertIfNegative val="0"/>
            <c:bubble3D val="0"/>
            <c:spPr>
              <a:solidFill>
                <a:srgbClr val="1F2F44"/>
              </a:solidFill>
              <a:ln>
                <a:noFill/>
              </a:ln>
            </c:spPr>
          </c:dPt>
          <c:dPt>
            <c:idx val="11"/>
            <c:invertIfNegative val="0"/>
            <c:bubble3D val="0"/>
            <c:spPr>
              <a:solidFill>
                <a:srgbClr val="1F2F44"/>
              </a:solidFill>
              <a:ln>
                <a:noFill/>
              </a:ln>
            </c:spPr>
          </c:dPt>
          <c:dPt>
            <c:idx val="12"/>
            <c:invertIfNegative val="0"/>
            <c:bubble3D val="0"/>
            <c:spPr>
              <a:solidFill>
                <a:srgbClr val="1F2F44"/>
              </a:solidFill>
              <a:ln>
                <a:noFill/>
              </a:ln>
            </c:spPr>
          </c:dPt>
          <c:dLbls>
            <c:showLegendKey val="0"/>
            <c:showVal val="0"/>
            <c:showCatName val="0"/>
            <c:showSerName val="0"/>
            <c:showPercent val="0"/>
            <c:showBubbleSize val="0"/>
          </c:dLbls>
          <c:cat>
            <c:strRef>
              <c:f>Sheet1!$A$2:$A$14</c:f>
              <c:strCache>
                <c:ptCount val="13"/>
                <c:pt idx="0">
                  <c:v>1</c:v>
                </c:pt>
                <c:pt idx="1">
                  <c:v>2</c:v>
                </c:pt>
                <c:pt idx="2">
                  <c:v>3</c:v>
                </c:pt>
                <c:pt idx="3">
                  <c:v>4</c:v>
                </c:pt>
                <c:pt idx="4">
                  <c:v>5</c:v>
                </c:pt>
                <c:pt idx="5">
                  <c:v>6</c:v>
                </c:pt>
                <c:pt idx="6">
                  <c:v>7</c:v>
                </c:pt>
                <c:pt idx="7">
                  <c:v>8</c:v>
                </c:pt>
                <c:pt idx="8">
                  <c:v>9</c:v>
                </c:pt>
                <c:pt idx="9">
                  <c:v>10</c:v>
                </c:pt>
                <c:pt idx="10">
                  <c:v>11</c:v>
                </c:pt>
                <c:pt idx="11">
                  <c:v>12</c:v>
                </c:pt>
                <c:pt idx="12">
                  <c:v>13</c:v>
                </c:pt>
              </c:strCache>
            </c:strRef>
          </c:cat>
          <c:val>
            <c:numRef>
              <c:f>Sheet1!$B$2:$B$14</c:f>
              <c:numCache>
                <c:formatCode>0.0</c:formatCode>
                <c:ptCount val="13"/>
                <c:pt idx="0">
                  <c:v>-2.69</c:v>
                </c:pt>
                <c:pt idx="1">
                  <c:v>7.75</c:v>
                </c:pt>
                <c:pt idx="2">
                  <c:v>-1.5</c:v>
                </c:pt>
                <c:pt idx="3">
                  <c:v>6.05</c:v>
                </c:pt>
                <c:pt idx="4">
                  <c:v>-2.94</c:v>
                </c:pt>
                <c:pt idx="5">
                  <c:v>-2.6</c:v>
                </c:pt>
                <c:pt idx="6">
                  <c:v>0.51</c:v>
                </c:pt>
                <c:pt idx="7">
                  <c:v>5.49</c:v>
                </c:pt>
                <c:pt idx="8">
                  <c:v>2.22</c:v>
                </c:pt>
                <c:pt idx="9">
                  <c:v>2.33</c:v>
                </c:pt>
                <c:pt idx="10">
                  <c:v>0.36</c:v>
                </c:pt>
                <c:pt idx="11">
                  <c:v>1.45</c:v>
                </c:pt>
                <c:pt idx="12">
                  <c:v>1.01</c:v>
                </c:pt>
              </c:numCache>
            </c:numRef>
          </c:val>
        </c:ser>
        <c:gapWidth val="60"/>
        <c:axId val="510000001"/>
        <c:axId val="510000002"/>
      </c:barChart>
      <c:catAx>
        <c:axId val="510000001"/>
        <c:scaling>
          <c:orientation val="minMax"/>
        </c:scaling>
        <c:delete val="0"/>
        <c:axPos val="b"/>
        <c:numFmt formatCode="General"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2"/>
        <c:crosses val="autoZero"/>
        <c:auto val="1"/>
        <c:lblAlgn val="ctr"/>
        <c:lblOffset val="100"/>
        <c:noMultiLvlLbl val="0"/>
      </c:catAx>
      <c:valAx>
        <c:axId val="51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0" sourceLinked="0"/>
        <c:majorTickMark val="none"/>
        <c:minorTickMark val="none"/>
        <c:tickLblPos val="nextTo"/>
        <c:spPr>
          <a:noFill/>
          <a:ln>
            <a:noFill/>
          </a:ln>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1"/>
        <c:crosses val="autoZero"/>
        <c:crossBetween val="between"/>
      </c:valAx>
    </c:plotArea>
    <c:plotVisOnly val="1"/>
    <c:dispBlanksAs val="gap"/>
  </c:chart>
  <c:spPr>
    <a:noFill/>
    <a:ln>
      <a:noFill/>
    </a:ln>
  </c:spPr>
  <c:txPr>
    <a:bodyPr/>
    <a:lstStyle/>
    <a:p>
      <a:pPr>
        <a:defRPr sz="900">
          <a:latin typeface="Roboto Light"/>
          <a:ea typeface="Roboto Light"/>
          <a:cs typeface="Roboto Light"/>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barChart>
        <c:barDir val="col"/>
        <c:grouping val="clustered"/>
        <c:varyColors val="0"/>
        <c:ser>
          <c:idx val="0"/>
          <c:order val="0"/>
          <c:spPr>
            <a:solidFill>
              <a:srgbClr val="1F2F44"/>
            </a:solidFill>
            <a:ln>
              <a:noFill/>
            </a:ln>
          </c:spPr>
          <c:invertIfNegative val="0"/>
          <c:dPt>
            <c:idx val="0"/>
            <c:invertIfNegative val="0"/>
            <c:bubble3D val="0"/>
            <c:spPr>
              <a:solidFill>
                <a:srgbClr val="1F2F44"/>
              </a:solidFill>
              <a:ln>
                <a:noFill/>
              </a:ln>
            </c:spPr>
          </c:dPt>
          <c:dPt>
            <c:idx val="1"/>
            <c:invertIfNegative val="0"/>
            <c:bubble3D val="0"/>
            <c:spPr>
              <a:solidFill>
                <a:srgbClr val="7E7E7E"/>
              </a:solidFill>
              <a:ln>
                <a:noFill/>
              </a:ln>
            </c:spPr>
          </c:dPt>
          <c:dPt>
            <c:idx val="2"/>
            <c:invertIfNegative val="0"/>
            <c:bubble3D val="0"/>
            <c:spPr>
              <a:solidFill>
                <a:srgbClr val="1F2F44"/>
              </a:solidFill>
              <a:ln>
                <a:noFill/>
              </a:ln>
            </c:spPr>
          </c:dPt>
          <c:dPt>
            <c:idx val="3"/>
            <c:invertIfNegative val="0"/>
            <c:bubble3D val="0"/>
            <c:spPr>
              <a:solidFill>
                <a:srgbClr val="1F2F44"/>
              </a:solidFill>
              <a:ln>
                <a:noFill/>
              </a:ln>
            </c:spPr>
          </c:dPt>
          <c:dLbls>
            <c:spPr>
              <a:noFill/>
              <a:ln>
                <a:noFill/>
              </a:ln>
            </c:spPr>
            <c:txPr>
              <a:bodyPr/>
              <a:lstStyle/>
              <a:p>
                <a:pPr>
                  <a:defRPr sz="700" b="1">
                    <a:solidFill>
                      <a:srgbClr val="1F2F44"/>
                    </a:solidFill>
                    <a:latin typeface="Roboto Light"/>
                  </a:defRPr>
                </a:pPr>
                <a:endParaRPr lang="en-US"/>
              </a:p>
            </c:txPr>
            <c:dLblPos val="outEnd"/>
            <c:showLegendKey val="0"/>
            <c:showVal val="1"/>
            <c:showCatName val="0"/>
            <c:showSerName val="0"/>
            <c:showPercent val="0"/>
            <c:showBubbleSize val="0"/>
          </c:dLbls>
          <c:cat>
            <c:strRef>
              <c:f>Sheet1!$A$2:$A$5</c:f>
              <c:strCache>
                <c:ptCount val="4"/>
                <c:pt idx="0">
                  <c:v>Long (P90)</c:v>
                </c:pt>
                <c:pt idx="1">
                  <c:v>Short (P10)</c:v>
                </c:pt>
                <c:pt idx="2">
                  <c:v>Spread</c:v>
                </c:pt>
                <c:pt idx="3">
                  <c:v>Overlay</c:v>
                </c:pt>
              </c:strCache>
            </c:strRef>
          </c:cat>
          <c:val>
            <c:numRef>
              <c:f>Sheet1!$B$2:$B$5</c:f>
              <c:numCache>
                <c:formatCode>0.00</c:formatCode>
                <c:ptCount val="4"/>
                <c:pt idx="0">
                  <c:v>1.12</c:v>
                </c:pt>
                <c:pt idx="1">
                  <c:v>-1.48</c:v>
                </c:pt>
                <c:pt idx="2">
                  <c:v>2.71</c:v>
                </c:pt>
                <c:pt idx="3">
                  <c:v>1.34</c:v>
                </c:pt>
              </c:numCache>
            </c:numRef>
          </c:val>
        </c:ser>
        <c:gapWidth val="60"/>
        <c:axId val="510000001"/>
        <c:axId val="510000002"/>
      </c:barChart>
      <c:catAx>
        <c:axId val="510000001"/>
        <c:scaling>
          <c:orientation val="minMax"/>
        </c:scaling>
        <c:delete val="0"/>
        <c:axPos val="b"/>
        <c:numFmt formatCode="General"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2"/>
        <c:crosses val="autoZero"/>
        <c:auto val="1"/>
        <c:lblAlgn val="ctr"/>
        <c:lblOffset val="100"/>
        <c:noMultiLvlLbl val="0"/>
      </c:catAx>
      <c:valAx>
        <c:axId val="51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00" sourceLinked="0"/>
        <c:majorTickMark val="none"/>
        <c:minorTickMark val="none"/>
        <c:tickLblPos val="nextTo"/>
        <c:spPr>
          <a:noFill/>
          <a:ln>
            <a:noFill/>
          </a:ln>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1"/>
        <c:crosses val="autoZero"/>
        <c:crossBetween val="between"/>
      </c:valAx>
    </c:plotArea>
    <c:plotVisOnly val="1"/>
    <c:dispBlanksAs val="gap"/>
  </c:chart>
  <c:spPr>
    <a:noFill/>
    <a:ln>
      <a:noFill/>
    </a:ln>
  </c:spPr>
  <c:txPr>
    <a:bodyPr/>
    <a:lstStyle/>
    <a:p>
      <a:pPr>
        <a:defRPr sz="900">
          <a:latin typeface="Roboto Light"/>
          <a:ea typeface="Roboto Light"/>
          <a:cs typeface="Roboto Light"/>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barChart>
        <c:barDir val="col"/>
        <c:grouping val="clustered"/>
        <c:varyColors val="0"/>
        <c:ser>
          <c:idx val="0"/>
          <c:order val="0"/>
          <c:tx>
            <c:strRef>
              <c:f>Sheet1!$B$1</c:f>
              <c:strCache>
                <c:ptCount val="1"/>
                <c:pt idx="0">
                  <c:v>With quality</c:v>
                </c:pt>
              </c:strCache>
            </c:strRef>
          </c:tx>
          <c:spPr>
            <a:solidFill>
              <a:srgbClr val="1F2F44"/>
            </a:solidFill>
            <a:ln>
              <a:noFill/>
            </a:ln>
          </c:spPr>
          <c:invertIfNegative val="0"/>
          <c:dLbls>
            <c:showLegendKey val="0"/>
            <c:showVal val="0"/>
            <c:showCatName val="0"/>
            <c:showSerName val="0"/>
            <c:showPercent val="0"/>
            <c:showBubbleSize val="0"/>
          </c:dLbls>
          <c:cat>
            <c:strRef>
              <c:f>Sheet1!$A$2:$A$4</c:f>
              <c:strCache>
                <c:ptCount val="3"/>
                <c:pt idx="0">
                  <c:v>Hit rate</c:v>
                </c:pt>
                <c:pt idx="1">
                  <c:v>Active excess</c:v>
                </c:pt>
                <c:pt idx="2">
                  <c:v>Max drawdown</c:v>
                </c:pt>
              </c:strCache>
            </c:strRef>
          </c:cat>
          <c:val>
            <c:numRef>
              <c:f>Sheet1!$B$2:$B$4</c:f>
              <c:numCache>
                <c:formatCode>0.0</c:formatCode>
                <c:ptCount val="3"/>
                <c:pt idx="0">
                  <c:v>69.2</c:v>
                </c:pt>
                <c:pt idx="1">
                  <c:v>16.6</c:v>
                </c:pt>
                <c:pt idx="2">
                  <c:v>-8.1</c:v>
                </c:pt>
              </c:numCache>
            </c:numRef>
          </c:val>
        </c:ser>
        <c:ser>
          <c:idx val="1"/>
          <c:order val="1"/>
          <c:tx>
            <c:strRef>
              <c:f>Sheet1!$C$1</c:f>
              <c:strCache>
                <c:ptCount val="1"/>
                <c:pt idx="0">
                  <c:v>Without quality</c:v>
                </c:pt>
              </c:strCache>
            </c:strRef>
          </c:tx>
          <c:spPr>
            <a:solidFill>
              <a:srgbClr val="7E7E7E"/>
            </a:solidFill>
            <a:ln>
              <a:noFill/>
            </a:ln>
          </c:spPr>
          <c:invertIfNegative val="0"/>
          <c:dLbls>
            <c:showLegendKey val="0"/>
            <c:showVal val="0"/>
            <c:showCatName val="0"/>
            <c:showSerName val="0"/>
            <c:showPercent val="0"/>
            <c:showBubbleSize val="0"/>
          </c:dLbls>
          <c:cat>
            <c:strRef>
              <c:f>Sheet1!$A$2:$A$4</c:f>
              <c:strCache>
                <c:ptCount val="3"/>
                <c:pt idx="0">
                  <c:v>Hit rate</c:v>
                </c:pt>
                <c:pt idx="1">
                  <c:v>Active excess</c:v>
                </c:pt>
                <c:pt idx="2">
                  <c:v>Max drawdown</c:v>
                </c:pt>
              </c:strCache>
            </c:strRef>
          </c:cat>
          <c:val>
            <c:numRef>
              <c:f>Sheet1!$C$2:$C$4</c:f>
              <c:numCache>
                <c:formatCode>0.0</c:formatCode>
                <c:ptCount val="3"/>
                <c:pt idx="0">
                  <c:v>61.5</c:v>
                </c:pt>
                <c:pt idx="1">
                  <c:v>13.5</c:v>
                </c:pt>
                <c:pt idx="2">
                  <c:v>-10.8</c:v>
                </c:pt>
              </c:numCache>
            </c:numRef>
          </c:val>
        </c:ser>
        <c:gapWidth val="80"/>
        <c:overlap val="-10"/>
        <c:axId val="520000001"/>
        <c:axId val="520000002"/>
      </c:barChart>
      <c:catAx>
        <c:axId val="520000001"/>
        <c:scaling>
          <c:orientation val="minMax"/>
        </c:scaling>
        <c:delete val="0"/>
        <c:axPos val="b"/>
        <c:numFmt formatCode="General"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20000002"/>
        <c:crosses val="autoZero"/>
        <c:auto val="1"/>
        <c:lblAlgn val="ctr"/>
        <c:lblOffset val="100"/>
        <c:noMultiLvlLbl val="0"/>
      </c:catAx>
      <c:valAx>
        <c:axId val="52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0" sourceLinked="0"/>
        <c:majorTickMark val="none"/>
        <c:minorTickMark val="none"/>
        <c:tickLblPos val="nextTo"/>
        <c:spPr>
          <a:noFill/>
          <a:ln>
            <a:noFill/>
          </a:ln>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20000001"/>
        <c:crosses val="autoZero"/>
        <c:crossBetween val="between"/>
      </c:valAx>
    </c:plotArea>
    <c:legend>
      <c:legendPos val="b"/>
      <c:overlay val="0"/>
      <c:txPr>
        <a:bodyPr/>
        <a:lstStyle/>
        <a:p>
          <a:pPr>
            <a:defRPr sz="800">
              <a:latin typeface="Roboto Light"/>
            </a:defRPr>
          </a:pPr>
          <a:endParaRPr lang="en-US"/>
        </a:p>
      </c:txPr>
    </c:legend>
    <c:plotVisOnly val="1"/>
    <c:dispBlanksAs val="gap"/>
  </c:chart>
  <c:spPr>
    <a:noFill/>
    <a:ln>
      <a:noFill/>
    </a:ln>
  </c:spPr>
  <c:txPr>
    <a:bodyPr/>
    <a:lstStyle/>
    <a:p>
      <a:pPr>
        <a:defRPr sz="900">
          <a:latin typeface="Roboto Light"/>
          <a:ea typeface="Roboto Light"/>
          <a:cs typeface="Roboto Light"/>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barChart>
        <c:barDir val="col"/>
        <c:grouping val="clustered"/>
        <c:varyColors val="0"/>
        <c:ser>
          <c:idx val="0"/>
          <c:order val="0"/>
          <c:spPr>
            <a:solidFill>
              <a:srgbClr val="1F2F44"/>
            </a:solidFill>
            <a:ln>
              <a:noFill/>
            </a:ln>
          </c:spPr>
          <c:invertIfNegative val="0"/>
          <c:dPt>
            <c:idx val="0"/>
            <c:invertIfNegative val="0"/>
            <c:bubble3D val="0"/>
            <c:spPr>
              <a:solidFill>
                <a:srgbClr val="1F2F44"/>
              </a:solidFill>
              <a:ln>
                <a:noFill/>
              </a:ln>
            </c:spPr>
          </c:dPt>
          <c:dPt>
            <c:idx val="1"/>
            <c:invertIfNegative val="0"/>
            <c:bubble3D val="0"/>
            <c:spPr>
              <a:solidFill>
                <a:srgbClr val="7E7E7E"/>
              </a:solidFill>
              <a:ln>
                <a:noFill/>
              </a:ln>
            </c:spPr>
          </c:dPt>
          <c:dPt>
            <c:idx val="2"/>
            <c:invertIfNegative val="0"/>
            <c:bubble3D val="0"/>
            <c:spPr>
              <a:solidFill>
                <a:srgbClr val="F9C113"/>
              </a:solidFill>
              <a:ln>
                <a:noFill/>
              </a:ln>
            </c:spPr>
          </c:dPt>
          <c:dPt>
            <c:idx val="3"/>
            <c:invertIfNegative val="0"/>
            <c:bubble3D val="0"/>
            <c:spPr>
              <a:solidFill>
                <a:srgbClr val="1F2F44"/>
              </a:solidFill>
              <a:ln>
                <a:noFill/>
              </a:ln>
            </c:spPr>
          </c:dPt>
          <c:dPt>
            <c:idx val="4"/>
            <c:invertIfNegative val="0"/>
            <c:bubble3D val="0"/>
            <c:spPr>
              <a:solidFill>
                <a:srgbClr val="1F2F44"/>
              </a:solidFill>
              <a:ln>
                <a:noFill/>
              </a:ln>
            </c:spPr>
          </c:dPt>
          <c:dPt>
            <c:idx val="5"/>
            <c:invertIfNegative val="0"/>
            <c:bubble3D val="0"/>
            <c:spPr>
              <a:solidFill>
                <a:srgbClr val="7E7E7E"/>
              </a:solidFill>
              <a:ln>
                <a:noFill/>
              </a:ln>
            </c:spPr>
          </c:dPt>
          <c:dPt>
            <c:idx val="6"/>
            <c:invertIfNegative val="0"/>
            <c:bubble3D val="0"/>
            <c:spPr>
              <a:solidFill>
                <a:srgbClr val="7E7E7E"/>
              </a:solidFill>
              <a:ln>
                <a:noFill/>
              </a:ln>
            </c:spPr>
          </c:dPt>
          <c:dLbls>
            <c:showLegendKey val="0"/>
            <c:showVal val="0"/>
            <c:showCatName val="0"/>
            <c:showSerName val="0"/>
            <c:showPercent val="0"/>
            <c:showBubbleSize val="0"/>
          </c:dLbls>
          <c:cat>
            <c:strRef>
              <c:f>Sheet1!$A$2:$A$8</c:f>
              <c:strCache>
                <c:ptCount val="7"/>
                <c:pt idx="0">
                  <c:v>+1.00</c:v>
                </c:pt>
                <c:pt idx="1">
                  <c:v>+1.25</c:v>
                </c:pt>
                <c:pt idx="2">
                  <c:v>+1.50</c:v>
                </c:pt>
                <c:pt idx="3">
                  <c:v>+1.75</c:v>
                </c:pt>
                <c:pt idx="4">
                  <c:v>+2.00</c:v>
                </c:pt>
                <c:pt idx="5">
                  <c:v>+2.25</c:v>
                </c:pt>
                <c:pt idx="6">
                  <c:v>+2.50</c:v>
                </c:pt>
              </c:strCache>
            </c:strRef>
          </c:cat>
          <c:val>
            <c:numRef>
              <c:f>Sheet1!$B$2:$B$8</c:f>
              <c:numCache>
                <c:formatCode>0.0</c:formatCode>
                <c:ptCount val="7"/>
                <c:pt idx="0">
                  <c:v>6.6</c:v>
                </c:pt>
                <c:pt idx="1">
                  <c:v>-2.1</c:v>
                </c:pt>
                <c:pt idx="2">
                  <c:v>16.6</c:v>
                </c:pt>
                <c:pt idx="3">
                  <c:v>6.1</c:v>
                </c:pt>
                <c:pt idx="4">
                  <c:v>8.9</c:v>
                </c:pt>
                <c:pt idx="5">
                  <c:v>-7.5</c:v>
                </c:pt>
                <c:pt idx="6">
                  <c:v>-20.3</c:v>
                </c:pt>
              </c:numCache>
            </c:numRef>
          </c:val>
        </c:ser>
        <c:gapWidth val="60"/>
        <c:axId val="510000001"/>
        <c:axId val="510000002"/>
      </c:barChart>
      <c:catAx>
        <c:axId val="510000001"/>
        <c:scaling>
          <c:orientation val="minMax"/>
        </c:scaling>
        <c:delete val="0"/>
        <c:axPos val="b"/>
        <c:numFmt formatCode="General"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2"/>
        <c:crosses val="autoZero"/>
        <c:auto val="1"/>
        <c:lblAlgn val="ctr"/>
        <c:lblOffset val="100"/>
        <c:noMultiLvlLbl val="0"/>
      </c:catAx>
      <c:valAx>
        <c:axId val="51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0" sourceLinked="0"/>
        <c:majorTickMark val="none"/>
        <c:minorTickMark val="none"/>
        <c:tickLblPos val="nextTo"/>
        <c:spPr>
          <a:noFill/>
          <a:ln>
            <a:noFill/>
          </a:ln>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1"/>
        <c:crosses val="autoZero"/>
        <c:crossBetween val="between"/>
      </c:valAx>
    </c:plotArea>
    <c:plotVisOnly val="1"/>
    <c:dispBlanksAs val="gap"/>
  </c:chart>
  <c:spPr>
    <a:noFill/>
    <a:ln>
      <a:noFill/>
    </a:ln>
  </c:spPr>
  <c:txPr>
    <a:bodyPr/>
    <a:lstStyle/>
    <a:p>
      <a:pPr>
        <a:defRPr sz="900">
          <a:latin typeface="Roboto Light"/>
          <a:ea typeface="Roboto Light"/>
          <a:cs typeface="Roboto Light"/>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barChart>
        <c:barDir val="col"/>
        <c:grouping val="clustered"/>
        <c:varyColors val="0"/>
        <c:ser>
          <c:idx val="0"/>
          <c:order val="0"/>
          <c:spPr>
            <a:solidFill>
              <a:srgbClr val="1F2F44"/>
            </a:solidFill>
            <a:ln>
              <a:noFill/>
            </a:ln>
          </c:spPr>
          <c:invertIfNegative val="0"/>
          <c:dPt>
            <c:idx val="0"/>
            <c:invertIfNegative val="0"/>
            <c:bubble3D val="0"/>
            <c:spPr>
              <a:solidFill>
                <a:srgbClr val="1F2F44"/>
              </a:solidFill>
              <a:ln>
                <a:noFill/>
              </a:ln>
            </c:spPr>
          </c:dPt>
          <c:dPt>
            <c:idx val="1"/>
            <c:invertIfNegative val="0"/>
            <c:bubble3D val="0"/>
            <c:spPr>
              <a:solidFill>
                <a:srgbClr val="1F2F44"/>
              </a:solidFill>
              <a:ln>
                <a:noFill/>
              </a:ln>
            </c:spPr>
          </c:dPt>
          <c:dPt>
            <c:idx val="2"/>
            <c:invertIfNegative val="0"/>
            <c:bubble3D val="0"/>
            <c:spPr>
              <a:solidFill>
                <a:srgbClr val="1F2F44"/>
              </a:solidFill>
              <a:ln>
                <a:noFill/>
              </a:ln>
            </c:spPr>
          </c:dPt>
          <c:dPt>
            <c:idx val="3"/>
            <c:invertIfNegative val="0"/>
            <c:bubble3D val="0"/>
            <c:spPr>
              <a:solidFill>
                <a:srgbClr val="F9C113"/>
              </a:solidFill>
              <a:ln>
                <a:noFill/>
              </a:ln>
            </c:spPr>
          </c:dPt>
          <c:dPt>
            <c:idx val="4"/>
            <c:invertIfNegative val="0"/>
            <c:bubble3D val="0"/>
            <c:spPr>
              <a:solidFill>
                <a:srgbClr val="1F2F44"/>
              </a:solidFill>
              <a:ln>
                <a:noFill/>
              </a:ln>
            </c:spPr>
          </c:dPt>
          <c:dPt>
            <c:idx val="5"/>
            <c:invertIfNegative val="0"/>
            <c:bubble3D val="0"/>
            <c:spPr>
              <a:solidFill>
                <a:srgbClr val="1F2F44"/>
              </a:solidFill>
              <a:ln>
                <a:noFill/>
              </a:ln>
            </c:spPr>
          </c:dPt>
          <c:dPt>
            <c:idx val="6"/>
            <c:invertIfNegative val="0"/>
            <c:bubble3D val="0"/>
            <c:spPr>
              <a:solidFill>
                <a:srgbClr val="1F2F44"/>
              </a:solidFill>
              <a:ln>
                <a:noFill/>
              </a:ln>
            </c:spPr>
          </c:dPt>
          <c:dPt>
            <c:idx val="7"/>
            <c:invertIfNegative val="0"/>
            <c:bubble3D val="0"/>
            <c:spPr>
              <a:solidFill>
                <a:srgbClr val="1F2F44"/>
              </a:solidFill>
              <a:ln>
                <a:noFill/>
              </a:ln>
            </c:spPr>
          </c:dPt>
          <c:dPt>
            <c:idx val="8"/>
            <c:invertIfNegative val="0"/>
            <c:bubble3D val="0"/>
            <c:spPr>
              <a:solidFill>
                <a:srgbClr val="1F2F44"/>
              </a:solidFill>
              <a:ln>
                <a:noFill/>
              </a:ln>
            </c:spPr>
          </c:dPt>
          <c:dPt>
            <c:idx val="9"/>
            <c:invertIfNegative val="0"/>
            <c:bubble3D val="0"/>
            <c:spPr>
              <a:solidFill>
                <a:srgbClr val="7E7E7E"/>
              </a:solidFill>
              <a:ln>
                <a:noFill/>
              </a:ln>
            </c:spPr>
          </c:dPt>
          <c:dPt>
            <c:idx val="10"/>
            <c:invertIfNegative val="0"/>
            <c:bubble3D val="0"/>
            <c:spPr>
              <a:solidFill>
                <a:srgbClr val="7E7E7E"/>
              </a:solidFill>
              <a:ln>
                <a:noFill/>
              </a:ln>
            </c:spPr>
          </c:dPt>
          <c:dLbls>
            <c:showLegendKey val="0"/>
            <c:showVal val="0"/>
            <c:showCatName val="0"/>
            <c:showSerName val="0"/>
            <c:showPercent val="0"/>
            <c:showBubbleSize val="0"/>
          </c:dLbls>
          <c:cat>
            <c:strRef>
              <c:f>Sheet1!$A$2:$A$12</c:f>
              <c:strCache>
                <c:ptCount val="11"/>
                <c:pt idx="0">
                  <c:v>5</c:v>
                </c:pt>
                <c:pt idx="1">
                  <c:v>10</c:v>
                </c:pt>
                <c:pt idx="2">
                  <c:v>15</c:v>
                </c:pt>
                <c:pt idx="3">
                  <c:v>21</c:v>
                </c:pt>
                <c:pt idx="4">
                  <c:v>30</c:v>
                </c:pt>
                <c:pt idx="5">
                  <c:v>42</c:v>
                </c:pt>
                <c:pt idx="6">
                  <c:v>63</c:v>
                </c:pt>
                <c:pt idx="7">
                  <c:v>84</c:v>
                </c:pt>
                <c:pt idx="8">
                  <c:v>126</c:v>
                </c:pt>
                <c:pt idx="9">
                  <c:v>189</c:v>
                </c:pt>
                <c:pt idx="10">
                  <c:v>252</c:v>
                </c:pt>
              </c:strCache>
            </c:strRef>
          </c:cat>
          <c:val>
            <c:numRef>
              <c:f>Sheet1!$B$2:$B$12</c:f>
              <c:numCache>
                <c:formatCode>0.0</c:formatCode>
                <c:ptCount val="11"/>
                <c:pt idx="0">
                  <c:v>2.8</c:v>
                </c:pt>
                <c:pt idx="1">
                  <c:v>13.8</c:v>
                </c:pt>
                <c:pt idx="2">
                  <c:v>16.3</c:v>
                </c:pt>
                <c:pt idx="3">
                  <c:v>16.6</c:v>
                </c:pt>
                <c:pt idx="4">
                  <c:v>11.2</c:v>
                </c:pt>
                <c:pt idx="5">
                  <c:v>11.6</c:v>
                </c:pt>
                <c:pt idx="6">
                  <c:v>6.2</c:v>
                </c:pt>
                <c:pt idx="7">
                  <c:v>6.5</c:v>
                </c:pt>
                <c:pt idx="8">
                  <c:v>7.5</c:v>
                </c:pt>
                <c:pt idx="9">
                  <c:v>-0.4</c:v>
                </c:pt>
                <c:pt idx="10">
                  <c:v>-3.8</c:v>
                </c:pt>
              </c:numCache>
            </c:numRef>
          </c:val>
        </c:ser>
        <c:gapWidth val="60"/>
        <c:axId val="510000001"/>
        <c:axId val="510000002"/>
      </c:barChart>
      <c:catAx>
        <c:axId val="510000001"/>
        <c:scaling>
          <c:orientation val="minMax"/>
        </c:scaling>
        <c:delete val="0"/>
        <c:axPos val="b"/>
        <c:numFmt formatCode="General"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2"/>
        <c:crosses val="autoZero"/>
        <c:auto val="1"/>
        <c:lblAlgn val="ctr"/>
        <c:lblOffset val="100"/>
        <c:noMultiLvlLbl val="0"/>
      </c:catAx>
      <c:valAx>
        <c:axId val="51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0" sourceLinked="0"/>
        <c:majorTickMark val="none"/>
        <c:minorTickMark val="none"/>
        <c:tickLblPos val="nextTo"/>
        <c:spPr>
          <a:noFill/>
          <a:ln>
            <a:noFill/>
          </a:ln>
        </c:spPr>
        <c:txPr>
          <a:bodyPr rot="-60000000" spcFirstLastPara="1" vertOverflow="ellipsis" vert="horz" wrap="square" anchor="ctr" anchorCtr="1"/>
          <a:lstStyle/>
          <a:p>
            <a:pPr>
              <a:defRPr sz="800" b="0" i="0" u="none" strike="noStrike" kern="1200" baseline="0">
                <a:solidFill>
                  <a:schemeClr val="tx1"/>
                </a:solidFill>
                <a:latin typeface="Roboto Light"/>
                <a:ea typeface="Roboto Light"/>
                <a:cs typeface="Roboto Light"/>
              </a:defRPr>
            </a:pPr>
            <a:endParaRPr lang="en-US"/>
          </a:p>
        </c:txPr>
        <c:crossAx val="510000001"/>
        <c:crosses val="autoZero"/>
        <c:crossBetween val="between"/>
      </c:valAx>
    </c:plotArea>
    <c:plotVisOnly val="1"/>
    <c:dispBlanksAs val="gap"/>
  </c:chart>
  <c:spPr>
    <a:noFill/>
    <a:ln>
      <a:noFill/>
    </a:ln>
  </c:spPr>
  <c:txPr>
    <a:bodyPr/>
    <a:lstStyle/>
    <a:p>
      <a:pPr>
        <a:defRPr sz="900">
          <a:latin typeface="Roboto Light"/>
          <a:ea typeface="Roboto Light"/>
          <a:cs typeface="Roboto Light"/>
        </a:defRPr>
      </a:pPr>
      <a:endParaRPr lang="en-US"/>
    </a:p>
  </c:tx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04919-855E-41AB-8A84-30C374ADE181}" type="datetimeFigureOut">
              <a:rPr lang="en-US" smtClean="0"/>
              <a:t>8/21/2026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84EC9-51C0-4BB7-A48B-D32011637DBD}" type="slidenum">
              <a:rPr lang="en-US" smtClean="0"/>
              <a:t>‹#›</a:t>
            </a:fld>
            <a:endParaRPr lang="en-US"/>
          </a:p>
        </p:txBody>
      </p:sp>
    </p:spTree>
    <p:extLst>
      <p:ext uri="{BB962C8B-B14F-4D97-AF65-F5344CB8AC3E}">
        <p14:creationId xmlns:p14="http://schemas.microsoft.com/office/powerpoint/2010/main" val="584803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984EC9-51C0-4BB7-A48B-D32011637DB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76251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6.svg"/><Relationship Id="rId5" Type="http://schemas.microsoft.com/office/2007/relationships/hdphoto" Target="../media/hdphoto2.wdp"/><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svg"/><Relationship Id="rId5" Type="http://schemas.microsoft.com/office/2007/relationships/hdphoto" Target="../media/hdphoto2.wdp"/><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6.svg"/><Relationship Id="rId5" Type="http://schemas.microsoft.com/office/2007/relationships/hdphoto" Target="../media/hdphoto2.wdp"/><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svg"/><Relationship Id="rId5" Type="http://schemas.microsoft.com/office/2007/relationships/hdphoto" Target="../media/hdphoto2.wdp"/><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6.svg"/><Relationship Id="rId5" Type="http://schemas.microsoft.com/office/2007/relationships/hdphoto" Target="../media/hdphoto2.wdp"/><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6.svg"/><Relationship Id="rId5" Type="http://schemas.microsoft.com/office/2007/relationships/hdphoto" Target="../media/hdphoto2.wdp"/><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6.svg"/><Relationship Id="rId5" Type="http://schemas.microsoft.com/office/2007/relationships/hdphoto" Target="../media/hdphoto2.wdp"/><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6.svg"/><Relationship Id="rId5" Type="http://schemas.microsoft.com/office/2007/relationships/hdphoto" Target="../media/hdphoto2.wdp"/><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6.svg"/><Relationship Id="rId5" Type="http://schemas.microsoft.com/office/2007/relationships/hdphoto" Target="../media/hdphoto3.wdp"/><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4.xml"/><Relationship Id="rId6" Type="http://schemas.microsoft.com/office/2007/relationships/hdphoto" Target="../media/hdphoto4.wdp"/><Relationship Id="rId5" Type="http://schemas.openxmlformats.org/officeDocument/2006/relationships/image" Target="../media/image8.png"/><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20.xml"/><Relationship Id="rId6" Type="http://schemas.microsoft.com/office/2007/relationships/hdphoto" Target="../media/hdphoto4.wdp"/><Relationship Id="rId5" Type="http://schemas.openxmlformats.org/officeDocument/2006/relationships/image" Target="../media/image8.png"/><Relationship Id="rId4"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jpeg"/><Relationship Id="rId7" Type="http://schemas.microsoft.com/office/2007/relationships/hdphoto" Target="../media/hdphoto1.wdp"/><Relationship Id="rId2" Type="http://schemas.openxmlformats.org/officeDocument/2006/relationships/slideMaster" Target="../slideMasters/slideMaster2.xml"/><Relationship Id="rId1" Type="http://schemas.openxmlformats.org/officeDocument/2006/relationships/tags" Target="../tags/tag2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8" Type="http://schemas.openxmlformats.org/officeDocument/2006/relationships/hyperlink" Target="https://www.extelinsights.com/" TargetMode="External"/><Relationship Id="rId3" Type="http://schemas.openxmlformats.org/officeDocument/2006/relationships/image" Target="../media/image10.png"/><Relationship Id="rId7" Type="http://schemas.openxmlformats.org/officeDocument/2006/relationships/image" Target="../media/image6.svg"/><Relationship Id="rId2" Type="http://schemas.openxmlformats.org/officeDocument/2006/relationships/slideMaster" Target="../slideMasters/slideMaster2.xml"/><Relationship Id="rId1" Type="http://schemas.openxmlformats.org/officeDocument/2006/relationships/tags" Target="../tags/tag22.xml"/><Relationship Id="rId6" Type="http://schemas.microsoft.com/office/2007/relationships/hdphoto" Target="../media/hdphoto2.wdp"/><Relationship Id="rId5" Type="http://schemas.openxmlformats.org/officeDocument/2006/relationships/image" Target="../media/image5.png"/><Relationship Id="rId4"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2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2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2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26.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8.xml"/><Relationship Id="rId6" Type="http://schemas.openxmlformats.org/officeDocument/2006/relationships/image" Target="../media/image6.svg"/><Relationship Id="rId5" Type="http://schemas.microsoft.com/office/2007/relationships/hdphoto" Target="../media/hdphoto3.wdp"/><Relationship Id="rId4"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0.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32.xml"/><Relationship Id="rId6" Type="http://schemas.microsoft.com/office/2007/relationships/hdphoto" Target="../media/hdphoto4.wdp"/><Relationship Id="rId5" Type="http://schemas.openxmlformats.org/officeDocument/2006/relationships/image" Target="../media/image8.png"/><Relationship Id="rId4" Type="http://schemas.openxmlformats.org/officeDocument/2006/relationships/image" Target="../media/image3.svg"/></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3.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4.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5.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6.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7.xml"/></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slideMaster" Target="../slideMasters/slideMaster2.xml"/><Relationship Id="rId1" Type="http://schemas.openxmlformats.org/officeDocument/2006/relationships/tags" Target="../tags/tag38.xml"/><Relationship Id="rId6" Type="http://schemas.openxmlformats.org/officeDocument/2006/relationships/image" Target="../media/image13.emf"/><Relationship Id="rId5" Type="http://schemas.microsoft.com/office/2007/relationships/hdphoto" Target="../media/hdphoto5.wdp"/><Relationship Id="rId4" Type="http://schemas.openxmlformats.org/officeDocument/2006/relationships/image" Target="../media/image12.png"/><Relationship Id="rId9" Type="http://schemas.openxmlformats.org/officeDocument/2006/relationships/image" Target="../media/image1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slideMaster" Target="../slideMasters/slideMaster2.xml"/><Relationship Id="rId1" Type="http://schemas.openxmlformats.org/officeDocument/2006/relationships/tags" Target="../tags/tag39.xml"/><Relationship Id="rId4" Type="http://schemas.openxmlformats.org/officeDocument/2006/relationships/image" Target="../media/image18.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40.xml"/><Relationship Id="rId6" Type="http://schemas.openxmlformats.org/officeDocument/2006/relationships/image" Target="../media/image6.svg"/><Relationship Id="rId5" Type="http://schemas.microsoft.com/office/2007/relationships/hdphoto" Target="../media/hdphoto2.wdp"/><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Agro, alimentos e bebidas">
    <p:bg>
      <p:bgPr>
        <a:solidFill>
          <a:schemeClr val="accent6"/>
        </a:solidFill>
        <a:effectLst/>
      </p:bgPr>
    </p:bg>
    <p:spTree>
      <p:nvGrpSpPr>
        <p:cNvPr id="1" name=""/>
        <p:cNvGrpSpPr/>
        <p:nvPr/>
      </p:nvGrpSpPr>
      <p:grpSpPr>
        <a:xfrm>
          <a:off x="0" y="0"/>
          <a:ext cx="0" cy="0"/>
          <a:chOff x="0" y="0"/>
          <a:chExt cx="0" cy="0"/>
        </a:xfrm>
      </p:grpSpPr>
      <p:sp>
        <p:nvSpPr>
          <p:cNvPr id="6" name="Rectangle 5" hidden="1">
            <a:extLst>
              <a:ext uri="{FF2B5EF4-FFF2-40B4-BE49-F238E27FC236}">
                <a16:creationId xmlns:a16="http://schemas.microsoft.com/office/drawing/2014/main" id="{7227264A-2A2E-B464-74B1-0F6F1C10C77E}"/>
              </a:ext>
            </a:extLst>
          </p:cNvPr>
          <p:cNvSpPr/>
          <p:nvPr userDrawn="1"/>
        </p:nvSpPr>
        <p:spPr>
          <a:xfrm>
            <a:off x="-1" y="8774019"/>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 name="Rectangle 4">
            <a:extLst>
              <a:ext uri="{FF2B5EF4-FFF2-40B4-BE49-F238E27FC236}">
                <a16:creationId xmlns:a16="http://schemas.microsoft.com/office/drawing/2014/main" id="{3E3B1163-CCC9-1979-5D10-8ECD746F5FCC}"/>
              </a:ext>
            </a:extLst>
          </p:cNvPr>
          <p:cNvSpPr/>
          <p:nvPr userDrawn="1"/>
        </p:nvSpPr>
        <p:spPr>
          <a:xfrm>
            <a:off x="0" y="-3"/>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8" name="Imagem 7" descr="Frutas e vegetais&#10;&#10;Descrição gerada automaticamente">
            <a:extLst>
              <a:ext uri="{FF2B5EF4-FFF2-40B4-BE49-F238E27FC236}">
                <a16:creationId xmlns:a16="http://schemas.microsoft.com/office/drawing/2014/main" id="{19467A36-704B-386B-9F69-26B3AAC82C6C}"/>
              </a:ext>
            </a:extLst>
          </p:cNvPr>
          <p:cNvPicPr>
            <a:picLocks noChangeAspect="1"/>
          </p:cNvPicPr>
          <p:nvPr userDrawn="1"/>
        </p:nvPicPr>
        <p:blipFill>
          <a:blip r:embed="rId3" cstate="screen">
            <a:alphaModFix amt="25000"/>
            <a:extLst>
              <a:ext uri="{28A0092B-C50C-407E-A947-70E740481C1C}">
                <a14:useLocalDpi xmlns:a14="http://schemas.microsoft.com/office/drawing/2010/main"/>
              </a:ext>
            </a:extLst>
          </a:blip>
          <a:srcRect/>
          <a:stretch>
            <a:fillRect/>
          </a:stretch>
        </p:blipFill>
        <p:spPr>
          <a:xfrm>
            <a:off x="0" y="3"/>
            <a:ext cx="6858000" cy="9905997"/>
          </a:xfrm>
          <a:custGeom>
            <a:avLst/>
            <a:gdLst>
              <a:gd name="connsiteX0" fmla="*/ 0 w 6858000"/>
              <a:gd name="connsiteY0" fmla="*/ 0 h 9905997"/>
              <a:gd name="connsiteX1" fmla="*/ 6858000 w 6858000"/>
              <a:gd name="connsiteY1" fmla="*/ 0 h 9905997"/>
              <a:gd name="connsiteX2" fmla="*/ 6858000 w 6858000"/>
              <a:gd name="connsiteY2" fmla="*/ 9905997 h 9905997"/>
              <a:gd name="connsiteX3" fmla="*/ 0 w 6858000"/>
              <a:gd name="connsiteY3" fmla="*/ 9905997 h 9905997"/>
            </a:gdLst>
            <a:ahLst/>
            <a:cxnLst>
              <a:cxn ang="0">
                <a:pos x="connsiteX0" y="connsiteY0"/>
              </a:cxn>
              <a:cxn ang="0">
                <a:pos x="connsiteX1" y="connsiteY1"/>
              </a:cxn>
              <a:cxn ang="0">
                <a:pos x="connsiteX2" y="connsiteY2"/>
              </a:cxn>
              <a:cxn ang="0">
                <a:pos x="connsiteX3" y="connsiteY3"/>
              </a:cxn>
            </a:cxnLst>
            <a:rect l="l" t="t" r="r" b="b"/>
            <a:pathLst>
              <a:path w="6858000" h="9905997">
                <a:moveTo>
                  <a:pt x="0" y="0"/>
                </a:moveTo>
                <a:lnTo>
                  <a:pt x="6858000" y="0"/>
                </a:lnTo>
                <a:lnTo>
                  <a:pt x="6858000" y="9905997"/>
                </a:lnTo>
                <a:lnTo>
                  <a:pt x="0" y="9905997"/>
                </a:lnTo>
                <a:close/>
              </a:path>
            </a:pathLst>
          </a:custGeom>
        </p:spPr>
      </p:pic>
      <p:pic>
        <p:nvPicPr>
          <p:cNvPr id="10" name="Graphic 9">
            <a:extLst>
              <a:ext uri="{FF2B5EF4-FFF2-40B4-BE49-F238E27FC236}">
                <a16:creationId xmlns:a16="http://schemas.microsoft.com/office/drawing/2014/main" id="{F49ABFC1-C342-CD17-8E24-68B202FF4DD6}"/>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9269" t="2351" r="1339" b="20035"/>
          <a:stretch/>
        </p:blipFill>
        <p:spPr>
          <a:xfrm flipV="1">
            <a:off x="-1" y="0"/>
            <a:ext cx="6858001" cy="9906000"/>
          </a:xfrm>
          <a:prstGeom prst="rect">
            <a:avLst/>
          </a:prstGeom>
        </p:spPr>
      </p:pic>
      <p:grpSp>
        <p:nvGrpSpPr>
          <p:cNvPr id="2" name="Agrupar 1">
            <a:extLst>
              <a:ext uri="{FF2B5EF4-FFF2-40B4-BE49-F238E27FC236}">
                <a16:creationId xmlns:a16="http://schemas.microsoft.com/office/drawing/2014/main" id="{12DD471D-7E3A-5696-BFDC-BC93E1279A2D}"/>
              </a:ext>
            </a:extLst>
          </p:cNvPr>
          <p:cNvGrpSpPr/>
          <p:nvPr userDrawn="1"/>
        </p:nvGrpSpPr>
        <p:grpSpPr>
          <a:xfrm>
            <a:off x="0" y="-3"/>
            <a:ext cx="6858001" cy="9906000"/>
            <a:chOff x="3836069" y="701305"/>
            <a:chExt cx="6858001" cy="9906000"/>
          </a:xfrm>
        </p:grpSpPr>
        <p:sp>
          <p:nvSpPr>
            <p:cNvPr id="3" name="Rectangle 50">
              <a:extLst>
                <a:ext uri="{FF2B5EF4-FFF2-40B4-BE49-F238E27FC236}">
                  <a16:creationId xmlns:a16="http://schemas.microsoft.com/office/drawing/2014/main" id="{62502AB0-64AA-9E82-4E61-E8AC520077F2}"/>
                </a:ext>
              </a:extLst>
            </p:cNvPr>
            <p:cNvSpPr/>
            <p:nvPr/>
          </p:nvSpPr>
          <p:spPr>
            <a:xfrm rot="10800000">
              <a:off x="3836070"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 name="Rectangle 1">
              <a:extLst>
                <a:ext uri="{FF2B5EF4-FFF2-40B4-BE49-F238E27FC236}">
                  <a16:creationId xmlns:a16="http://schemas.microsoft.com/office/drawing/2014/main" id="{65C3F032-3230-CC1F-B579-F0F95BD08170}"/>
                </a:ext>
              </a:extLst>
            </p:cNvPr>
            <p:cNvSpPr>
              <a:spLocks/>
            </p:cNvSpPr>
            <p:nvPr/>
          </p:nvSpPr>
          <p:spPr>
            <a:xfrm>
              <a:off x="3836069"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pic>
        <p:nvPicPr>
          <p:cNvPr id="13" name="Graphic 12">
            <a:extLst>
              <a:ext uri="{FF2B5EF4-FFF2-40B4-BE49-F238E27FC236}">
                <a16:creationId xmlns:a16="http://schemas.microsoft.com/office/drawing/2014/main" id="{2B3617B2-4386-53AD-39A7-6CFB852D60D5}"/>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27193" t="22453" r="47498" b="7994"/>
          <a:stretch/>
        </p:blipFill>
        <p:spPr>
          <a:xfrm>
            <a:off x="0" y="1133591"/>
            <a:ext cx="6858000" cy="8738553"/>
          </a:xfrm>
          <a:prstGeom prst="rect">
            <a:avLst/>
          </a:prstGeom>
        </p:spPr>
      </p:pic>
      <p:pic>
        <p:nvPicPr>
          <p:cNvPr id="9" name="Picture 8" descr="A blue and white dot pattern&#10;&#10;AI-generated content may be incorrect.">
            <a:extLst>
              <a:ext uri="{FF2B5EF4-FFF2-40B4-BE49-F238E27FC236}">
                <a16:creationId xmlns:a16="http://schemas.microsoft.com/office/drawing/2014/main" id="{D572D620-A33D-FA48-00AE-F1018BB7DF23}"/>
              </a:ext>
            </a:extLst>
          </p:cNvPr>
          <p:cNvPicPr>
            <a:picLocks noChangeAspect="1"/>
          </p:cNvPicPr>
          <p:nvPr userDrawn="1"/>
        </p:nvPicPr>
        <p:blipFill>
          <a:blip r:embed="rId6" cstate="screen">
            <a:alphaModFix amt="18000"/>
            <a:extLst>
              <a:ext uri="{BEBA8EAE-BF5A-486C-A8C5-ECC9F3942E4B}">
                <a14:imgProps xmlns:a14="http://schemas.microsoft.com/office/drawing/2010/main">
                  <a14:imgLayer r:embed="rId7">
                    <a14:imgEffect>
                      <a14:colorTemperature colorTemp="4700"/>
                    </a14:imgEffect>
                    <a14:imgEffect>
                      <a14:saturation sat="33000"/>
                    </a14:imgEffect>
                  </a14:imgLayer>
                </a14:imgProps>
              </a:ext>
              <a:ext uri="{28A0092B-C50C-407E-A947-70E740481C1C}">
                <a14:useLocalDpi xmlns:a14="http://schemas.microsoft.com/office/drawing/2010/main"/>
              </a:ext>
            </a:extLst>
          </a:blip>
          <a:srcRect t="-673"/>
          <a:stretch/>
        </p:blipFill>
        <p:spPr>
          <a:xfrm>
            <a:off x="0" y="1062189"/>
            <a:ext cx="6858000" cy="8809959"/>
          </a:xfrm>
          <a:prstGeom prst="rect">
            <a:avLst/>
          </a:prstGeom>
        </p:spPr>
      </p:pic>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6" name="Group 15">
            <a:extLst>
              <a:ext uri="{FF2B5EF4-FFF2-40B4-BE49-F238E27FC236}">
                <a16:creationId xmlns:a16="http://schemas.microsoft.com/office/drawing/2014/main" id="{C4DF0931-276A-C4B3-E0A7-02B6EAA3C49B}"/>
              </a:ext>
            </a:extLst>
          </p:cNvPr>
          <p:cNvGrpSpPr/>
          <p:nvPr userDrawn="1"/>
        </p:nvGrpSpPr>
        <p:grpSpPr>
          <a:xfrm>
            <a:off x="390154" y="406178"/>
            <a:ext cx="1240285" cy="341910"/>
            <a:chOff x="2700591" y="2522601"/>
            <a:chExt cx="6428993" cy="1772284"/>
          </a:xfrm>
        </p:grpSpPr>
        <p:sp>
          <p:nvSpPr>
            <p:cNvPr id="17" name="Freeform: Shape 16">
              <a:extLst>
                <a:ext uri="{FF2B5EF4-FFF2-40B4-BE49-F238E27FC236}">
                  <a16:creationId xmlns:a16="http://schemas.microsoft.com/office/drawing/2014/main" id="{70B9B340-5E1C-9327-69F1-5AE446FF225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20" name="Graphic 20">
              <a:extLst>
                <a:ext uri="{FF2B5EF4-FFF2-40B4-BE49-F238E27FC236}">
                  <a16:creationId xmlns:a16="http://schemas.microsoft.com/office/drawing/2014/main" id="{1E0C2497-164B-3E45-6090-5F805C67AB02}"/>
                </a:ext>
              </a:extLst>
            </p:cNvPr>
            <p:cNvGrpSpPr/>
            <p:nvPr/>
          </p:nvGrpSpPr>
          <p:grpSpPr>
            <a:xfrm>
              <a:off x="5034660" y="3339528"/>
              <a:ext cx="4094924" cy="747077"/>
              <a:chOff x="5034660" y="3339528"/>
              <a:chExt cx="4094924" cy="747077"/>
            </a:xfrm>
            <a:solidFill>
              <a:srgbClr val="FFFFFF"/>
            </a:solidFill>
          </p:grpSpPr>
          <p:sp>
            <p:nvSpPr>
              <p:cNvPr id="21" name="Freeform: Shape 20">
                <a:extLst>
                  <a:ext uri="{FF2B5EF4-FFF2-40B4-BE49-F238E27FC236}">
                    <a16:creationId xmlns:a16="http://schemas.microsoft.com/office/drawing/2014/main" id="{3198B4CB-7FA3-A37E-E540-E2FBA81CCDC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A8605D5-3EDB-F7D1-AC3B-DF5CEE51614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18B3AC0-A0B3-67F5-F442-48F0E029DF5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AD7D35-F105-3B1F-6CF2-EDD48ACC71B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9371C5E-12BC-7944-E1F6-FF98963DBD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67F76F1-36B6-C9E1-0D69-7196D96834A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0C5B1F5-1F12-DAC8-A282-CAB55191AC3B}"/>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4F4377A-A2E8-D20E-9FC2-72262641410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grpSp>
        <p:nvGrpSpPr>
          <p:cNvPr id="69" name="Group 68">
            <a:extLst>
              <a:ext uri="{FF2B5EF4-FFF2-40B4-BE49-F238E27FC236}">
                <a16:creationId xmlns:a16="http://schemas.microsoft.com/office/drawing/2014/main" id="{8F5893B4-B956-CA4C-4E89-2275C6A23F7F}"/>
              </a:ext>
            </a:extLst>
          </p:cNvPr>
          <p:cNvGrpSpPr/>
          <p:nvPr userDrawn="1"/>
        </p:nvGrpSpPr>
        <p:grpSpPr>
          <a:xfrm flipH="1">
            <a:off x="-113256" y="3"/>
            <a:ext cx="6971256" cy="6334517"/>
            <a:chOff x="-31505" y="3"/>
            <a:chExt cx="7944898" cy="6841768"/>
          </a:xfrm>
        </p:grpSpPr>
        <p:sp>
          <p:nvSpPr>
            <p:cNvPr id="65" name="Isosceles Triangle 64">
              <a:extLst>
                <a:ext uri="{FF2B5EF4-FFF2-40B4-BE49-F238E27FC236}">
                  <a16:creationId xmlns:a16="http://schemas.microsoft.com/office/drawing/2014/main" id="{7E756C03-7B9D-CF88-83F4-C1619FDA2C7C}"/>
                </a:ext>
              </a:extLst>
            </p:cNvPr>
            <p:cNvSpPr/>
            <p:nvPr userDrawn="1"/>
          </p:nvSpPr>
          <p:spPr>
            <a:xfrm rot="16200000">
              <a:off x="2660727" y="1589105"/>
              <a:ext cx="5619144" cy="4886188"/>
            </a:xfrm>
            <a:prstGeom prst="triangle">
              <a:avLst>
                <a:gd name="adj" fmla="val 100000"/>
              </a:avLst>
            </a:prstGeom>
            <a:gradFill>
              <a:gsLst>
                <a:gs pos="93000">
                  <a:srgbClr val="8EB3DF">
                    <a:alpha val="0"/>
                  </a:srgbClr>
                </a:gs>
                <a:gs pos="0">
                  <a:schemeClr val="accent3"/>
                </a:gs>
                <a:gs pos="70000">
                  <a:schemeClr val="accent3">
                    <a:alpha val="1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6" name="Group 65">
              <a:extLst>
                <a:ext uri="{FF2B5EF4-FFF2-40B4-BE49-F238E27FC236}">
                  <a16:creationId xmlns:a16="http://schemas.microsoft.com/office/drawing/2014/main" id="{F23A80A8-5B7B-720A-0498-48FB270B56F2}"/>
                </a:ext>
              </a:extLst>
            </p:cNvPr>
            <p:cNvGrpSpPr/>
            <p:nvPr userDrawn="1"/>
          </p:nvGrpSpPr>
          <p:grpSpPr>
            <a:xfrm flipV="1">
              <a:off x="-31505" y="3"/>
              <a:ext cx="3073148" cy="1233884"/>
              <a:chOff x="-33216277" y="3696971"/>
              <a:chExt cx="17875623" cy="1180237"/>
            </a:xfrm>
          </p:grpSpPr>
          <p:cxnSp>
            <p:nvCxnSpPr>
              <p:cNvPr id="67" name="Straight Connector 66">
                <a:extLst>
                  <a:ext uri="{FF2B5EF4-FFF2-40B4-BE49-F238E27FC236}">
                    <a16:creationId xmlns:a16="http://schemas.microsoft.com/office/drawing/2014/main" id="{F1A1FDB4-0FB7-BEEB-2B9D-D1E8FE3853CA}"/>
                  </a:ext>
                </a:extLst>
              </p:cNvPr>
              <p:cNvCxnSpPr>
                <a:cxnSpLocks/>
              </p:cNvCxnSpPr>
              <p:nvPr userDrawn="1"/>
            </p:nvCxnSpPr>
            <p:spPr>
              <a:xfrm flipV="1">
                <a:off x="-33216277" y="3710462"/>
                <a:ext cx="1787562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45C79A-47B8-8CD3-9D6C-3CA04B7EC39E}"/>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72" name="Group 71">
            <a:extLst>
              <a:ext uri="{FF2B5EF4-FFF2-40B4-BE49-F238E27FC236}">
                <a16:creationId xmlns:a16="http://schemas.microsoft.com/office/drawing/2014/main" id="{7D85C331-0D97-F14F-BCEE-E4CACC063DDB}"/>
              </a:ext>
            </a:extLst>
          </p:cNvPr>
          <p:cNvGrpSpPr/>
          <p:nvPr userDrawn="1"/>
        </p:nvGrpSpPr>
        <p:grpSpPr>
          <a:xfrm>
            <a:off x="340252" y="1670475"/>
            <a:ext cx="2267822" cy="1002192"/>
            <a:chOff x="423863" y="1657596"/>
            <a:chExt cx="2267822" cy="1002192"/>
          </a:xfrm>
        </p:grpSpPr>
        <p:sp>
          <p:nvSpPr>
            <p:cNvPr id="31" name="TextBox 30">
              <a:extLst>
                <a:ext uri="{FF2B5EF4-FFF2-40B4-BE49-F238E27FC236}">
                  <a16:creationId xmlns:a16="http://schemas.microsoft.com/office/drawing/2014/main" id="{8EC449FF-42C7-1A50-8B68-6D905C6EC17A}"/>
                </a:ext>
              </a:extLst>
            </p:cNvPr>
            <p:cNvSpPr txBox="1"/>
            <p:nvPr userDrawn="1"/>
          </p:nvSpPr>
          <p:spPr>
            <a:xfrm>
              <a:off x="423863" y="1657596"/>
              <a:ext cx="2267822" cy="615553"/>
            </a:xfrm>
            <a:prstGeom prst="rect">
              <a:avLst/>
            </a:prstGeom>
            <a:noFill/>
          </p:spPr>
          <p:txBody>
            <a:bodyPr wrap="square" lIns="0" tIns="0" rIns="0" bIns="0" rtlCol="0">
              <a:spAutoFit/>
            </a:bodyPr>
            <a:lstStyle/>
            <a:p>
              <a:pPr algn="r"/>
              <a:r>
                <a:rPr lang="pt-BR" sz="4000" b="1" i="1" dirty="0">
                  <a:solidFill>
                    <a:schemeClr val="bg1"/>
                  </a:solidFill>
                  <a:latin typeface="XP" pitchFamily="50" charset="0"/>
                  <a:ea typeface="XP" pitchFamily="50" charset="0"/>
                  <a:cs typeface="Roboto" panose="02000000000000000000" pitchFamily="2" charset="0"/>
                </a:rPr>
                <a:t>Thematic</a:t>
              </a:r>
            </a:p>
          </p:txBody>
        </p:sp>
        <p:sp>
          <p:nvSpPr>
            <p:cNvPr id="71" name="TextBox 70">
              <a:extLst>
                <a:ext uri="{FF2B5EF4-FFF2-40B4-BE49-F238E27FC236}">
                  <a16:creationId xmlns:a16="http://schemas.microsoft.com/office/drawing/2014/main" id="{F39388AA-C6A0-BACD-48D5-2675535A9633}"/>
                </a:ext>
              </a:extLst>
            </p:cNvPr>
            <p:cNvSpPr txBox="1"/>
            <p:nvPr userDrawn="1"/>
          </p:nvSpPr>
          <p:spPr>
            <a:xfrm>
              <a:off x="637566" y="2105790"/>
              <a:ext cx="2054119" cy="553998"/>
            </a:xfrm>
            <a:prstGeom prst="rect">
              <a:avLst/>
            </a:prstGeom>
            <a:noFill/>
          </p:spPr>
          <p:txBody>
            <a:bodyPr wrap="square" lIns="0" tIns="0" rIns="0" bIns="0" rtlCol="0">
              <a:spAutoFit/>
            </a:bodyPr>
            <a:lstStyle/>
            <a:p>
              <a:pPr algn="r"/>
              <a:r>
                <a:rPr lang="pt-BR" sz="3600" b="0" i="0" dirty="0">
                  <a:solidFill>
                    <a:schemeClr val="bg1"/>
                  </a:solidFill>
                  <a:latin typeface="XP Light Lighthouse" pitchFamily="50" charset="0"/>
                  <a:ea typeface="XP Light Lighthouse" pitchFamily="50" charset="0"/>
                  <a:cs typeface="Roboto" panose="02000000000000000000" pitchFamily="2" charset="0"/>
                </a:rPr>
                <a:t>Research</a:t>
              </a:r>
            </a:p>
          </p:txBody>
        </p:sp>
      </p:grpSp>
      <p:sp>
        <p:nvSpPr>
          <p:cNvPr id="75" name="Espaço Reservado para Texto 6">
            <a:extLst>
              <a:ext uri="{FF2B5EF4-FFF2-40B4-BE49-F238E27FC236}">
                <a16:creationId xmlns:a16="http://schemas.microsoft.com/office/drawing/2014/main" id="{354E5287-B1CE-DBCC-A334-7B6607B9F04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noProof="0"/>
              <a:t>Sector / Segment</a:t>
            </a:r>
          </a:p>
        </p:txBody>
      </p:sp>
      <p:sp>
        <p:nvSpPr>
          <p:cNvPr id="7" name="Date Placeholder 10">
            <a:extLst>
              <a:ext uri="{FF2B5EF4-FFF2-40B4-BE49-F238E27FC236}">
                <a16:creationId xmlns:a16="http://schemas.microsoft.com/office/drawing/2014/main" id="{624580AB-8B11-2158-FF8A-2264EA11D9E6}"/>
              </a:ext>
            </a:extLst>
          </p:cNvPr>
          <p:cNvSpPr>
            <a:spLocks noGrp="1"/>
          </p:cNvSpPr>
          <p:nvPr>
            <p:ph type="dt" sz="half" idx="2"/>
          </p:nvPr>
        </p:nvSpPr>
        <p:spPr>
          <a:xfrm>
            <a:off x="3371691" y="438763"/>
            <a:ext cx="3132139" cy="184666"/>
          </a:xfrm>
        </p:spPr>
        <p:txBody>
          <a:bodyPr/>
          <a:lstStyle>
            <a:lvl1pPr>
              <a:defRPr>
                <a:solidFill>
                  <a:srgbClr val="F9C113"/>
                </a:solidFill>
              </a:defRPr>
            </a:lvl1pPr>
          </a:lstStyle>
          <a:p>
            <a:fld id="{7C15C50E-5CAF-4D73-A24B-0338FF2E9F05}" type="datetime4">
              <a:rPr lang="en-US" smtClean="0"/>
              <a:pPr/>
              <a:t>August 21, 2026</a:t>
            </a:fld>
            <a:endParaRPr lang="en-US" dirty="0"/>
          </a:p>
        </p:txBody>
      </p:sp>
    </p:spTree>
    <p:extLst>
      <p:ext uri="{BB962C8B-B14F-4D97-AF65-F5344CB8AC3E}">
        <p14:creationId xmlns:p14="http://schemas.microsoft.com/office/powerpoint/2010/main" val="425166022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ap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688A787-9182-A426-2B75-FA6C6DDF288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A4E2FB3C-1561-CDE0-F2B0-0E2716BC040B}"/>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9" name="Graphic 8">
            <a:extLst>
              <a:ext uri="{FF2B5EF4-FFF2-40B4-BE49-F238E27FC236}">
                <a16:creationId xmlns:a16="http://schemas.microsoft.com/office/drawing/2014/main" id="{2E2DBF91-C31C-E0F0-254B-B03F97806A89}"/>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 name="Rectangle 2">
            <a:extLst>
              <a:ext uri="{FF2B5EF4-FFF2-40B4-BE49-F238E27FC236}">
                <a16:creationId xmlns:a16="http://schemas.microsoft.com/office/drawing/2014/main" id="{13223387-3725-FC20-F192-6D6716DE37D5}"/>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userDrawn="1">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userDrawn="1">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21, 2026</a:t>
            </a:fld>
            <a:endParaRPr lang="en-US" dirty="0"/>
          </a:p>
        </p:txBody>
      </p:sp>
      <p:sp>
        <p:nvSpPr>
          <p:cNvPr id="36" name="Espaço Reservado para Texto 6">
            <a:extLst>
              <a:ext uri="{FF2B5EF4-FFF2-40B4-BE49-F238E27FC236}">
                <a16:creationId xmlns:a16="http://schemas.microsoft.com/office/drawing/2014/main" id="{984F9560-6699-43C8-BEE0-490CDFCBCF21}"/>
              </a:ext>
            </a:extLst>
          </p:cNvPr>
          <p:cNvSpPr>
            <a:spLocks noGrp="1"/>
          </p:cNvSpPr>
          <p:nvPr userDrawn="1">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userDrawn="1">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 name="Espaço Reservado para Conteúdo 14">
            <a:extLst>
              <a:ext uri="{FF2B5EF4-FFF2-40B4-BE49-F238E27FC236}">
                <a16:creationId xmlns:a16="http://schemas.microsoft.com/office/drawing/2014/main" id="{3422534A-F1CB-BBFF-8CE5-5CB138892884}"/>
              </a:ext>
            </a:extLst>
          </p:cNvPr>
          <p:cNvSpPr>
            <a:spLocks noGrp="1"/>
          </p:cNvSpPr>
          <p:nvPr>
            <p:ph sz="quarter" idx="21" hasCustomPrompt="1"/>
          </p:nvPr>
        </p:nvSpPr>
        <p:spPr>
          <a:xfrm>
            <a:off x="382829"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052BA432-D493-B8B5-ADA1-4440290AC12E}"/>
              </a:ext>
            </a:extLst>
          </p:cNvPr>
          <p:cNvSpPr>
            <a:spLocks noGrp="1"/>
          </p:cNvSpPr>
          <p:nvPr>
            <p:ph sz="quarter" idx="22" hasCustomPrompt="1"/>
          </p:nvPr>
        </p:nvSpPr>
        <p:spPr>
          <a:xfrm>
            <a:off x="3536951"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78436872-10E7-F7BB-DA0B-A6FFDDD07333}"/>
              </a:ext>
            </a:extLst>
          </p:cNvPr>
          <p:cNvSpPr>
            <a:spLocks noGrp="1"/>
          </p:cNvSpPr>
          <p:nvPr>
            <p:ph sz="quarter" idx="24" hasCustomPrompt="1"/>
          </p:nvPr>
        </p:nvSpPr>
        <p:spPr>
          <a:xfrm>
            <a:off x="382829"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8" name="Espaço Reservado para Conteúdo 14">
            <a:extLst>
              <a:ext uri="{FF2B5EF4-FFF2-40B4-BE49-F238E27FC236}">
                <a16:creationId xmlns:a16="http://schemas.microsoft.com/office/drawing/2014/main" id="{19DBE73C-C2CD-83C2-C6D2-8217714624B1}"/>
              </a:ext>
            </a:extLst>
          </p:cNvPr>
          <p:cNvSpPr>
            <a:spLocks noGrp="1"/>
          </p:cNvSpPr>
          <p:nvPr>
            <p:ph sz="quarter" idx="25" hasCustomPrompt="1"/>
          </p:nvPr>
        </p:nvSpPr>
        <p:spPr>
          <a:xfrm>
            <a:off x="3536951"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10" name="Straight Connector 9">
            <a:extLst>
              <a:ext uri="{FF2B5EF4-FFF2-40B4-BE49-F238E27FC236}">
                <a16:creationId xmlns:a16="http://schemas.microsoft.com/office/drawing/2014/main" id="{15D71B80-AC72-49AC-B09D-E52C19B52064}"/>
              </a:ext>
            </a:extLst>
          </p:cNvPr>
          <p:cNvCxnSpPr>
            <a:cxnSpLocks/>
          </p:cNvCxnSpPr>
          <p:nvPr userDrawn="1"/>
        </p:nvCxnSpPr>
        <p:spPr>
          <a:xfrm>
            <a:off x="4227459" y="2150951"/>
            <a:ext cx="0" cy="525891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89BF6539-9496-327C-37FC-619DC6D9078A}"/>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13" name="Text Placeholder 4">
            <a:extLst>
              <a:ext uri="{FF2B5EF4-FFF2-40B4-BE49-F238E27FC236}">
                <a16:creationId xmlns:a16="http://schemas.microsoft.com/office/drawing/2014/main" id="{9FE7D662-06FD-4510-0814-E74815AED648}"/>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14" name="Text Placeholder 4">
            <a:extLst>
              <a:ext uri="{FF2B5EF4-FFF2-40B4-BE49-F238E27FC236}">
                <a16:creationId xmlns:a16="http://schemas.microsoft.com/office/drawing/2014/main" id="{66D34F81-1353-1F11-EDF6-131DEC8F78E3}"/>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16" name="Text Placeholder 4">
            <a:extLst>
              <a:ext uri="{FF2B5EF4-FFF2-40B4-BE49-F238E27FC236}">
                <a16:creationId xmlns:a16="http://schemas.microsoft.com/office/drawing/2014/main" id="{9C0F5FBA-7015-1C4F-6440-8D2DC566707E}"/>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17" name="Text Placeholder 4">
            <a:extLst>
              <a:ext uri="{FF2B5EF4-FFF2-40B4-BE49-F238E27FC236}">
                <a16:creationId xmlns:a16="http://schemas.microsoft.com/office/drawing/2014/main" id="{2F372600-E1E8-A42B-36DD-8F450B0D3FB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18" name="Text Placeholder 4">
            <a:extLst>
              <a:ext uri="{FF2B5EF4-FFF2-40B4-BE49-F238E27FC236}">
                <a16:creationId xmlns:a16="http://schemas.microsoft.com/office/drawing/2014/main" id="{5BE5F1CC-0CA1-970E-03FC-5B891C2CEF42}"/>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19" name="Text Placeholder 4">
            <a:extLst>
              <a:ext uri="{FF2B5EF4-FFF2-40B4-BE49-F238E27FC236}">
                <a16:creationId xmlns:a16="http://schemas.microsoft.com/office/drawing/2014/main" id="{35824A92-0CF6-962F-0FE9-04EC29CA20F0}"/>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0" name="Text Placeholder 4">
            <a:extLst>
              <a:ext uri="{FF2B5EF4-FFF2-40B4-BE49-F238E27FC236}">
                <a16:creationId xmlns:a16="http://schemas.microsoft.com/office/drawing/2014/main" id="{0B3A3938-C409-5084-9827-D18788FC36AE}"/>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1" name="Text Placeholder 4">
            <a:extLst>
              <a:ext uri="{FF2B5EF4-FFF2-40B4-BE49-F238E27FC236}">
                <a16:creationId xmlns:a16="http://schemas.microsoft.com/office/drawing/2014/main" id="{110F7DB8-030A-FD87-106E-18EC0280F85D}"/>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2" name="Espaço Reservado para Conteúdo 14">
            <a:extLst>
              <a:ext uri="{FF2B5EF4-FFF2-40B4-BE49-F238E27FC236}">
                <a16:creationId xmlns:a16="http://schemas.microsoft.com/office/drawing/2014/main" id="{34EB6BD4-0983-55AD-E75C-92B427051854}"/>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3" name="Text Placeholder 4">
            <a:extLst>
              <a:ext uri="{FF2B5EF4-FFF2-40B4-BE49-F238E27FC236}">
                <a16:creationId xmlns:a16="http://schemas.microsoft.com/office/drawing/2014/main" id="{C29922D5-A5CB-5E06-BEF1-C535371BF795}"/>
              </a:ext>
            </a:extLst>
          </p:cNvPr>
          <p:cNvSpPr>
            <a:spLocks noGrp="1"/>
          </p:cNvSpPr>
          <p:nvPr>
            <p:ph type="body" sz="quarter" idx="23"/>
          </p:nvPr>
        </p:nvSpPr>
        <p:spPr>
          <a:xfrm>
            <a:off x="390154" y="3836988"/>
            <a:ext cx="3734172" cy="357287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4" name="Text Placeholder 4">
            <a:extLst>
              <a:ext uri="{FF2B5EF4-FFF2-40B4-BE49-F238E27FC236}">
                <a16:creationId xmlns:a16="http://schemas.microsoft.com/office/drawing/2014/main" id="{61B2C06E-6371-A6FA-77BC-61B45402995B}"/>
              </a:ext>
            </a:extLst>
          </p:cNvPr>
          <p:cNvSpPr>
            <a:spLocks noGrp="1"/>
          </p:cNvSpPr>
          <p:nvPr>
            <p:ph type="body" sz="quarter" idx="42"/>
          </p:nvPr>
        </p:nvSpPr>
        <p:spPr>
          <a:xfrm>
            <a:off x="390154" y="2150952"/>
            <a:ext cx="3734171" cy="1541573"/>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Tree>
    <p:extLst>
      <p:ext uri="{BB962C8B-B14F-4D97-AF65-F5344CB8AC3E}">
        <p14:creationId xmlns:p14="http://schemas.microsoft.com/office/powerpoint/2010/main" val="3117013153"/>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3" name="Espaço Reservado para Conteúdo 14">
            <a:extLst>
              <a:ext uri="{FF2B5EF4-FFF2-40B4-BE49-F238E27FC236}">
                <a16:creationId xmlns:a16="http://schemas.microsoft.com/office/drawing/2014/main" id="{4D005A3B-2044-D406-2A9E-49AD2BFCCD4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22" name="Graphic 21">
            <a:extLst>
              <a:ext uri="{FF2B5EF4-FFF2-40B4-BE49-F238E27FC236}">
                <a16:creationId xmlns:a16="http://schemas.microsoft.com/office/drawing/2014/main" id="{4CAB420E-0A94-D115-0077-F9F55F89139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3" name="Picture 22" descr="A blue and white dot pattern&#10;&#10;AI-generated content may be incorrect.">
            <a:extLst>
              <a:ext uri="{FF2B5EF4-FFF2-40B4-BE49-F238E27FC236}">
                <a16:creationId xmlns:a16="http://schemas.microsoft.com/office/drawing/2014/main" id="{7F805A88-8B36-4FC0-2BAC-7102017DAE07}"/>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37" name="Graphic 36">
            <a:extLst>
              <a:ext uri="{FF2B5EF4-FFF2-40B4-BE49-F238E27FC236}">
                <a16:creationId xmlns:a16="http://schemas.microsoft.com/office/drawing/2014/main" id="{635058DA-5475-8BF5-129B-1EE343C5E3C6}"/>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41" name="Rectangle 40">
            <a:extLst>
              <a:ext uri="{FF2B5EF4-FFF2-40B4-BE49-F238E27FC236}">
                <a16:creationId xmlns:a16="http://schemas.microsoft.com/office/drawing/2014/main" id="{8CBEA2C4-70F8-1154-FB31-9D26C9A42D0D}"/>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Espaço Reservado para Texto 6">
            <a:extLst>
              <a:ext uri="{FF2B5EF4-FFF2-40B4-BE49-F238E27FC236}">
                <a16:creationId xmlns:a16="http://schemas.microsoft.com/office/drawing/2014/main" id="{C47910B7-568C-3E88-95FA-56FAB4778E25}"/>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3" name="Group 42">
            <a:extLst>
              <a:ext uri="{FF2B5EF4-FFF2-40B4-BE49-F238E27FC236}">
                <a16:creationId xmlns:a16="http://schemas.microsoft.com/office/drawing/2014/main" id="{50445D10-5B4D-1FC3-55EF-1D91917A065A}"/>
              </a:ext>
            </a:extLst>
          </p:cNvPr>
          <p:cNvGrpSpPr/>
          <p:nvPr userDrawn="1"/>
        </p:nvGrpSpPr>
        <p:grpSpPr>
          <a:xfrm>
            <a:off x="390154" y="406178"/>
            <a:ext cx="1240285" cy="341910"/>
            <a:chOff x="2700591" y="2522601"/>
            <a:chExt cx="6428993" cy="1772284"/>
          </a:xfrm>
        </p:grpSpPr>
        <p:sp>
          <p:nvSpPr>
            <p:cNvPr id="44" name="Freeform: Shape 40">
              <a:extLst>
                <a:ext uri="{FF2B5EF4-FFF2-40B4-BE49-F238E27FC236}">
                  <a16:creationId xmlns:a16="http://schemas.microsoft.com/office/drawing/2014/main" id="{FF71E2E5-E6E2-0C32-655B-4E016B2592F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5" name="Graphic 20">
              <a:extLst>
                <a:ext uri="{FF2B5EF4-FFF2-40B4-BE49-F238E27FC236}">
                  <a16:creationId xmlns:a16="http://schemas.microsoft.com/office/drawing/2014/main" id="{A1160CB9-1491-3F15-932D-6F25368647FB}"/>
                </a:ext>
              </a:extLst>
            </p:cNvPr>
            <p:cNvGrpSpPr/>
            <p:nvPr/>
          </p:nvGrpSpPr>
          <p:grpSpPr>
            <a:xfrm>
              <a:off x="5034660" y="3339528"/>
              <a:ext cx="4094924" cy="747077"/>
              <a:chOff x="5034660" y="3339528"/>
              <a:chExt cx="4094924" cy="747077"/>
            </a:xfrm>
            <a:solidFill>
              <a:srgbClr val="FFFFFF"/>
            </a:solidFill>
          </p:grpSpPr>
          <p:sp>
            <p:nvSpPr>
              <p:cNvPr id="46" name="Freeform: Shape 42">
                <a:extLst>
                  <a:ext uri="{FF2B5EF4-FFF2-40B4-BE49-F238E27FC236}">
                    <a16:creationId xmlns:a16="http://schemas.microsoft.com/office/drawing/2014/main" id="{AC720A55-3697-F62E-3140-B4B6F386517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7" name="Freeform: Shape 43">
                <a:extLst>
                  <a:ext uri="{FF2B5EF4-FFF2-40B4-BE49-F238E27FC236}">
                    <a16:creationId xmlns:a16="http://schemas.microsoft.com/office/drawing/2014/main" id="{3184EE8E-9FAA-955A-267B-4CDB02A7A3C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8" name="Freeform: Shape 44">
                <a:extLst>
                  <a:ext uri="{FF2B5EF4-FFF2-40B4-BE49-F238E27FC236}">
                    <a16:creationId xmlns:a16="http://schemas.microsoft.com/office/drawing/2014/main" id="{CD1F6BEB-4C47-857A-7BC0-5AA4F690B1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9" name="Freeform: Shape 45">
                <a:extLst>
                  <a:ext uri="{FF2B5EF4-FFF2-40B4-BE49-F238E27FC236}">
                    <a16:creationId xmlns:a16="http://schemas.microsoft.com/office/drawing/2014/main" id="{128423AA-7459-6F7E-819C-5DE5E497CD6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50" name="Freeform: Shape 46">
                <a:extLst>
                  <a:ext uri="{FF2B5EF4-FFF2-40B4-BE49-F238E27FC236}">
                    <a16:creationId xmlns:a16="http://schemas.microsoft.com/office/drawing/2014/main" id="{4CEB9D67-85BF-A5AC-4D96-8BFC4C3760B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51" name="Freeform: Shape 47">
                <a:extLst>
                  <a:ext uri="{FF2B5EF4-FFF2-40B4-BE49-F238E27FC236}">
                    <a16:creationId xmlns:a16="http://schemas.microsoft.com/office/drawing/2014/main" id="{05075832-6ABB-B69D-B6EF-F5AF63922CFC}"/>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2" name="Freeform: Shape 48">
                <a:extLst>
                  <a:ext uri="{FF2B5EF4-FFF2-40B4-BE49-F238E27FC236}">
                    <a16:creationId xmlns:a16="http://schemas.microsoft.com/office/drawing/2014/main" id="{9F517DAC-F307-7045-2FA5-846E86E2E93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3" name="Freeform: Shape 49">
                <a:extLst>
                  <a:ext uri="{FF2B5EF4-FFF2-40B4-BE49-F238E27FC236}">
                    <a16:creationId xmlns:a16="http://schemas.microsoft.com/office/drawing/2014/main" id="{A406673A-0EDD-0165-F953-A4D02C86C1F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5" name="Espaço Reservado para Texto 6">
            <a:extLst>
              <a:ext uri="{FF2B5EF4-FFF2-40B4-BE49-F238E27FC236}">
                <a16:creationId xmlns:a16="http://schemas.microsoft.com/office/drawing/2014/main" id="{EEDF3783-FF4C-74D1-C6CF-53A7F73D871C}"/>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6" name="Date Placeholder 1">
            <a:extLst>
              <a:ext uri="{FF2B5EF4-FFF2-40B4-BE49-F238E27FC236}">
                <a16:creationId xmlns:a16="http://schemas.microsoft.com/office/drawing/2014/main" id="{DD5E9FA3-7626-82A6-0ECD-999CE74FFEE1}"/>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21, 2026</a:t>
            </a:fld>
            <a:endParaRPr lang="en-US" dirty="0"/>
          </a:p>
        </p:txBody>
      </p:sp>
      <p:sp>
        <p:nvSpPr>
          <p:cNvPr id="57" name="Espaço Reservado para Texto 6">
            <a:extLst>
              <a:ext uri="{FF2B5EF4-FFF2-40B4-BE49-F238E27FC236}">
                <a16:creationId xmlns:a16="http://schemas.microsoft.com/office/drawing/2014/main" id="{629D0B6B-57EC-157E-009C-9AAD86067E5D}"/>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6B23C9D9-D221-14FE-B73D-CEDC08C3A690}"/>
              </a:ext>
            </a:extLst>
          </p:cNvPr>
          <p:cNvSpPr>
            <a:spLocks noGrp="1"/>
          </p:cNvSpPr>
          <p:nvPr>
            <p:ph type="body" sz="quarter" idx="41"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9158793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Text Placeholder 4">
            <a:extLst>
              <a:ext uri="{FF2B5EF4-FFF2-40B4-BE49-F238E27FC236}">
                <a16:creationId xmlns:a16="http://schemas.microsoft.com/office/drawing/2014/main" id="{9CDC6F15-9156-27BD-DE24-345453CF452B}"/>
              </a:ext>
            </a:extLst>
          </p:cNvPr>
          <p:cNvSpPr>
            <a:spLocks noGrp="1"/>
          </p:cNvSpPr>
          <p:nvPr>
            <p:ph type="body" sz="quarter" idx="20"/>
          </p:nvPr>
        </p:nvSpPr>
        <p:spPr>
          <a:xfrm>
            <a:off x="390154" y="2150950"/>
            <a:ext cx="6098400"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4" name="Text Placeholder 4">
            <a:extLst>
              <a:ext uri="{FF2B5EF4-FFF2-40B4-BE49-F238E27FC236}">
                <a16:creationId xmlns:a16="http://schemas.microsoft.com/office/drawing/2014/main" id="{D09E0B4F-0CB9-DC61-CCA9-25A73A1C8DD4}"/>
              </a:ext>
            </a:extLst>
          </p:cNvPr>
          <p:cNvSpPr>
            <a:spLocks noGrp="1"/>
          </p:cNvSpPr>
          <p:nvPr>
            <p:ph type="body" sz="quarter" idx="23"/>
          </p:nvPr>
        </p:nvSpPr>
        <p:spPr>
          <a:xfrm>
            <a:off x="390154" y="3691053"/>
            <a:ext cx="3734170" cy="4018975"/>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5" name="Text Placeholder 4">
            <a:extLst>
              <a:ext uri="{FF2B5EF4-FFF2-40B4-BE49-F238E27FC236}">
                <a16:creationId xmlns:a16="http://schemas.microsoft.com/office/drawing/2014/main" id="{5A7F030E-73C4-E07A-33DF-312D56F0F76C}"/>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6" name="Text Placeholder 4">
            <a:extLst>
              <a:ext uri="{FF2B5EF4-FFF2-40B4-BE49-F238E27FC236}">
                <a16:creationId xmlns:a16="http://schemas.microsoft.com/office/drawing/2014/main" id="{BB3A3439-E17D-6D38-1316-DAE169B84D8D}"/>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8" name="Text Placeholder 4">
            <a:extLst>
              <a:ext uri="{FF2B5EF4-FFF2-40B4-BE49-F238E27FC236}">
                <a16:creationId xmlns:a16="http://schemas.microsoft.com/office/drawing/2014/main" id="{D879252A-E1C2-E728-21D3-50B31743B00B}"/>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9" name="Text Placeholder 4">
            <a:extLst>
              <a:ext uri="{FF2B5EF4-FFF2-40B4-BE49-F238E27FC236}">
                <a16:creationId xmlns:a16="http://schemas.microsoft.com/office/drawing/2014/main" id="{F9B99FB5-852F-6BAD-F3AA-BCFE83FADD59}"/>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0" name="Text Placeholder 4">
            <a:extLst>
              <a:ext uri="{FF2B5EF4-FFF2-40B4-BE49-F238E27FC236}">
                <a16:creationId xmlns:a16="http://schemas.microsoft.com/office/drawing/2014/main" id="{40246B11-FD7D-36D8-6E07-4D3E3BAC269E}"/>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1" name="Text Placeholder 4">
            <a:extLst>
              <a:ext uri="{FF2B5EF4-FFF2-40B4-BE49-F238E27FC236}">
                <a16:creationId xmlns:a16="http://schemas.microsoft.com/office/drawing/2014/main" id="{6BB6FA29-C19C-7F7C-3184-635E561111AC}"/>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2" name="Text Placeholder 4">
            <a:extLst>
              <a:ext uri="{FF2B5EF4-FFF2-40B4-BE49-F238E27FC236}">
                <a16:creationId xmlns:a16="http://schemas.microsoft.com/office/drawing/2014/main" id="{5AB78DE9-33F1-89EC-EAD1-9DA325469D9C}"/>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3" name="Text Placeholder 4">
            <a:extLst>
              <a:ext uri="{FF2B5EF4-FFF2-40B4-BE49-F238E27FC236}">
                <a16:creationId xmlns:a16="http://schemas.microsoft.com/office/drawing/2014/main" id="{5E8516FE-9642-556F-F777-2569F79C7BFC}"/>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4" name="Text Placeholder 4">
            <a:extLst>
              <a:ext uri="{FF2B5EF4-FFF2-40B4-BE49-F238E27FC236}">
                <a16:creationId xmlns:a16="http://schemas.microsoft.com/office/drawing/2014/main" id="{5FC8989C-C279-357C-1E1A-D58DEA9EF4A5}"/>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9" name="Espaço Reservado para Conteúdo 14">
            <a:extLst>
              <a:ext uri="{FF2B5EF4-FFF2-40B4-BE49-F238E27FC236}">
                <a16:creationId xmlns:a16="http://schemas.microsoft.com/office/drawing/2014/main" id="{0367F594-505D-738C-FC34-474862284B60}"/>
              </a:ext>
            </a:extLst>
          </p:cNvPr>
          <p:cNvSpPr>
            <a:spLocks noGrp="1"/>
          </p:cNvSpPr>
          <p:nvPr>
            <p:ph sz="quarter" idx="21" hasCustomPrompt="1"/>
          </p:nvPr>
        </p:nvSpPr>
        <p:spPr>
          <a:xfrm>
            <a:off x="382830" y="8150455"/>
            <a:ext cx="610686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2BBD1FCD-CECD-31A7-94DA-02CCEF482D42}"/>
              </a:ext>
            </a:extLst>
          </p:cNvPr>
          <p:cNvSpPr>
            <a:spLocks noGrp="1"/>
          </p:cNvSpPr>
          <p:nvPr>
            <p:ph sz="quarter" idx="22" hasCustomPrompt="1"/>
          </p:nvPr>
        </p:nvSpPr>
        <p:spPr>
          <a:xfrm>
            <a:off x="4330593" y="6790831"/>
            <a:ext cx="2159107" cy="91919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8" name="Espaço Reservado para Conteúdo 14">
            <a:extLst>
              <a:ext uri="{FF2B5EF4-FFF2-40B4-BE49-F238E27FC236}">
                <a16:creationId xmlns:a16="http://schemas.microsoft.com/office/drawing/2014/main" id="{BA06DE38-13ED-2B77-02BB-67B91D04C2A2}"/>
              </a:ext>
            </a:extLst>
          </p:cNvPr>
          <p:cNvSpPr>
            <a:spLocks noGrp="1"/>
          </p:cNvSpPr>
          <p:nvPr>
            <p:ph sz="quarter" idx="37" hasCustomPrompt="1"/>
          </p:nvPr>
        </p:nvSpPr>
        <p:spPr>
          <a:xfrm>
            <a:off x="382830" y="7861837"/>
            <a:ext cx="610686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9" name="Espaço Reservado para Conteúdo 14">
            <a:extLst>
              <a:ext uri="{FF2B5EF4-FFF2-40B4-BE49-F238E27FC236}">
                <a16:creationId xmlns:a16="http://schemas.microsoft.com/office/drawing/2014/main" id="{C1B6818F-6251-98B3-CD88-0BD6F91489D4}"/>
              </a:ext>
            </a:extLst>
          </p:cNvPr>
          <p:cNvSpPr>
            <a:spLocks noGrp="1"/>
          </p:cNvSpPr>
          <p:nvPr>
            <p:ph sz="quarter" idx="24" hasCustomPrompt="1"/>
          </p:nvPr>
        </p:nvSpPr>
        <p:spPr>
          <a:xfrm>
            <a:off x="4330593" y="65022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0" name="Espaço Reservado para Conteúdo 14">
            <a:extLst>
              <a:ext uri="{FF2B5EF4-FFF2-40B4-BE49-F238E27FC236}">
                <a16:creationId xmlns:a16="http://schemas.microsoft.com/office/drawing/2014/main" id="{9ED6545B-3ECC-FC98-B90F-BBC0841F64A7}"/>
              </a:ext>
            </a:extLst>
          </p:cNvPr>
          <p:cNvSpPr>
            <a:spLocks noGrp="1"/>
          </p:cNvSpPr>
          <p:nvPr>
            <p:ph sz="quarter" idx="41"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70" name="Straight Connector 69">
            <a:extLst>
              <a:ext uri="{FF2B5EF4-FFF2-40B4-BE49-F238E27FC236}">
                <a16:creationId xmlns:a16="http://schemas.microsoft.com/office/drawing/2014/main" id="{C89909FC-D97F-7AAE-54BD-012E87CABC70}"/>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7DE368EF-9DBD-D2EB-FE88-5082F657D82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92F8F97F-64C3-B5F1-CC17-D7DD0BA445B2}"/>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1E08EE3C-A447-126D-DDD8-AA16CB5FBCC5}"/>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5" name="Rectangle 34">
            <a:extLst>
              <a:ext uri="{FF2B5EF4-FFF2-40B4-BE49-F238E27FC236}">
                <a16:creationId xmlns:a16="http://schemas.microsoft.com/office/drawing/2014/main" id="{6F30ED1A-F839-4155-2DF1-3B08CC622F3C}"/>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8" name="Espaço Reservado para Texto 6">
            <a:extLst>
              <a:ext uri="{FF2B5EF4-FFF2-40B4-BE49-F238E27FC236}">
                <a16:creationId xmlns:a16="http://schemas.microsoft.com/office/drawing/2014/main" id="{765BBC64-340B-AEE8-3114-AC48D39E3DCD}"/>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51" name="Group 50">
            <a:extLst>
              <a:ext uri="{FF2B5EF4-FFF2-40B4-BE49-F238E27FC236}">
                <a16:creationId xmlns:a16="http://schemas.microsoft.com/office/drawing/2014/main" id="{DB04402B-D0F7-6E96-DF15-6F460AD07D70}"/>
              </a:ext>
            </a:extLst>
          </p:cNvPr>
          <p:cNvGrpSpPr/>
          <p:nvPr userDrawn="1"/>
        </p:nvGrpSpPr>
        <p:grpSpPr>
          <a:xfrm>
            <a:off x="390154" y="406178"/>
            <a:ext cx="1240285" cy="341910"/>
            <a:chOff x="2700591" y="2522601"/>
            <a:chExt cx="6428993" cy="1772284"/>
          </a:xfrm>
        </p:grpSpPr>
        <p:sp>
          <p:nvSpPr>
            <p:cNvPr id="53" name="Freeform: Shape 40">
              <a:extLst>
                <a:ext uri="{FF2B5EF4-FFF2-40B4-BE49-F238E27FC236}">
                  <a16:creationId xmlns:a16="http://schemas.microsoft.com/office/drawing/2014/main" id="{DF551665-3C6D-B239-C827-584E974971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084CE03A-3B82-E1CE-CA1E-2980BB054ABB}"/>
                </a:ext>
              </a:extLst>
            </p:cNvPr>
            <p:cNvGrpSpPr/>
            <p:nvPr/>
          </p:nvGrpSpPr>
          <p:grpSpPr>
            <a:xfrm>
              <a:off x="5034660" y="3339528"/>
              <a:ext cx="4094924" cy="747077"/>
              <a:chOff x="5034660" y="3339528"/>
              <a:chExt cx="4094924" cy="747077"/>
            </a:xfrm>
            <a:solidFill>
              <a:srgbClr val="FFFFFF"/>
            </a:solidFill>
          </p:grpSpPr>
          <p:sp>
            <p:nvSpPr>
              <p:cNvPr id="55" name="Freeform: Shape 42">
                <a:extLst>
                  <a:ext uri="{FF2B5EF4-FFF2-40B4-BE49-F238E27FC236}">
                    <a16:creationId xmlns:a16="http://schemas.microsoft.com/office/drawing/2014/main" id="{5DD8F7C7-C66B-0E88-0338-C15BB7C4829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7" name="Freeform: Shape 43">
                <a:extLst>
                  <a:ext uri="{FF2B5EF4-FFF2-40B4-BE49-F238E27FC236}">
                    <a16:creationId xmlns:a16="http://schemas.microsoft.com/office/drawing/2014/main" id="{8EB900E1-B6FE-5006-C7AB-386F591035F4}"/>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61" name="Freeform: Shape 44">
                <a:extLst>
                  <a:ext uri="{FF2B5EF4-FFF2-40B4-BE49-F238E27FC236}">
                    <a16:creationId xmlns:a16="http://schemas.microsoft.com/office/drawing/2014/main" id="{3E68FD6F-A3BA-8ED9-44C9-548F7ECB58F1}"/>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62" name="Freeform: Shape 45">
                <a:extLst>
                  <a:ext uri="{FF2B5EF4-FFF2-40B4-BE49-F238E27FC236}">
                    <a16:creationId xmlns:a16="http://schemas.microsoft.com/office/drawing/2014/main" id="{2A0F1337-B604-F12F-4E54-B9BB6B1DE57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63" name="Freeform: Shape 46">
                <a:extLst>
                  <a:ext uri="{FF2B5EF4-FFF2-40B4-BE49-F238E27FC236}">
                    <a16:creationId xmlns:a16="http://schemas.microsoft.com/office/drawing/2014/main" id="{43843578-116B-0B3C-9613-5806743ED7F4}"/>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64" name="Freeform: Shape 47">
                <a:extLst>
                  <a:ext uri="{FF2B5EF4-FFF2-40B4-BE49-F238E27FC236}">
                    <a16:creationId xmlns:a16="http://schemas.microsoft.com/office/drawing/2014/main" id="{E198D074-C2A9-27A2-DD70-957167587712}"/>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65" name="Freeform: Shape 48">
                <a:extLst>
                  <a:ext uri="{FF2B5EF4-FFF2-40B4-BE49-F238E27FC236}">
                    <a16:creationId xmlns:a16="http://schemas.microsoft.com/office/drawing/2014/main" id="{2B87AE26-76BA-EF21-EC91-226F3E2FD9A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66" name="Freeform: Shape 49">
                <a:extLst>
                  <a:ext uri="{FF2B5EF4-FFF2-40B4-BE49-F238E27FC236}">
                    <a16:creationId xmlns:a16="http://schemas.microsoft.com/office/drawing/2014/main" id="{9A6F990E-C626-7C53-CAB3-36C7F46AE355}"/>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67" name="Espaço Reservado para Texto 6">
            <a:extLst>
              <a:ext uri="{FF2B5EF4-FFF2-40B4-BE49-F238E27FC236}">
                <a16:creationId xmlns:a16="http://schemas.microsoft.com/office/drawing/2014/main" id="{4FD74D62-0AC6-7F8E-2129-D927075C87F0}"/>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68" name="Date Placeholder 1">
            <a:extLst>
              <a:ext uri="{FF2B5EF4-FFF2-40B4-BE49-F238E27FC236}">
                <a16:creationId xmlns:a16="http://schemas.microsoft.com/office/drawing/2014/main" id="{5D5AFE9C-9406-C324-70B7-61AE233586C1}"/>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21, 2026</a:t>
            </a:fld>
            <a:endParaRPr lang="en-US" dirty="0"/>
          </a:p>
        </p:txBody>
      </p:sp>
      <p:sp>
        <p:nvSpPr>
          <p:cNvPr id="69" name="Espaço Reservado para Texto 6">
            <a:extLst>
              <a:ext uri="{FF2B5EF4-FFF2-40B4-BE49-F238E27FC236}">
                <a16:creationId xmlns:a16="http://schemas.microsoft.com/office/drawing/2014/main" id="{F3241822-E5AA-2070-1435-F2979768E6E8}"/>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71" name="Espaço Reservado para Texto 6">
            <a:extLst>
              <a:ext uri="{FF2B5EF4-FFF2-40B4-BE49-F238E27FC236}">
                <a16:creationId xmlns:a16="http://schemas.microsoft.com/office/drawing/2014/main" id="{0DD40EF2-E1A6-2835-E898-623CF332E356}"/>
              </a:ext>
            </a:extLst>
          </p:cNvPr>
          <p:cNvSpPr>
            <a:spLocks noGrp="1"/>
          </p:cNvSpPr>
          <p:nvPr>
            <p:ph type="body" sz="quarter" idx="42"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3030028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5" name="Espaço Reservado para Conteúdo 14">
            <a:extLst>
              <a:ext uri="{FF2B5EF4-FFF2-40B4-BE49-F238E27FC236}">
                <a16:creationId xmlns:a16="http://schemas.microsoft.com/office/drawing/2014/main" id="{592D369A-CDFC-B507-81B4-EA34E7471120}"/>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EC7D38A6-E6A5-A9D6-2ED6-31212B379779}"/>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5" name="Straight Connector 24">
            <a:extLst>
              <a:ext uri="{FF2B5EF4-FFF2-40B4-BE49-F238E27FC236}">
                <a16:creationId xmlns:a16="http://schemas.microsoft.com/office/drawing/2014/main" id="{66BF18E4-3D29-42A7-6C25-B8127BF9DF8A}"/>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8E11B218-731B-DED1-E2DD-B6A88194082F}"/>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8" name="Text Placeholder 4">
            <a:extLst>
              <a:ext uri="{FF2B5EF4-FFF2-40B4-BE49-F238E27FC236}">
                <a16:creationId xmlns:a16="http://schemas.microsoft.com/office/drawing/2014/main" id="{5E2B7853-2B3B-5C3E-31FA-0D980EB9825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9" name="Text Placeholder 4">
            <a:extLst>
              <a:ext uri="{FF2B5EF4-FFF2-40B4-BE49-F238E27FC236}">
                <a16:creationId xmlns:a16="http://schemas.microsoft.com/office/drawing/2014/main" id="{CE0A76F7-79E8-A32B-B2C3-0DF23F12736F}"/>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0" name="Text Placeholder 4">
            <a:extLst>
              <a:ext uri="{FF2B5EF4-FFF2-40B4-BE49-F238E27FC236}">
                <a16:creationId xmlns:a16="http://schemas.microsoft.com/office/drawing/2014/main" id="{1572963F-527C-266C-CEA7-4BBE605CF227}"/>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1" name="Text Placeholder 4">
            <a:extLst>
              <a:ext uri="{FF2B5EF4-FFF2-40B4-BE49-F238E27FC236}">
                <a16:creationId xmlns:a16="http://schemas.microsoft.com/office/drawing/2014/main" id="{3E235B2D-3B3B-8BD6-F30A-7B508DC31E12}"/>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2" name="Text Placeholder 4">
            <a:extLst>
              <a:ext uri="{FF2B5EF4-FFF2-40B4-BE49-F238E27FC236}">
                <a16:creationId xmlns:a16="http://schemas.microsoft.com/office/drawing/2014/main" id="{F76892AD-65D9-283F-1D35-F2253E08B6E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3" name="Text Placeholder 4">
            <a:extLst>
              <a:ext uri="{FF2B5EF4-FFF2-40B4-BE49-F238E27FC236}">
                <a16:creationId xmlns:a16="http://schemas.microsoft.com/office/drawing/2014/main" id="{C6AD9A9A-18E9-A7F8-886F-1061653B815D}"/>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4" name="Text Placeholder 4">
            <a:extLst>
              <a:ext uri="{FF2B5EF4-FFF2-40B4-BE49-F238E27FC236}">
                <a16:creationId xmlns:a16="http://schemas.microsoft.com/office/drawing/2014/main" id="{B88D50CA-40BF-B59C-5995-423CE5987457}"/>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5" name="Text Placeholder 4">
            <a:extLst>
              <a:ext uri="{FF2B5EF4-FFF2-40B4-BE49-F238E27FC236}">
                <a16:creationId xmlns:a16="http://schemas.microsoft.com/office/drawing/2014/main" id="{633C82EA-D2E2-815F-F550-B8F1A48AFB80}"/>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8" name="Text Placeholder 4">
            <a:extLst>
              <a:ext uri="{FF2B5EF4-FFF2-40B4-BE49-F238E27FC236}">
                <a16:creationId xmlns:a16="http://schemas.microsoft.com/office/drawing/2014/main" id="{7566DC93-2836-DD9B-3BE7-83D2D5C802F4}"/>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9" name="Text Placeholder 4">
            <a:extLst>
              <a:ext uri="{FF2B5EF4-FFF2-40B4-BE49-F238E27FC236}">
                <a16:creationId xmlns:a16="http://schemas.microsoft.com/office/drawing/2014/main" id="{86F96AEB-7089-8287-1C31-39DA1D1938AD}"/>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40" name="Espaço Reservado para Conteúdo 14">
            <a:extLst>
              <a:ext uri="{FF2B5EF4-FFF2-40B4-BE49-F238E27FC236}">
                <a16:creationId xmlns:a16="http://schemas.microsoft.com/office/drawing/2014/main" id="{9C7F0BE1-AF7E-208B-0029-AE82B626A70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pic>
        <p:nvPicPr>
          <p:cNvPr id="3" name="Graphic 2">
            <a:extLst>
              <a:ext uri="{FF2B5EF4-FFF2-40B4-BE49-F238E27FC236}">
                <a16:creationId xmlns:a16="http://schemas.microsoft.com/office/drawing/2014/main" id="{61702F68-FFD9-B47A-24D6-FB4506C6B0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716ABA5D-E64F-E6EF-5E63-D6E6006C9F91}"/>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83049380-F600-F3AE-2363-8FA5D2D44D8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6" name="Rectangle 35">
            <a:extLst>
              <a:ext uri="{FF2B5EF4-FFF2-40B4-BE49-F238E27FC236}">
                <a16:creationId xmlns:a16="http://schemas.microsoft.com/office/drawing/2014/main" id="{377F840C-4848-8FD0-AE07-3B51C318DADB}"/>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Espaço Reservado para Texto 6">
            <a:extLst>
              <a:ext uri="{FF2B5EF4-FFF2-40B4-BE49-F238E27FC236}">
                <a16:creationId xmlns:a16="http://schemas.microsoft.com/office/drawing/2014/main" id="{3585AAF1-3147-FDB2-5B06-85003F14462D}"/>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3" name="Group 42">
            <a:extLst>
              <a:ext uri="{FF2B5EF4-FFF2-40B4-BE49-F238E27FC236}">
                <a16:creationId xmlns:a16="http://schemas.microsoft.com/office/drawing/2014/main" id="{37421BC8-DDB6-46AC-A3C0-B055281C82A4}"/>
              </a:ext>
            </a:extLst>
          </p:cNvPr>
          <p:cNvGrpSpPr/>
          <p:nvPr userDrawn="1"/>
        </p:nvGrpSpPr>
        <p:grpSpPr>
          <a:xfrm>
            <a:off x="390154" y="406178"/>
            <a:ext cx="1240285" cy="341910"/>
            <a:chOff x="2700591" y="2522601"/>
            <a:chExt cx="6428993" cy="1772284"/>
          </a:xfrm>
        </p:grpSpPr>
        <p:sp>
          <p:nvSpPr>
            <p:cNvPr id="44" name="Freeform: Shape 40">
              <a:extLst>
                <a:ext uri="{FF2B5EF4-FFF2-40B4-BE49-F238E27FC236}">
                  <a16:creationId xmlns:a16="http://schemas.microsoft.com/office/drawing/2014/main" id="{16260E95-5264-E4C5-3829-286A82658172}"/>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5" name="Graphic 20">
              <a:extLst>
                <a:ext uri="{FF2B5EF4-FFF2-40B4-BE49-F238E27FC236}">
                  <a16:creationId xmlns:a16="http://schemas.microsoft.com/office/drawing/2014/main" id="{00D097C2-8BB4-7B32-F34A-A899E253B8A0}"/>
                </a:ext>
              </a:extLst>
            </p:cNvPr>
            <p:cNvGrpSpPr/>
            <p:nvPr/>
          </p:nvGrpSpPr>
          <p:grpSpPr>
            <a:xfrm>
              <a:off x="5034660" y="3339528"/>
              <a:ext cx="4094924" cy="747077"/>
              <a:chOff x="5034660" y="3339528"/>
              <a:chExt cx="4094924" cy="747077"/>
            </a:xfrm>
            <a:solidFill>
              <a:srgbClr val="FFFFFF"/>
            </a:solidFill>
          </p:grpSpPr>
          <p:sp>
            <p:nvSpPr>
              <p:cNvPr id="46" name="Freeform: Shape 42">
                <a:extLst>
                  <a:ext uri="{FF2B5EF4-FFF2-40B4-BE49-F238E27FC236}">
                    <a16:creationId xmlns:a16="http://schemas.microsoft.com/office/drawing/2014/main" id="{BFA97F36-57EE-E468-54A2-DF08D8D9D44F}"/>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7" name="Freeform: Shape 43">
                <a:extLst>
                  <a:ext uri="{FF2B5EF4-FFF2-40B4-BE49-F238E27FC236}">
                    <a16:creationId xmlns:a16="http://schemas.microsoft.com/office/drawing/2014/main" id="{F7CE59F9-AB81-752A-B62C-2100C7950E44}"/>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8" name="Freeform: Shape 44">
                <a:extLst>
                  <a:ext uri="{FF2B5EF4-FFF2-40B4-BE49-F238E27FC236}">
                    <a16:creationId xmlns:a16="http://schemas.microsoft.com/office/drawing/2014/main" id="{2FB3C421-2916-72F4-8E8E-88519EA7581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9" name="Freeform: Shape 45">
                <a:extLst>
                  <a:ext uri="{FF2B5EF4-FFF2-40B4-BE49-F238E27FC236}">
                    <a16:creationId xmlns:a16="http://schemas.microsoft.com/office/drawing/2014/main" id="{1AC35BF6-52DE-5DF5-F0AD-96AAEEEEEB2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50" name="Freeform: Shape 46">
                <a:extLst>
                  <a:ext uri="{FF2B5EF4-FFF2-40B4-BE49-F238E27FC236}">
                    <a16:creationId xmlns:a16="http://schemas.microsoft.com/office/drawing/2014/main" id="{6FF35EB8-24E5-6D40-BBF9-B8CCFBED2E53}"/>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51" name="Freeform: Shape 47">
                <a:extLst>
                  <a:ext uri="{FF2B5EF4-FFF2-40B4-BE49-F238E27FC236}">
                    <a16:creationId xmlns:a16="http://schemas.microsoft.com/office/drawing/2014/main" id="{0DB01190-7F20-A520-581F-25C0E40D56EF}"/>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2" name="Freeform: Shape 48">
                <a:extLst>
                  <a:ext uri="{FF2B5EF4-FFF2-40B4-BE49-F238E27FC236}">
                    <a16:creationId xmlns:a16="http://schemas.microsoft.com/office/drawing/2014/main" id="{600B6F24-2926-E3E9-041B-FC5D4571C3FD}"/>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3" name="Freeform: Shape 49">
                <a:extLst>
                  <a:ext uri="{FF2B5EF4-FFF2-40B4-BE49-F238E27FC236}">
                    <a16:creationId xmlns:a16="http://schemas.microsoft.com/office/drawing/2014/main" id="{0C932134-D252-1E17-4385-CAB35EB4F745}"/>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Espaço Reservado para Texto 6">
            <a:extLst>
              <a:ext uri="{FF2B5EF4-FFF2-40B4-BE49-F238E27FC236}">
                <a16:creationId xmlns:a16="http://schemas.microsoft.com/office/drawing/2014/main" id="{43EAF689-CC3A-27D8-5F70-B2E76B851A6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5" name="Date Placeholder 1">
            <a:extLst>
              <a:ext uri="{FF2B5EF4-FFF2-40B4-BE49-F238E27FC236}">
                <a16:creationId xmlns:a16="http://schemas.microsoft.com/office/drawing/2014/main" id="{0AFB8DEE-33AF-703A-08FB-D291C8039FFB}"/>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21, 2026</a:t>
            </a:fld>
            <a:endParaRPr lang="en-US" dirty="0"/>
          </a:p>
        </p:txBody>
      </p:sp>
      <p:sp>
        <p:nvSpPr>
          <p:cNvPr id="56" name="Espaço Reservado para Texto 6">
            <a:extLst>
              <a:ext uri="{FF2B5EF4-FFF2-40B4-BE49-F238E27FC236}">
                <a16:creationId xmlns:a16="http://schemas.microsoft.com/office/drawing/2014/main" id="{90C61F80-6C94-B7A4-4E3B-C5D6EA510DD5}"/>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7" name="Espaço Reservado para Texto 6">
            <a:extLst>
              <a:ext uri="{FF2B5EF4-FFF2-40B4-BE49-F238E27FC236}">
                <a16:creationId xmlns:a16="http://schemas.microsoft.com/office/drawing/2014/main" id="{F9B4A42F-00FD-EC2E-3D05-CC0FAC3D1110}"/>
              </a:ext>
            </a:extLst>
          </p:cNvPr>
          <p:cNvSpPr>
            <a:spLocks noGrp="1"/>
          </p:cNvSpPr>
          <p:nvPr>
            <p:ph type="body" sz="quarter" idx="41"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85697767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Text Placeholder 4">
            <a:extLst>
              <a:ext uri="{FF2B5EF4-FFF2-40B4-BE49-F238E27FC236}">
                <a16:creationId xmlns:a16="http://schemas.microsoft.com/office/drawing/2014/main" id="{03F24DE4-04E0-A5A8-F149-FAF4BF9651B6}"/>
              </a:ext>
            </a:extLst>
          </p:cNvPr>
          <p:cNvSpPr>
            <a:spLocks noGrp="1"/>
          </p:cNvSpPr>
          <p:nvPr>
            <p:ph type="body" sz="quarter" idx="39" hasCustomPrompt="1"/>
          </p:nvPr>
        </p:nvSpPr>
        <p:spPr>
          <a:xfrm>
            <a:off x="4330593" y="6544495"/>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2911FEF9-0A77-5C12-1418-42473AFCE41A}"/>
              </a:ext>
            </a:extLst>
          </p:cNvPr>
          <p:cNvSpPr>
            <a:spLocks noGrp="1"/>
          </p:cNvSpPr>
          <p:nvPr>
            <p:ph type="body" sz="quarter" idx="40" hasCustomPrompt="1"/>
          </p:nvPr>
        </p:nvSpPr>
        <p:spPr>
          <a:xfrm>
            <a:off x="4330593" y="670629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262FBF81-AC68-DDE3-9791-5EB1369BB13D}"/>
              </a:ext>
            </a:extLst>
          </p:cNvPr>
          <p:cNvSpPr>
            <a:spLocks noGrp="1"/>
          </p:cNvSpPr>
          <p:nvPr>
            <p:ph type="body" sz="quarter" idx="41" hasCustomPrompt="1"/>
          </p:nvPr>
        </p:nvSpPr>
        <p:spPr>
          <a:xfrm>
            <a:off x="4330593" y="68331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72B7B639-7E4C-008E-2F07-EFDDF1658B2C}"/>
              </a:ext>
            </a:extLst>
          </p:cNvPr>
          <p:cNvSpPr>
            <a:spLocks noGrp="1"/>
          </p:cNvSpPr>
          <p:nvPr>
            <p:ph type="body" sz="quarter" idx="42" hasCustomPrompt="1"/>
          </p:nvPr>
        </p:nvSpPr>
        <p:spPr>
          <a:xfrm>
            <a:off x="4330593" y="703075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DED10EBA-827E-ACAF-F415-E893CEA58E46}"/>
              </a:ext>
            </a:extLst>
          </p:cNvPr>
          <p:cNvSpPr>
            <a:spLocks noGrp="1"/>
          </p:cNvSpPr>
          <p:nvPr>
            <p:ph type="body" sz="quarter" idx="43" hasCustomPrompt="1"/>
          </p:nvPr>
        </p:nvSpPr>
        <p:spPr>
          <a:xfrm>
            <a:off x="4330593" y="719254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EF921770-73BA-30FA-5FFA-AF7977B7F701}"/>
              </a:ext>
            </a:extLst>
          </p:cNvPr>
          <p:cNvSpPr>
            <a:spLocks noGrp="1"/>
          </p:cNvSpPr>
          <p:nvPr>
            <p:ph type="body" sz="quarter" idx="44" hasCustomPrompt="1"/>
          </p:nvPr>
        </p:nvSpPr>
        <p:spPr>
          <a:xfrm>
            <a:off x="4330593" y="73194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20ACEDB3-2C09-E20D-821E-DDD418D3FEB1}"/>
              </a:ext>
            </a:extLst>
          </p:cNvPr>
          <p:cNvSpPr>
            <a:spLocks noGrp="1"/>
          </p:cNvSpPr>
          <p:nvPr>
            <p:ph type="body" sz="quarter" idx="45" hasCustomPrompt="1"/>
          </p:nvPr>
        </p:nvSpPr>
        <p:spPr>
          <a:xfrm>
            <a:off x="4330593" y="752432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86DF4C01-3652-C9F0-F8FF-57CF059BACF5}"/>
              </a:ext>
            </a:extLst>
          </p:cNvPr>
          <p:cNvSpPr>
            <a:spLocks noGrp="1"/>
          </p:cNvSpPr>
          <p:nvPr>
            <p:ph type="body" sz="quarter" idx="46" hasCustomPrompt="1"/>
          </p:nvPr>
        </p:nvSpPr>
        <p:spPr>
          <a:xfrm>
            <a:off x="4330593" y="768611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716E856C-FAC0-A224-30F5-9210B261B290}"/>
              </a:ext>
            </a:extLst>
          </p:cNvPr>
          <p:cNvSpPr>
            <a:spLocks noGrp="1"/>
          </p:cNvSpPr>
          <p:nvPr>
            <p:ph type="body" sz="quarter" idx="47" hasCustomPrompt="1"/>
          </p:nvPr>
        </p:nvSpPr>
        <p:spPr>
          <a:xfrm>
            <a:off x="4330593" y="78129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3" name="Espaço Reservado para Conteúdo 14">
            <a:extLst>
              <a:ext uri="{FF2B5EF4-FFF2-40B4-BE49-F238E27FC236}">
                <a16:creationId xmlns:a16="http://schemas.microsoft.com/office/drawing/2014/main" id="{B7A0699F-1107-A7EB-E37F-3282D8B26723}"/>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4" name="Espaço Reservado para Conteúdo 14">
            <a:extLst>
              <a:ext uri="{FF2B5EF4-FFF2-40B4-BE49-F238E27FC236}">
                <a16:creationId xmlns:a16="http://schemas.microsoft.com/office/drawing/2014/main" id="{8E3A02D8-6F7D-7ADF-FBA5-4B8274BFE885}"/>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35" name="Straight Connector 34">
            <a:extLst>
              <a:ext uri="{FF2B5EF4-FFF2-40B4-BE49-F238E27FC236}">
                <a16:creationId xmlns:a16="http://schemas.microsoft.com/office/drawing/2014/main" id="{72580441-ACD3-34DD-BE7E-A48F3B2C9853}"/>
              </a:ext>
            </a:extLst>
          </p:cNvPr>
          <p:cNvCxnSpPr>
            <a:cxnSpLocks/>
          </p:cNvCxnSpPr>
          <p:nvPr userDrawn="1"/>
        </p:nvCxnSpPr>
        <p:spPr>
          <a:xfrm>
            <a:off x="4227459" y="3692524"/>
            <a:ext cx="0" cy="576103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3AD50A6F-9852-2DF4-CD76-ABDAB2ECB230}"/>
              </a:ext>
            </a:extLst>
          </p:cNvPr>
          <p:cNvSpPr>
            <a:spLocks noGrp="1"/>
          </p:cNvSpPr>
          <p:nvPr>
            <p:ph sz="quarter" idx="25" hasCustomPrompt="1"/>
          </p:nvPr>
        </p:nvSpPr>
        <p:spPr>
          <a:xfrm>
            <a:off x="4330593" y="5400654"/>
            <a:ext cx="2159107" cy="94624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A1EEFDF8-66EC-B678-3690-4B90D5170795}"/>
              </a:ext>
            </a:extLst>
          </p:cNvPr>
          <p:cNvSpPr>
            <a:spLocks noGrp="1"/>
          </p:cNvSpPr>
          <p:nvPr>
            <p:ph sz="quarter" idx="48" hasCustomPrompt="1"/>
          </p:nvPr>
        </p:nvSpPr>
        <p:spPr>
          <a:xfrm>
            <a:off x="4330593" y="5112035"/>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0FE5B210-6AEE-6D43-743F-B26EA372DEB4}"/>
              </a:ext>
            </a:extLst>
          </p:cNvPr>
          <p:cNvSpPr>
            <a:spLocks noGrp="1"/>
          </p:cNvSpPr>
          <p:nvPr>
            <p:ph sz="quarter" idx="49" hasCustomPrompt="1"/>
          </p:nvPr>
        </p:nvSpPr>
        <p:spPr>
          <a:xfrm>
            <a:off x="4330593" y="3692524"/>
            <a:ext cx="2159107" cy="123918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Text Placeholder 4">
            <a:extLst>
              <a:ext uri="{FF2B5EF4-FFF2-40B4-BE49-F238E27FC236}">
                <a16:creationId xmlns:a16="http://schemas.microsoft.com/office/drawing/2014/main" id="{76703E1C-3A23-54F1-0E55-A22109AD96E7}"/>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41" name="Text Placeholder 4">
            <a:extLst>
              <a:ext uri="{FF2B5EF4-FFF2-40B4-BE49-F238E27FC236}">
                <a16:creationId xmlns:a16="http://schemas.microsoft.com/office/drawing/2014/main" id="{5E067759-B73B-DD64-0392-7F84B67AA6EA}"/>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60" name="Graphic 59">
            <a:extLst>
              <a:ext uri="{FF2B5EF4-FFF2-40B4-BE49-F238E27FC236}">
                <a16:creationId xmlns:a16="http://schemas.microsoft.com/office/drawing/2014/main" id="{488913DE-64DE-725E-2901-ACC6D7ED67D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61" name="Picture 60" descr="A blue and white dot pattern&#10;&#10;AI-generated content may be incorrect.">
            <a:extLst>
              <a:ext uri="{FF2B5EF4-FFF2-40B4-BE49-F238E27FC236}">
                <a16:creationId xmlns:a16="http://schemas.microsoft.com/office/drawing/2014/main" id="{CD3B1B4D-4EB1-96E9-9DD0-F60C97FA17B4}"/>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62" name="Graphic 61">
            <a:extLst>
              <a:ext uri="{FF2B5EF4-FFF2-40B4-BE49-F238E27FC236}">
                <a16:creationId xmlns:a16="http://schemas.microsoft.com/office/drawing/2014/main" id="{041A732F-BCCC-2457-2DC2-372E9B0E3236}"/>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3" name="Rectangle 62">
            <a:extLst>
              <a:ext uri="{FF2B5EF4-FFF2-40B4-BE49-F238E27FC236}">
                <a16:creationId xmlns:a16="http://schemas.microsoft.com/office/drawing/2014/main" id="{42656AAB-8730-CADD-E968-CE6ADF729A23}"/>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4" name="Espaço Reservado para Texto 6">
            <a:extLst>
              <a:ext uri="{FF2B5EF4-FFF2-40B4-BE49-F238E27FC236}">
                <a16:creationId xmlns:a16="http://schemas.microsoft.com/office/drawing/2014/main" id="{D00FF986-E161-ED01-B9B0-044B5618655B}"/>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65" name="Group 64">
            <a:extLst>
              <a:ext uri="{FF2B5EF4-FFF2-40B4-BE49-F238E27FC236}">
                <a16:creationId xmlns:a16="http://schemas.microsoft.com/office/drawing/2014/main" id="{2DF15460-A64C-A507-8247-BC8BCAB27008}"/>
              </a:ext>
            </a:extLst>
          </p:cNvPr>
          <p:cNvGrpSpPr/>
          <p:nvPr userDrawn="1"/>
        </p:nvGrpSpPr>
        <p:grpSpPr>
          <a:xfrm>
            <a:off x="390154" y="406178"/>
            <a:ext cx="1240285" cy="341910"/>
            <a:chOff x="2700591" y="2522601"/>
            <a:chExt cx="6428993" cy="1772284"/>
          </a:xfrm>
        </p:grpSpPr>
        <p:sp>
          <p:nvSpPr>
            <p:cNvPr id="66" name="Freeform: Shape 40">
              <a:extLst>
                <a:ext uri="{FF2B5EF4-FFF2-40B4-BE49-F238E27FC236}">
                  <a16:creationId xmlns:a16="http://schemas.microsoft.com/office/drawing/2014/main" id="{A5735508-84B2-C333-E17F-988AFC579FC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67" name="Graphic 20">
              <a:extLst>
                <a:ext uri="{FF2B5EF4-FFF2-40B4-BE49-F238E27FC236}">
                  <a16:creationId xmlns:a16="http://schemas.microsoft.com/office/drawing/2014/main" id="{5DD881CB-BD90-77BB-EC8F-24C359EC2E9D}"/>
                </a:ext>
              </a:extLst>
            </p:cNvPr>
            <p:cNvGrpSpPr/>
            <p:nvPr/>
          </p:nvGrpSpPr>
          <p:grpSpPr>
            <a:xfrm>
              <a:off x="5034660" y="3339528"/>
              <a:ext cx="4094924" cy="747077"/>
              <a:chOff x="5034660" y="3339528"/>
              <a:chExt cx="4094924" cy="747077"/>
            </a:xfrm>
            <a:solidFill>
              <a:srgbClr val="FFFFFF"/>
            </a:solidFill>
          </p:grpSpPr>
          <p:sp>
            <p:nvSpPr>
              <p:cNvPr id="68" name="Freeform: Shape 42">
                <a:extLst>
                  <a:ext uri="{FF2B5EF4-FFF2-40B4-BE49-F238E27FC236}">
                    <a16:creationId xmlns:a16="http://schemas.microsoft.com/office/drawing/2014/main" id="{23186555-8418-5293-C5B9-8E2D68B1DAD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69" name="Freeform: Shape 43">
                <a:extLst>
                  <a:ext uri="{FF2B5EF4-FFF2-40B4-BE49-F238E27FC236}">
                    <a16:creationId xmlns:a16="http://schemas.microsoft.com/office/drawing/2014/main" id="{CC458950-6FEB-E061-6B8B-78F0939A8A1B}"/>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70" name="Freeform: Shape 44">
                <a:extLst>
                  <a:ext uri="{FF2B5EF4-FFF2-40B4-BE49-F238E27FC236}">
                    <a16:creationId xmlns:a16="http://schemas.microsoft.com/office/drawing/2014/main" id="{E5048AC9-B827-5C33-BB02-DAC97FB1831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71" name="Freeform: Shape 45">
                <a:extLst>
                  <a:ext uri="{FF2B5EF4-FFF2-40B4-BE49-F238E27FC236}">
                    <a16:creationId xmlns:a16="http://schemas.microsoft.com/office/drawing/2014/main" id="{3F279BFE-4205-1161-0B52-6749E9664DAF}"/>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72" name="Freeform: Shape 46">
                <a:extLst>
                  <a:ext uri="{FF2B5EF4-FFF2-40B4-BE49-F238E27FC236}">
                    <a16:creationId xmlns:a16="http://schemas.microsoft.com/office/drawing/2014/main" id="{FA1584E1-5813-7134-3D53-606754F4CDF0}"/>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73" name="Freeform: Shape 47">
                <a:extLst>
                  <a:ext uri="{FF2B5EF4-FFF2-40B4-BE49-F238E27FC236}">
                    <a16:creationId xmlns:a16="http://schemas.microsoft.com/office/drawing/2014/main" id="{F51B60BC-97AB-DF48-54FF-4BAF933DC69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74" name="Freeform: Shape 48">
                <a:extLst>
                  <a:ext uri="{FF2B5EF4-FFF2-40B4-BE49-F238E27FC236}">
                    <a16:creationId xmlns:a16="http://schemas.microsoft.com/office/drawing/2014/main" id="{664716FE-A3FD-CD9E-95FA-D16A95DF5F23}"/>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75" name="Freeform: Shape 49">
                <a:extLst>
                  <a:ext uri="{FF2B5EF4-FFF2-40B4-BE49-F238E27FC236}">
                    <a16:creationId xmlns:a16="http://schemas.microsoft.com/office/drawing/2014/main" id="{9C8E083D-9044-1216-0736-D79B7E5CB7E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76" name="Espaço Reservado para Texto 6">
            <a:extLst>
              <a:ext uri="{FF2B5EF4-FFF2-40B4-BE49-F238E27FC236}">
                <a16:creationId xmlns:a16="http://schemas.microsoft.com/office/drawing/2014/main" id="{7C298CFA-A669-5222-A96E-32F03BCFA7F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77" name="Date Placeholder 1">
            <a:extLst>
              <a:ext uri="{FF2B5EF4-FFF2-40B4-BE49-F238E27FC236}">
                <a16:creationId xmlns:a16="http://schemas.microsoft.com/office/drawing/2014/main" id="{54C0798F-039A-A3EC-EAA9-427170CC4215}"/>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21, 2026</a:t>
            </a:fld>
            <a:endParaRPr lang="en-US" dirty="0"/>
          </a:p>
        </p:txBody>
      </p:sp>
      <p:sp>
        <p:nvSpPr>
          <p:cNvPr id="78" name="Espaço Reservado para Texto 6">
            <a:extLst>
              <a:ext uri="{FF2B5EF4-FFF2-40B4-BE49-F238E27FC236}">
                <a16:creationId xmlns:a16="http://schemas.microsoft.com/office/drawing/2014/main" id="{6B13DFE6-D448-CFBC-B8D1-60EF9BFE6572}"/>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79" name="Espaço Reservado para Texto 6">
            <a:extLst>
              <a:ext uri="{FF2B5EF4-FFF2-40B4-BE49-F238E27FC236}">
                <a16:creationId xmlns:a16="http://schemas.microsoft.com/office/drawing/2014/main" id="{428403CC-42AD-1E37-3FBF-2895B87B8BA4}"/>
              </a:ext>
            </a:extLst>
          </p:cNvPr>
          <p:cNvSpPr>
            <a:spLocks noGrp="1"/>
          </p:cNvSpPr>
          <p:nvPr>
            <p:ph type="body" sz="quarter" idx="50"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76475646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Text Placeholder 4">
            <a:extLst>
              <a:ext uri="{FF2B5EF4-FFF2-40B4-BE49-F238E27FC236}">
                <a16:creationId xmlns:a16="http://schemas.microsoft.com/office/drawing/2014/main" id="{A955F5D8-0156-E60B-A6A0-DA6EBBCACA35}"/>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671F3DC4-3146-7572-DF86-04CF30B4670A}"/>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C25FBB51-101B-7BC4-6209-A6AE0F61B541}"/>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CCD507EB-0DD5-E0FE-7EBF-64F0329C193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B2D3B57B-5654-08D9-CF35-1B0510FBDB43}"/>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3E40D777-F23D-154B-ED18-B3AC90627CAD}"/>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2FB8FCA1-B9F0-6733-CCF5-17884C12C282}"/>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1C6E0D76-848C-96AE-C91B-C6E6F86E0FE1}"/>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70DBE899-3012-A4CF-0309-407CAE5D714A}"/>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3" name="Espaço Reservado para Conteúdo 14">
            <a:extLst>
              <a:ext uri="{FF2B5EF4-FFF2-40B4-BE49-F238E27FC236}">
                <a16:creationId xmlns:a16="http://schemas.microsoft.com/office/drawing/2014/main" id="{AF3F2DBA-090D-C776-7BBA-64874B35F7AC}"/>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C2553539-94F4-53FE-224D-42D9F145E1FE}"/>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020CCC31-EABC-9A13-29FD-F75168E56A12}"/>
              </a:ext>
            </a:extLst>
          </p:cNvPr>
          <p:cNvSpPr>
            <a:spLocks noGrp="1"/>
          </p:cNvSpPr>
          <p:nvPr>
            <p:ph type="body" sz="quarter" idx="23"/>
          </p:nvPr>
        </p:nvSpPr>
        <p:spPr>
          <a:xfrm>
            <a:off x="390154" y="3692524"/>
            <a:ext cx="3734170" cy="5761038"/>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528AB6C8-4A03-776C-6C2F-A6FFEB8FB5AB}"/>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3" name="Graphic 2">
            <a:extLst>
              <a:ext uri="{FF2B5EF4-FFF2-40B4-BE49-F238E27FC236}">
                <a16:creationId xmlns:a16="http://schemas.microsoft.com/office/drawing/2014/main" id="{05BB9D5A-EBDE-C175-CD3E-E0B507A11BB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E247E6EB-E84C-0DD6-761F-7C783AE1C85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1B940E1D-D282-572B-9FA1-16CEBA5BF584}"/>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7" name="Rectangle 36">
            <a:extLst>
              <a:ext uri="{FF2B5EF4-FFF2-40B4-BE49-F238E27FC236}">
                <a16:creationId xmlns:a16="http://schemas.microsoft.com/office/drawing/2014/main" id="{07F2DFBC-A822-DD8E-3CC6-647666F476F6}"/>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0" name="Espaço Reservado para Texto 6">
            <a:extLst>
              <a:ext uri="{FF2B5EF4-FFF2-40B4-BE49-F238E27FC236}">
                <a16:creationId xmlns:a16="http://schemas.microsoft.com/office/drawing/2014/main" id="{6AC03389-438B-A71B-B298-F45CEE930085}"/>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1" name="Group 40">
            <a:extLst>
              <a:ext uri="{FF2B5EF4-FFF2-40B4-BE49-F238E27FC236}">
                <a16:creationId xmlns:a16="http://schemas.microsoft.com/office/drawing/2014/main" id="{3F70470F-88B3-C8C1-6D31-C3AC721DD7A0}"/>
              </a:ext>
            </a:extLst>
          </p:cNvPr>
          <p:cNvGrpSpPr/>
          <p:nvPr userDrawn="1"/>
        </p:nvGrpSpPr>
        <p:grpSpPr>
          <a:xfrm>
            <a:off x="390154" y="406178"/>
            <a:ext cx="1240285" cy="341910"/>
            <a:chOff x="2700591" y="2522601"/>
            <a:chExt cx="6428993" cy="1772284"/>
          </a:xfrm>
        </p:grpSpPr>
        <p:sp>
          <p:nvSpPr>
            <p:cNvPr id="42" name="Freeform: Shape 40">
              <a:extLst>
                <a:ext uri="{FF2B5EF4-FFF2-40B4-BE49-F238E27FC236}">
                  <a16:creationId xmlns:a16="http://schemas.microsoft.com/office/drawing/2014/main" id="{FA38B550-E69A-14BF-7816-DC6FCB871E19}"/>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3" name="Graphic 20">
              <a:extLst>
                <a:ext uri="{FF2B5EF4-FFF2-40B4-BE49-F238E27FC236}">
                  <a16:creationId xmlns:a16="http://schemas.microsoft.com/office/drawing/2014/main" id="{6691A48E-6730-90AB-EEEC-ED1B9915CE2E}"/>
                </a:ext>
              </a:extLst>
            </p:cNvPr>
            <p:cNvGrpSpPr/>
            <p:nvPr/>
          </p:nvGrpSpPr>
          <p:grpSpPr>
            <a:xfrm>
              <a:off x="5034660" y="3339528"/>
              <a:ext cx="4094924" cy="747077"/>
              <a:chOff x="5034660" y="3339528"/>
              <a:chExt cx="4094924" cy="747077"/>
            </a:xfrm>
            <a:solidFill>
              <a:srgbClr val="FFFFFF"/>
            </a:solidFill>
          </p:grpSpPr>
          <p:sp>
            <p:nvSpPr>
              <p:cNvPr id="44" name="Freeform: Shape 42">
                <a:extLst>
                  <a:ext uri="{FF2B5EF4-FFF2-40B4-BE49-F238E27FC236}">
                    <a16:creationId xmlns:a16="http://schemas.microsoft.com/office/drawing/2014/main" id="{5B874800-9A82-0C18-70B7-60FFD09CC37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0259C9DA-CB4D-D241-4687-D7E02A62A05D}"/>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FD90D22C-AB1D-687C-F41E-F0962B87050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02D21845-2E7F-6152-F430-C6C2E393E45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2BE651EB-2E73-D5E7-C720-62FAB08CDC6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A95C3E20-FF5E-A0EB-88B7-DF350ACA9952}"/>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A44196F-EB7E-7BFB-B9D9-79C4F7170F2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2" name="Freeform: Shape 49">
                <a:extLst>
                  <a:ext uri="{FF2B5EF4-FFF2-40B4-BE49-F238E27FC236}">
                    <a16:creationId xmlns:a16="http://schemas.microsoft.com/office/drawing/2014/main" id="{BB84E2C9-366C-61C6-EF98-739C95F3BCD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3" name="Espaço Reservado para Texto 6">
            <a:extLst>
              <a:ext uri="{FF2B5EF4-FFF2-40B4-BE49-F238E27FC236}">
                <a16:creationId xmlns:a16="http://schemas.microsoft.com/office/drawing/2014/main" id="{09F7EE18-A3CE-B647-3F7D-F46C103DD4D9}"/>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4" name="Date Placeholder 1">
            <a:extLst>
              <a:ext uri="{FF2B5EF4-FFF2-40B4-BE49-F238E27FC236}">
                <a16:creationId xmlns:a16="http://schemas.microsoft.com/office/drawing/2014/main" id="{8E5AB956-024E-968E-D4E7-BEECA616A51F}"/>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21, 2026</a:t>
            </a:fld>
            <a:endParaRPr lang="en-US" dirty="0"/>
          </a:p>
        </p:txBody>
      </p:sp>
      <p:sp>
        <p:nvSpPr>
          <p:cNvPr id="56" name="Espaço Reservado para Texto 6">
            <a:extLst>
              <a:ext uri="{FF2B5EF4-FFF2-40B4-BE49-F238E27FC236}">
                <a16:creationId xmlns:a16="http://schemas.microsoft.com/office/drawing/2014/main" id="{D51BA7C7-F6B6-3F30-55F1-536EE9CD935B}"/>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7" name="Espaço Reservado para Texto 6">
            <a:extLst>
              <a:ext uri="{FF2B5EF4-FFF2-40B4-BE49-F238E27FC236}">
                <a16:creationId xmlns:a16="http://schemas.microsoft.com/office/drawing/2014/main" id="{32394EDD-DF82-E908-FC7C-D719F162DC7B}"/>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84879057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5" name="Text Placeholder 4">
            <a:extLst>
              <a:ext uri="{FF2B5EF4-FFF2-40B4-BE49-F238E27FC236}">
                <a16:creationId xmlns:a16="http://schemas.microsoft.com/office/drawing/2014/main" id="{BF7DFD60-2E36-4F02-82F8-E04D808E1906}"/>
              </a:ext>
            </a:extLst>
          </p:cNvPr>
          <p:cNvSpPr>
            <a:spLocks noGrp="1"/>
          </p:cNvSpPr>
          <p:nvPr>
            <p:ph type="body" sz="quarter" idx="20"/>
          </p:nvPr>
        </p:nvSpPr>
        <p:spPr>
          <a:xfrm>
            <a:off x="390154" y="2150953"/>
            <a:ext cx="3734171" cy="7246052"/>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4" name="Text Placeholder 4">
            <a:extLst>
              <a:ext uri="{FF2B5EF4-FFF2-40B4-BE49-F238E27FC236}">
                <a16:creationId xmlns:a16="http://schemas.microsoft.com/office/drawing/2014/main" id="{6B77B479-67B9-3D1F-DB63-5A937E29D921}"/>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5" name="Text Placeholder 4">
            <a:extLst>
              <a:ext uri="{FF2B5EF4-FFF2-40B4-BE49-F238E27FC236}">
                <a16:creationId xmlns:a16="http://schemas.microsoft.com/office/drawing/2014/main" id="{CF97AD4E-3588-342E-979B-0CCDF1CF3A66}"/>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6" name="Text Placeholder 4">
            <a:extLst>
              <a:ext uri="{FF2B5EF4-FFF2-40B4-BE49-F238E27FC236}">
                <a16:creationId xmlns:a16="http://schemas.microsoft.com/office/drawing/2014/main" id="{B85DC042-1D7C-4735-DB80-659003055DC8}"/>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8" name="Text Placeholder 4">
            <a:extLst>
              <a:ext uri="{FF2B5EF4-FFF2-40B4-BE49-F238E27FC236}">
                <a16:creationId xmlns:a16="http://schemas.microsoft.com/office/drawing/2014/main" id="{35C34336-3E73-5DC1-40F0-6AF846D48E78}"/>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9" name="Text Placeholder 4">
            <a:extLst>
              <a:ext uri="{FF2B5EF4-FFF2-40B4-BE49-F238E27FC236}">
                <a16:creationId xmlns:a16="http://schemas.microsoft.com/office/drawing/2014/main" id="{8CD3B534-6D99-4C48-73C6-A90E786EAF1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0" name="Text Placeholder 4">
            <a:extLst>
              <a:ext uri="{FF2B5EF4-FFF2-40B4-BE49-F238E27FC236}">
                <a16:creationId xmlns:a16="http://schemas.microsoft.com/office/drawing/2014/main" id="{2028EDBB-9588-28C2-3D10-94EAAEC88F4D}"/>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1" name="Text Placeholder 4">
            <a:extLst>
              <a:ext uri="{FF2B5EF4-FFF2-40B4-BE49-F238E27FC236}">
                <a16:creationId xmlns:a16="http://schemas.microsoft.com/office/drawing/2014/main" id="{2A785A59-B1EC-BCA9-3C61-AA41FD3030AA}"/>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2" name="Text Placeholder 4">
            <a:extLst>
              <a:ext uri="{FF2B5EF4-FFF2-40B4-BE49-F238E27FC236}">
                <a16:creationId xmlns:a16="http://schemas.microsoft.com/office/drawing/2014/main" id="{687FE4BC-3557-8ACF-282E-E55A17020846}"/>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3" name="Text Placeholder 4">
            <a:extLst>
              <a:ext uri="{FF2B5EF4-FFF2-40B4-BE49-F238E27FC236}">
                <a16:creationId xmlns:a16="http://schemas.microsoft.com/office/drawing/2014/main" id="{71BC99D4-EA9B-7B0F-636D-51A7398724C0}"/>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4" name="Straight Connector 33">
            <a:extLst>
              <a:ext uri="{FF2B5EF4-FFF2-40B4-BE49-F238E27FC236}">
                <a16:creationId xmlns:a16="http://schemas.microsoft.com/office/drawing/2014/main" id="{539D7FB9-B2E7-F477-8C41-841677DAAFE0}"/>
              </a:ext>
            </a:extLst>
          </p:cNvPr>
          <p:cNvCxnSpPr>
            <a:cxnSpLocks/>
          </p:cNvCxnSpPr>
          <p:nvPr userDrawn="1"/>
        </p:nvCxnSpPr>
        <p:spPr>
          <a:xfrm>
            <a:off x="4227459" y="2150951"/>
            <a:ext cx="0" cy="724605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Espaço Reservado para Conteúdo 14">
            <a:extLst>
              <a:ext uri="{FF2B5EF4-FFF2-40B4-BE49-F238E27FC236}">
                <a16:creationId xmlns:a16="http://schemas.microsoft.com/office/drawing/2014/main" id="{5D3EDB8D-754F-B41B-52BE-3C9C63C87727}"/>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pic>
        <p:nvPicPr>
          <p:cNvPr id="3" name="Graphic 2">
            <a:extLst>
              <a:ext uri="{FF2B5EF4-FFF2-40B4-BE49-F238E27FC236}">
                <a16:creationId xmlns:a16="http://schemas.microsoft.com/office/drawing/2014/main" id="{35506383-B761-D6BF-E9C5-213A99292D8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47D37BCB-8BD1-530F-56F4-52C5492387D4}"/>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4253F920-37E1-2CCC-D0AD-0BD23A499100}"/>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6" name="Rectangle 35">
            <a:extLst>
              <a:ext uri="{FF2B5EF4-FFF2-40B4-BE49-F238E27FC236}">
                <a16:creationId xmlns:a16="http://schemas.microsoft.com/office/drawing/2014/main" id="{E3A5AFDE-C0AE-61B1-43A2-060D526B8D00}"/>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9" name="Espaço Reservado para Texto 6">
            <a:extLst>
              <a:ext uri="{FF2B5EF4-FFF2-40B4-BE49-F238E27FC236}">
                <a16:creationId xmlns:a16="http://schemas.microsoft.com/office/drawing/2014/main" id="{ABC67BA8-3B7B-64ED-E732-64AB943B73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0" name="Group 39">
            <a:extLst>
              <a:ext uri="{FF2B5EF4-FFF2-40B4-BE49-F238E27FC236}">
                <a16:creationId xmlns:a16="http://schemas.microsoft.com/office/drawing/2014/main" id="{8180E645-A281-578A-9584-040B1B360A76}"/>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C2A4BCDC-C853-CEEC-FDC4-37A7DDB5273C}"/>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99AF96D5-788D-A4B8-E8B9-9DB8B25439A4}"/>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70473335-3A57-EADC-D22A-2CB0F56A1F2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05C36AE0-F013-88E6-CE9C-9FE55D18312B}"/>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2DCB93B2-FF33-AE52-CE4C-1894F302393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3163FF1D-01B0-986B-BAC6-648384EFBD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949DC71-6D26-236E-9F09-DA4F2A5D36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5478D96D-1F00-583E-2831-8AE7D9E00C6B}"/>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ACBDB0BC-490E-2746-BE69-4945759C771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A6763E9-4D09-7546-0D6F-D7300AF97A4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1" name="Espaço Reservado para Texto 6">
            <a:extLst>
              <a:ext uri="{FF2B5EF4-FFF2-40B4-BE49-F238E27FC236}">
                <a16:creationId xmlns:a16="http://schemas.microsoft.com/office/drawing/2014/main" id="{96A76248-D278-A93C-29A0-F3B678A4A768}"/>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2" name="Date Placeholder 1">
            <a:extLst>
              <a:ext uri="{FF2B5EF4-FFF2-40B4-BE49-F238E27FC236}">
                <a16:creationId xmlns:a16="http://schemas.microsoft.com/office/drawing/2014/main" id="{50D3FFE1-1214-4FAD-7C1E-F096A11C5683}"/>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21, 2026</a:t>
            </a:fld>
            <a:endParaRPr lang="en-US" dirty="0"/>
          </a:p>
        </p:txBody>
      </p:sp>
      <p:sp>
        <p:nvSpPr>
          <p:cNvPr id="53" name="Espaço Reservado para Texto 6">
            <a:extLst>
              <a:ext uri="{FF2B5EF4-FFF2-40B4-BE49-F238E27FC236}">
                <a16:creationId xmlns:a16="http://schemas.microsoft.com/office/drawing/2014/main" id="{1A4BAC10-6E9D-8385-641C-6B58829F3F45}"/>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91B88A0C-F37B-BB3A-DBD6-ABA7F32903D2}"/>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7160377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369252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385432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398119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417877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434057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446744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467234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483414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496101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3" name="Graphic 2">
            <a:extLst>
              <a:ext uri="{FF2B5EF4-FFF2-40B4-BE49-F238E27FC236}">
                <a16:creationId xmlns:a16="http://schemas.microsoft.com/office/drawing/2014/main" id="{A14C112E-6DCA-347F-EE5D-94BD1FF4690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266E850E-7816-E3FB-7226-A8CEE21A4F54}"/>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A19085B0-E61E-AC5E-FDC5-AA0B2FF285FE}"/>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3" name="Rectangle 32">
            <a:extLst>
              <a:ext uri="{FF2B5EF4-FFF2-40B4-BE49-F238E27FC236}">
                <a16:creationId xmlns:a16="http://schemas.microsoft.com/office/drawing/2014/main" id="{87A6E124-C454-3CB2-445A-4AF1960A1BAD}"/>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0" name="Espaço Reservado para Texto 6">
            <a:extLst>
              <a:ext uri="{FF2B5EF4-FFF2-40B4-BE49-F238E27FC236}">
                <a16:creationId xmlns:a16="http://schemas.microsoft.com/office/drawing/2014/main" id="{77A0EA1E-B1C6-89A3-CA3F-DBA7725D0861}"/>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1" name="Group 40">
            <a:extLst>
              <a:ext uri="{FF2B5EF4-FFF2-40B4-BE49-F238E27FC236}">
                <a16:creationId xmlns:a16="http://schemas.microsoft.com/office/drawing/2014/main" id="{4355ED90-9BB0-9B47-3D12-3994341D7F5E}"/>
              </a:ext>
            </a:extLst>
          </p:cNvPr>
          <p:cNvGrpSpPr/>
          <p:nvPr userDrawn="1"/>
        </p:nvGrpSpPr>
        <p:grpSpPr>
          <a:xfrm>
            <a:off x="390154" y="406178"/>
            <a:ext cx="1240285" cy="341910"/>
            <a:chOff x="2700591" y="2522601"/>
            <a:chExt cx="6428993" cy="1772284"/>
          </a:xfrm>
        </p:grpSpPr>
        <p:sp>
          <p:nvSpPr>
            <p:cNvPr id="42" name="Freeform: Shape 40">
              <a:extLst>
                <a:ext uri="{FF2B5EF4-FFF2-40B4-BE49-F238E27FC236}">
                  <a16:creationId xmlns:a16="http://schemas.microsoft.com/office/drawing/2014/main" id="{B4CAC0FC-6CB6-396E-D603-01B7C63AEBAB}"/>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3" name="Graphic 20">
              <a:extLst>
                <a:ext uri="{FF2B5EF4-FFF2-40B4-BE49-F238E27FC236}">
                  <a16:creationId xmlns:a16="http://schemas.microsoft.com/office/drawing/2014/main" id="{93640F19-A573-6591-D881-F7514B92A0EC}"/>
                </a:ext>
              </a:extLst>
            </p:cNvPr>
            <p:cNvGrpSpPr/>
            <p:nvPr/>
          </p:nvGrpSpPr>
          <p:grpSpPr>
            <a:xfrm>
              <a:off x="5034660" y="3339528"/>
              <a:ext cx="4094924" cy="747077"/>
              <a:chOff x="5034660" y="3339528"/>
              <a:chExt cx="4094924" cy="747077"/>
            </a:xfrm>
            <a:solidFill>
              <a:srgbClr val="FFFFFF"/>
            </a:solidFill>
          </p:grpSpPr>
          <p:sp>
            <p:nvSpPr>
              <p:cNvPr id="44" name="Freeform: Shape 42">
                <a:extLst>
                  <a:ext uri="{FF2B5EF4-FFF2-40B4-BE49-F238E27FC236}">
                    <a16:creationId xmlns:a16="http://schemas.microsoft.com/office/drawing/2014/main" id="{980A1C3B-BDD6-1624-9D56-F61461366687}"/>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ACB0653D-D9CE-184D-870B-0AF98AAF0011}"/>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1EBF33D-BB2A-5D47-B614-77FEC291A0B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B827DE25-E39B-23AF-347D-00DD1BE6296F}"/>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A30F8FB0-7C17-CC2E-8551-19F64F34E9F6}"/>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67257BAD-B632-E55E-00DD-D18DB6D18476}"/>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1AD43897-A594-3DAC-1F4A-264F898BF90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031F5F64-E36B-432B-EB75-281EF5EF779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042E2818-2681-CC77-2A2E-5C0F5876E115}"/>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Date Placeholder 1">
            <a:extLst>
              <a:ext uri="{FF2B5EF4-FFF2-40B4-BE49-F238E27FC236}">
                <a16:creationId xmlns:a16="http://schemas.microsoft.com/office/drawing/2014/main" id="{DF3A696C-8363-F4F9-A4F9-E35C8C06A8DF}"/>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21, 2026</a:t>
            </a:fld>
            <a:endParaRPr lang="en-US" dirty="0"/>
          </a:p>
        </p:txBody>
      </p:sp>
      <p:sp>
        <p:nvSpPr>
          <p:cNvPr id="55" name="Espaço Reservado para Texto 6">
            <a:extLst>
              <a:ext uri="{FF2B5EF4-FFF2-40B4-BE49-F238E27FC236}">
                <a16:creationId xmlns:a16="http://schemas.microsoft.com/office/drawing/2014/main" id="{BE80DB58-0BEF-DBD0-C931-338EC79821A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6" name="Espaço Reservado para Texto 6">
            <a:extLst>
              <a:ext uri="{FF2B5EF4-FFF2-40B4-BE49-F238E27FC236}">
                <a16:creationId xmlns:a16="http://schemas.microsoft.com/office/drawing/2014/main" id="{882E17B6-41EA-9697-2836-56691F98857A}"/>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80186430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EE9ED39-57B7-5C8F-E9B2-57A1AC073839}"/>
              </a:ext>
            </a:extLst>
          </p:cNvPr>
          <p:cNvGrpSpPr/>
          <p:nvPr userDrawn="1"/>
        </p:nvGrpSpPr>
        <p:grpSpPr>
          <a:xfrm flipV="1">
            <a:off x="4738912" y="0"/>
            <a:ext cx="2119086" cy="9906000"/>
            <a:chOff x="-1" y="0"/>
            <a:chExt cx="1467060" cy="6858000"/>
          </a:xfrm>
        </p:grpSpPr>
        <p:pic>
          <p:nvPicPr>
            <p:cNvPr id="4" name="Graphic 3">
              <a:extLst>
                <a:ext uri="{FF2B5EF4-FFF2-40B4-BE49-F238E27FC236}">
                  <a16:creationId xmlns:a16="http://schemas.microsoft.com/office/drawing/2014/main" id="{D76B8EF7-CCD7-9A94-CD80-B82D9220F66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71178" b="20035"/>
            <a:stretch/>
          </p:blipFill>
          <p:spPr>
            <a:xfrm flipV="1">
              <a:off x="0" y="0"/>
              <a:ext cx="1467059" cy="6858000"/>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E28CC665-FF99-579A-7610-C998972AF3D6}"/>
                </a:ext>
              </a:extLst>
            </p:cNvPr>
            <p:cNvPicPr>
              <a:picLocks noChangeAspect="1"/>
            </p:cNvPicPr>
            <p:nvPr userDrawn="1"/>
          </p:nvPicPr>
          <p:blipFill>
            <a:blip r:embed="rId4">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err="1">
                <a:solidFill>
                  <a:srgbClr val="242424"/>
                </a:solidFill>
                <a:latin typeface="+mj-lt"/>
                <a:ea typeface="XP Light Lighthouse" pitchFamily="50" charset="0"/>
              </a:rPr>
              <a:t>Table</a:t>
            </a:r>
            <a:r>
              <a:rPr lang="pt-BR" sz="2800" dirty="0">
                <a:solidFill>
                  <a:srgbClr val="242424"/>
                </a:solidFill>
                <a:latin typeface="+mj-lt"/>
                <a:ea typeface="XP Light Lighthouse" pitchFamily="50" charset="0"/>
              </a:rPr>
              <a:t> </a:t>
            </a:r>
            <a:r>
              <a:rPr lang="pt-BR" sz="2800" dirty="0" err="1">
                <a:solidFill>
                  <a:srgbClr val="242424"/>
                </a:solidFill>
                <a:latin typeface="+mj-lt"/>
                <a:ea typeface="XP Light Lighthouse" pitchFamily="50" charset="0"/>
              </a:rPr>
              <a:t>of</a:t>
            </a:r>
            <a:r>
              <a:rPr lang="pt-BR" sz="2800" dirty="0">
                <a:solidFill>
                  <a:srgbClr val="242424"/>
                </a:solidFill>
                <a:latin typeface="+mj-lt"/>
                <a:ea typeface="XP Light Lighthouse" pitchFamily="50" charset="0"/>
              </a:rPr>
              <a:t> </a:t>
            </a:r>
            <a:r>
              <a:rPr lang="pt-BR" sz="2800" dirty="0" err="1">
                <a:solidFill>
                  <a:srgbClr val="242424"/>
                </a:solidFill>
                <a:latin typeface="+mj-lt"/>
                <a:ea typeface="XP Light Lighthouse" pitchFamily="50" charset="0"/>
              </a:rPr>
              <a:t>contents</a:t>
            </a:r>
            <a:endParaRPr lang="pt-BR" sz="2800" dirty="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pic>
        <p:nvPicPr>
          <p:cNvPr id="7" name="Graphic 6">
            <a:extLst>
              <a:ext uri="{FF2B5EF4-FFF2-40B4-BE49-F238E27FC236}">
                <a16:creationId xmlns:a16="http://schemas.microsoft.com/office/drawing/2014/main" id="{77BEDD1F-2524-1721-0294-2410EF7793F2}"/>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122746759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8D2F29-33FD-47A7-AB10-B1FA6BDB1599}" type="datetime4">
              <a:rPr lang="en-US" smtClean="0"/>
              <a:pPr/>
              <a:t>August 21, 2026</a:t>
            </a:fld>
            <a:endParaRPr lang="en-US" dirty="0"/>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August 21, 2026</a:t>
            </a:fld>
            <a:endParaRPr lang="en-US"/>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August 21, 2026</a:t>
            </a:fld>
            <a:endParaRPr lang="en-US"/>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66630"/>
            <a:ext cx="148017" cy="145499"/>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50858086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August 21, 2026</a:t>
            </a:fld>
            <a:endParaRPr lang="en-US" dirty="0"/>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August 21, 2026</a:t>
            </a:fld>
            <a:endParaRPr lang="en-US" dirty="0"/>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21, 2026</a:t>
            </a:fld>
            <a:endParaRPr lang="en-US"/>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21,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884321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August 21,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8592096"/>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report was prepared considering the product risk classification in order to generate allocation results for each investor profile.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analysts are obligated to comply with all the rules laid down in the APIMEC </a:t>
            </a:r>
            <a:r>
              <a:rPr lang="en-US" sz="700" kern="1200" spc="-10" baseline="0" dirty="0" err="1">
                <a:solidFill>
                  <a:schemeClr val="tx2"/>
                </a:solidFill>
                <a:effectLst/>
                <a:latin typeface="XP" pitchFamily="2" charset="77"/>
                <a:ea typeface="XP" pitchFamily="2" charset="77"/>
                <a:cs typeface="+mn-cs"/>
              </a:rPr>
              <a:t>Brasil’s</a:t>
            </a:r>
            <a:r>
              <a:rPr lang="en-US" sz="700" kern="1200" spc="-10" baseline="0" dirty="0">
                <a:solidFill>
                  <a:schemeClr val="tx2"/>
                </a:solidFill>
                <a:effectLst/>
                <a:latin typeface="XP" pitchFamily="2" charset="77"/>
                <a:ea typeface="XP" pitchFamily="2" charset="77"/>
                <a:cs typeface="+mn-cs"/>
              </a:rPr>
              <a:t> conduct code for the securities analyst and XP Investimentos’ analyst of securities conduct policy.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Customer service is carried out by XP Investimentos employees or by investments advisors who perform their activities through XP, in accordance with CVM Resolution 178/2023, which are registered in the national association of brokers and distributors of securities (“ANCORD”). The investments advisors may not provide consulting, administration or management of customer net worth, and must act as an intermediary and request prior authorization from the client for the realization of any operation in the capital market.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report is intended exclusively for to the XP Investimentos’ network, including XP’s investments advisors and XP’s customers, and may also be released on XP’s website. It is prohibited to reproduce or redistribute this report to any person, in whole or in part, whatever the purpose, without the prior express consent of XP Investimentos.</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a:t>
            </a:r>
            <a:r>
              <a:rPr lang="en-US" sz="700" kern="1200" spc="-10" baseline="0" dirty="0" err="1">
                <a:solidFill>
                  <a:schemeClr val="tx2"/>
                </a:solidFill>
                <a:effectLst/>
                <a:latin typeface="XP" pitchFamily="2" charset="77"/>
                <a:ea typeface="XP" pitchFamily="2" charset="77"/>
                <a:cs typeface="+mn-cs"/>
              </a:rPr>
              <a:t>ttps</a:t>
            </a:r>
            <a:r>
              <a:rPr lang="en-US" sz="700" kern="1200" spc="-10" baseline="0" dirty="0">
                <a:solidFill>
                  <a:schemeClr val="tx2"/>
                </a:solidFill>
                <a:effectLst/>
                <a:latin typeface="XP" pitchFamily="2" charset="77"/>
                <a:ea typeface="XP" pitchFamily="2" charset="77"/>
                <a:cs typeface="+mn-cs"/>
              </a:rPr>
              <a:t>://</a:t>
            </a:r>
            <a:r>
              <a:rPr lang="en-US" sz="700" kern="1200" spc="-10" baseline="0" dirty="0" err="1">
                <a:solidFill>
                  <a:schemeClr val="tx2"/>
                </a:solidFill>
                <a:effectLst/>
                <a:latin typeface="XP" pitchFamily="2" charset="77"/>
                <a:ea typeface="XP" pitchFamily="2" charset="77"/>
                <a:cs typeface="+mn-cs"/>
              </a:rPr>
              <a:t>institucional.xpi.com.br</a:t>
            </a:r>
            <a:r>
              <a:rPr lang="en-US" sz="700" kern="1200" spc="-10" baseline="0" dirty="0">
                <a:solidFill>
                  <a:schemeClr val="tx2"/>
                </a:solidFill>
                <a:effectLst/>
                <a:latin typeface="XP" pitchFamily="2" charset="77"/>
                <a:ea typeface="XP" pitchFamily="2" charset="77"/>
                <a:cs typeface="+mn-cs"/>
              </a:rPr>
              <a:t>/</a:t>
            </a:r>
            <a:r>
              <a:rPr lang="en-US" sz="700" kern="1200" spc="-10" baseline="0" dirty="0" err="1">
                <a:solidFill>
                  <a:schemeClr val="tx2"/>
                </a:solidFill>
                <a:effectLst/>
                <a:latin typeface="XP" pitchFamily="2" charset="77"/>
                <a:ea typeface="XP" pitchFamily="2" charset="77"/>
                <a:cs typeface="+mn-cs"/>
              </a:rPr>
              <a:t>ouvidoria.aspx</a:t>
            </a:r>
            <a:r>
              <a:rPr lang="en-US" sz="700" kern="1200" spc="-10" baseline="0" dirty="0">
                <a:solidFill>
                  <a:schemeClr val="tx2"/>
                </a:solidFill>
                <a:effectLst/>
                <a:latin typeface="XP" pitchFamily="2" charset="77"/>
                <a:ea typeface="XP" pitchFamily="2" charset="77"/>
                <a:cs typeface="+mn-cs"/>
              </a:rPr>
              <a: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cost of the transactions billing policies are defined in the operational cost tables which are made available on XP Investimentos website: </a:t>
            </a:r>
            <a:r>
              <a:rPr lang="en-US" sz="700" kern="1200" spc="-10" baseline="0" dirty="0" err="1">
                <a:solidFill>
                  <a:schemeClr val="tx2"/>
                </a:solidFill>
                <a:effectLst/>
                <a:latin typeface="XP" pitchFamily="2" charset="77"/>
                <a:ea typeface="XP" pitchFamily="2" charset="77"/>
                <a:cs typeface="+mn-cs"/>
              </a:rPr>
              <a:t>www.xpi.com.br</a:t>
            </a:r>
            <a:r>
              <a:rPr lang="en-US" sz="700" kern="1200" spc="-10" baseline="0" dirty="0">
                <a:solidFill>
                  <a:schemeClr val="tx2"/>
                </a:solidFill>
                <a:effectLst/>
                <a:latin typeface="XP" pitchFamily="2" charset="77"/>
                <a:ea typeface="XP" pitchFamily="2" charset="77"/>
                <a:cs typeface="+mn-cs"/>
              </a:rPr>
              <a:t>.</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is exempt from any liability for any damages, direct or indirect, that come from the use of this report or its contents.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institution is adhering ANBIMA Code of Regulation for Distribution of Investment Products.</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Investments US, LLC, a broker-dealer registered with the U.S. Securities and Exchange Commission, has assumed responsibility for this research for purposes of U.S. law.  All transactions arising from this research should be directed to XP Investments US, LLC, at +1 646-664-0525.</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51886037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9_Fechamento">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grpSp>
        <p:nvGrpSpPr>
          <p:cNvPr id="52" name="Group 51">
            <a:extLst>
              <a:ext uri="{FF2B5EF4-FFF2-40B4-BE49-F238E27FC236}">
                <a16:creationId xmlns:a16="http://schemas.microsoft.com/office/drawing/2014/main" id="{EC4BCA75-7F1B-481D-83B9-D8049585F325}"/>
              </a:ext>
            </a:extLst>
          </p:cNvPr>
          <p:cNvGrpSpPr/>
          <p:nvPr userDrawn="1"/>
        </p:nvGrpSpPr>
        <p:grpSpPr>
          <a:xfrm>
            <a:off x="2258539" y="4630339"/>
            <a:ext cx="2340922" cy="645323"/>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pPr algn="ctr"/>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pPr algn="ctr"/>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pPr algn="ctr"/>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pPr algn="ctr"/>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pPr algn="ctr"/>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pPr algn="ctr"/>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2023449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Agro, alimentos e bebidas">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E3B1163-CCC9-1979-5D10-8ECD746F5FCC}"/>
              </a:ext>
            </a:extLst>
          </p:cNvPr>
          <p:cNvSpPr/>
          <p:nvPr userDrawn="1"/>
        </p:nvSpPr>
        <p:spPr>
          <a:xfrm>
            <a:off x="0" y="-3"/>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8" name="Imagem 7" descr="Frutas e vegetais&#10;&#10;Descrição gerada automaticamente">
            <a:extLst>
              <a:ext uri="{FF2B5EF4-FFF2-40B4-BE49-F238E27FC236}">
                <a16:creationId xmlns:a16="http://schemas.microsoft.com/office/drawing/2014/main" id="{19467A36-704B-386B-9F69-26B3AAC82C6C}"/>
              </a:ext>
            </a:extLst>
          </p:cNvPr>
          <p:cNvPicPr>
            <a:picLocks noChangeAspect="1"/>
          </p:cNvPicPr>
          <p:nvPr userDrawn="1"/>
        </p:nvPicPr>
        <p:blipFill>
          <a:blip r:embed="rId3" cstate="screen">
            <a:alphaModFix amt="25000"/>
            <a:extLst>
              <a:ext uri="{28A0092B-C50C-407E-A947-70E740481C1C}">
                <a14:useLocalDpi xmlns:a14="http://schemas.microsoft.com/office/drawing/2010/main"/>
              </a:ext>
            </a:extLst>
          </a:blip>
          <a:srcRect/>
          <a:stretch>
            <a:fillRect/>
          </a:stretch>
        </p:blipFill>
        <p:spPr>
          <a:xfrm>
            <a:off x="0" y="3"/>
            <a:ext cx="6858000" cy="9905997"/>
          </a:xfrm>
          <a:custGeom>
            <a:avLst/>
            <a:gdLst>
              <a:gd name="connsiteX0" fmla="*/ 0 w 6858000"/>
              <a:gd name="connsiteY0" fmla="*/ 0 h 9905997"/>
              <a:gd name="connsiteX1" fmla="*/ 6858000 w 6858000"/>
              <a:gd name="connsiteY1" fmla="*/ 0 h 9905997"/>
              <a:gd name="connsiteX2" fmla="*/ 6858000 w 6858000"/>
              <a:gd name="connsiteY2" fmla="*/ 9905997 h 9905997"/>
              <a:gd name="connsiteX3" fmla="*/ 0 w 6858000"/>
              <a:gd name="connsiteY3" fmla="*/ 9905997 h 9905997"/>
            </a:gdLst>
            <a:ahLst/>
            <a:cxnLst>
              <a:cxn ang="0">
                <a:pos x="connsiteX0" y="connsiteY0"/>
              </a:cxn>
              <a:cxn ang="0">
                <a:pos x="connsiteX1" y="connsiteY1"/>
              </a:cxn>
              <a:cxn ang="0">
                <a:pos x="connsiteX2" y="connsiteY2"/>
              </a:cxn>
              <a:cxn ang="0">
                <a:pos x="connsiteX3" y="connsiteY3"/>
              </a:cxn>
            </a:cxnLst>
            <a:rect l="l" t="t" r="r" b="b"/>
            <a:pathLst>
              <a:path w="6858000" h="9905997">
                <a:moveTo>
                  <a:pt x="0" y="0"/>
                </a:moveTo>
                <a:lnTo>
                  <a:pt x="6858000" y="0"/>
                </a:lnTo>
                <a:lnTo>
                  <a:pt x="6858000" y="9905997"/>
                </a:lnTo>
                <a:lnTo>
                  <a:pt x="0" y="9905997"/>
                </a:lnTo>
                <a:close/>
              </a:path>
            </a:pathLst>
          </a:custGeom>
        </p:spPr>
      </p:pic>
      <p:pic>
        <p:nvPicPr>
          <p:cNvPr id="10" name="Graphic 9">
            <a:extLst>
              <a:ext uri="{FF2B5EF4-FFF2-40B4-BE49-F238E27FC236}">
                <a16:creationId xmlns:a16="http://schemas.microsoft.com/office/drawing/2014/main" id="{F49ABFC1-C342-CD17-8E24-68B202FF4DD6}"/>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9269" t="2351" r="1339" b="20035"/>
          <a:stretch/>
        </p:blipFill>
        <p:spPr>
          <a:xfrm flipV="1">
            <a:off x="-1" y="0"/>
            <a:ext cx="6858001" cy="9906000"/>
          </a:xfrm>
          <a:prstGeom prst="rect">
            <a:avLst/>
          </a:prstGeom>
        </p:spPr>
      </p:pic>
      <p:pic>
        <p:nvPicPr>
          <p:cNvPr id="13" name="Graphic 12">
            <a:extLst>
              <a:ext uri="{FF2B5EF4-FFF2-40B4-BE49-F238E27FC236}">
                <a16:creationId xmlns:a16="http://schemas.microsoft.com/office/drawing/2014/main" id="{2B3617B2-4386-53AD-39A7-6CFB852D60D5}"/>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27193" t="22453" r="47498" b="7994"/>
          <a:stretch/>
        </p:blipFill>
        <p:spPr>
          <a:xfrm>
            <a:off x="0" y="1133591"/>
            <a:ext cx="6858000" cy="8738553"/>
          </a:xfrm>
          <a:prstGeom prst="rect">
            <a:avLst/>
          </a:prstGeom>
        </p:spPr>
      </p:pic>
      <p:grpSp>
        <p:nvGrpSpPr>
          <p:cNvPr id="2" name="Agrupar 1">
            <a:extLst>
              <a:ext uri="{FF2B5EF4-FFF2-40B4-BE49-F238E27FC236}">
                <a16:creationId xmlns:a16="http://schemas.microsoft.com/office/drawing/2014/main" id="{12DD471D-7E3A-5696-BFDC-BC93E1279A2D}"/>
              </a:ext>
            </a:extLst>
          </p:cNvPr>
          <p:cNvGrpSpPr/>
          <p:nvPr userDrawn="1"/>
        </p:nvGrpSpPr>
        <p:grpSpPr>
          <a:xfrm>
            <a:off x="-2" y="-33856"/>
            <a:ext cx="6858001" cy="9906000"/>
            <a:chOff x="3836069" y="701305"/>
            <a:chExt cx="6858001" cy="9906000"/>
          </a:xfrm>
        </p:grpSpPr>
        <p:sp>
          <p:nvSpPr>
            <p:cNvPr id="3" name="Rectangle 50">
              <a:extLst>
                <a:ext uri="{FF2B5EF4-FFF2-40B4-BE49-F238E27FC236}">
                  <a16:creationId xmlns:a16="http://schemas.microsoft.com/office/drawing/2014/main" id="{62502AB0-64AA-9E82-4E61-E8AC520077F2}"/>
                </a:ext>
              </a:extLst>
            </p:cNvPr>
            <p:cNvSpPr/>
            <p:nvPr/>
          </p:nvSpPr>
          <p:spPr>
            <a:xfrm rot="10800000">
              <a:off x="3836070"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 name="Rectangle 1">
              <a:extLst>
                <a:ext uri="{FF2B5EF4-FFF2-40B4-BE49-F238E27FC236}">
                  <a16:creationId xmlns:a16="http://schemas.microsoft.com/office/drawing/2014/main" id="{65C3F032-3230-CC1F-B579-F0F95BD08170}"/>
                </a:ext>
              </a:extLst>
            </p:cNvPr>
            <p:cNvSpPr>
              <a:spLocks/>
            </p:cNvSpPr>
            <p:nvPr/>
          </p:nvSpPr>
          <p:spPr>
            <a:xfrm>
              <a:off x="3836069"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pic>
        <p:nvPicPr>
          <p:cNvPr id="9" name="Picture 8" descr="A blue and white dot pattern&#10;&#10;AI-generated content may be incorrect.">
            <a:extLst>
              <a:ext uri="{FF2B5EF4-FFF2-40B4-BE49-F238E27FC236}">
                <a16:creationId xmlns:a16="http://schemas.microsoft.com/office/drawing/2014/main" id="{D572D620-A33D-FA48-00AE-F1018BB7DF23}"/>
              </a:ext>
            </a:extLst>
          </p:cNvPr>
          <p:cNvPicPr>
            <a:picLocks noChangeAspect="1"/>
          </p:cNvPicPr>
          <p:nvPr userDrawn="1"/>
        </p:nvPicPr>
        <p:blipFill>
          <a:blip r:embed="rId6" cstate="screen">
            <a:alphaModFix amt="18000"/>
            <a:extLst>
              <a:ext uri="{BEBA8EAE-BF5A-486C-A8C5-ECC9F3942E4B}">
                <a14:imgProps xmlns:a14="http://schemas.microsoft.com/office/drawing/2010/main">
                  <a14:imgLayer r:embed="rId7">
                    <a14:imgEffect>
                      <a14:colorTemperature colorTemp="4700"/>
                    </a14:imgEffect>
                    <a14:imgEffect>
                      <a14:saturation sat="33000"/>
                    </a14:imgEffect>
                  </a14:imgLayer>
                </a14:imgProps>
              </a:ext>
              <a:ext uri="{28A0092B-C50C-407E-A947-70E740481C1C}">
                <a14:useLocalDpi xmlns:a14="http://schemas.microsoft.com/office/drawing/2010/main"/>
              </a:ext>
            </a:extLst>
          </a:blip>
          <a:srcRect t="-673"/>
          <a:stretch/>
        </p:blipFill>
        <p:spPr>
          <a:xfrm>
            <a:off x="0" y="875240"/>
            <a:ext cx="6858000" cy="8809959"/>
          </a:xfrm>
          <a:prstGeom prst="rect">
            <a:avLst/>
          </a:prstGeom>
        </p:spPr>
      </p:pic>
      <p:pic>
        <p:nvPicPr>
          <p:cNvPr id="15" name="Picture 14">
            <a:extLst>
              <a:ext uri="{FF2B5EF4-FFF2-40B4-BE49-F238E27FC236}">
                <a16:creationId xmlns:a16="http://schemas.microsoft.com/office/drawing/2014/main" id="{203FD800-E26F-31F4-DF95-B149E3A7B590}"/>
              </a:ext>
            </a:extLst>
          </p:cNvPr>
          <p:cNvPicPr>
            <a:picLocks noChangeAspect="1"/>
          </p:cNvPicPr>
          <p:nvPr userDrawn="1"/>
        </p:nvPicPr>
        <p:blipFill>
          <a:blip r:embed="rId8">
            <a:alphaModFix amt="70000"/>
          </a:blip>
          <a:stretch>
            <a:fillRect/>
          </a:stretch>
        </p:blipFill>
        <p:spPr>
          <a:xfrm>
            <a:off x="-3" y="1117382"/>
            <a:ext cx="6858000" cy="8754762"/>
          </a:xfrm>
          <a:prstGeom prst="rect">
            <a:avLst/>
          </a:prstGeom>
        </p:spPr>
      </p:pic>
      <p:sp>
        <p:nvSpPr>
          <p:cNvPr id="6" name="Rectangle 5" hidden="1">
            <a:extLst>
              <a:ext uri="{FF2B5EF4-FFF2-40B4-BE49-F238E27FC236}">
                <a16:creationId xmlns:a16="http://schemas.microsoft.com/office/drawing/2014/main" id="{7227264A-2A2E-B464-74B1-0F6F1C10C77E}"/>
              </a:ext>
            </a:extLst>
          </p:cNvPr>
          <p:cNvSpPr/>
          <p:nvPr userDrawn="1"/>
        </p:nvSpPr>
        <p:spPr>
          <a:xfrm>
            <a:off x="-1" y="8774019"/>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5" name="Espaço Reservado para Texto 6">
            <a:extLst>
              <a:ext uri="{FF2B5EF4-FFF2-40B4-BE49-F238E27FC236}">
                <a16:creationId xmlns:a16="http://schemas.microsoft.com/office/drawing/2014/main" id="{354E5287-B1CE-DBCC-A334-7B6607B9F04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noProof="0"/>
              <a:t>Sector / Segment</a:t>
            </a:r>
          </a:p>
        </p:txBody>
      </p:sp>
      <p:sp>
        <p:nvSpPr>
          <p:cNvPr id="7" name="Date Placeholder 10">
            <a:extLst>
              <a:ext uri="{FF2B5EF4-FFF2-40B4-BE49-F238E27FC236}">
                <a16:creationId xmlns:a16="http://schemas.microsoft.com/office/drawing/2014/main" id="{624580AB-8B11-2158-FF8A-2264EA11D9E6}"/>
              </a:ext>
            </a:extLst>
          </p:cNvPr>
          <p:cNvSpPr>
            <a:spLocks noGrp="1"/>
          </p:cNvSpPr>
          <p:nvPr>
            <p:ph type="dt" sz="half" idx="2"/>
          </p:nvPr>
        </p:nvSpPr>
        <p:spPr>
          <a:xfrm>
            <a:off x="3371691" y="438763"/>
            <a:ext cx="3132139" cy="184666"/>
          </a:xfrm>
        </p:spPr>
        <p:txBody>
          <a:bodyPr/>
          <a:lstStyle>
            <a:lvl1pPr>
              <a:defRPr>
                <a:solidFill>
                  <a:srgbClr val="F9C113"/>
                </a:solidFill>
              </a:defRPr>
            </a:lvl1pPr>
          </a:lstStyle>
          <a:p>
            <a:fld id="{7C15C50E-5CAF-4D73-A24B-0338FF2E9F05}" type="datetime4">
              <a:rPr lang="en-US" smtClean="0"/>
              <a:pPr/>
              <a:t>August 21, 2026</a:t>
            </a:fld>
            <a:endParaRPr lang="en-US" dirty="0"/>
          </a:p>
        </p:txBody>
      </p:sp>
      <p:grpSp>
        <p:nvGrpSpPr>
          <p:cNvPr id="16" name="Group 15">
            <a:extLst>
              <a:ext uri="{FF2B5EF4-FFF2-40B4-BE49-F238E27FC236}">
                <a16:creationId xmlns:a16="http://schemas.microsoft.com/office/drawing/2014/main" id="{C4DF0931-276A-C4B3-E0A7-02B6EAA3C49B}"/>
              </a:ext>
            </a:extLst>
          </p:cNvPr>
          <p:cNvGrpSpPr/>
          <p:nvPr userDrawn="1"/>
        </p:nvGrpSpPr>
        <p:grpSpPr>
          <a:xfrm>
            <a:off x="390154" y="406178"/>
            <a:ext cx="1240285" cy="341910"/>
            <a:chOff x="2700591" y="2522601"/>
            <a:chExt cx="6428993" cy="1772284"/>
          </a:xfrm>
        </p:grpSpPr>
        <p:sp>
          <p:nvSpPr>
            <p:cNvPr id="17" name="Freeform: Shape 16">
              <a:extLst>
                <a:ext uri="{FF2B5EF4-FFF2-40B4-BE49-F238E27FC236}">
                  <a16:creationId xmlns:a16="http://schemas.microsoft.com/office/drawing/2014/main" id="{70B9B340-5E1C-9327-69F1-5AE446FF225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20" name="Graphic 20">
              <a:extLst>
                <a:ext uri="{FF2B5EF4-FFF2-40B4-BE49-F238E27FC236}">
                  <a16:creationId xmlns:a16="http://schemas.microsoft.com/office/drawing/2014/main" id="{1E0C2497-164B-3E45-6090-5F805C67AB02}"/>
                </a:ext>
              </a:extLst>
            </p:cNvPr>
            <p:cNvGrpSpPr/>
            <p:nvPr/>
          </p:nvGrpSpPr>
          <p:grpSpPr>
            <a:xfrm>
              <a:off x="5034660" y="3339528"/>
              <a:ext cx="4094924" cy="747077"/>
              <a:chOff x="5034660" y="3339528"/>
              <a:chExt cx="4094924" cy="747077"/>
            </a:xfrm>
            <a:solidFill>
              <a:srgbClr val="FFFFFF"/>
            </a:solidFill>
          </p:grpSpPr>
          <p:sp>
            <p:nvSpPr>
              <p:cNvPr id="21" name="Freeform: Shape 20">
                <a:extLst>
                  <a:ext uri="{FF2B5EF4-FFF2-40B4-BE49-F238E27FC236}">
                    <a16:creationId xmlns:a16="http://schemas.microsoft.com/office/drawing/2014/main" id="{3198B4CB-7FA3-A37E-E540-E2FBA81CCDC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A8605D5-3EDB-F7D1-AC3B-DF5CEE51614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18B3AC0-A0B3-67F5-F442-48F0E029DF5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AD7D35-F105-3B1F-6CF2-EDD48ACC71B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9371C5E-12BC-7944-E1F6-FF98963DBD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67F76F1-36B6-C9E1-0D69-7196D96834A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0C5B1F5-1F12-DAC8-A282-CAB55191AC3B}"/>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4F4377A-A2E8-D20E-9FC2-72262641410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grpSp>
        <p:nvGrpSpPr>
          <p:cNvPr id="35" name="Group 34">
            <a:extLst>
              <a:ext uri="{FF2B5EF4-FFF2-40B4-BE49-F238E27FC236}">
                <a16:creationId xmlns:a16="http://schemas.microsoft.com/office/drawing/2014/main" id="{34DD8100-7337-EDA7-4EFE-347665ACE117}"/>
              </a:ext>
            </a:extLst>
          </p:cNvPr>
          <p:cNvGrpSpPr/>
          <p:nvPr userDrawn="1"/>
        </p:nvGrpSpPr>
        <p:grpSpPr>
          <a:xfrm>
            <a:off x="340252" y="1670475"/>
            <a:ext cx="2267822" cy="1002192"/>
            <a:chOff x="423863" y="1657596"/>
            <a:chExt cx="2267822" cy="1002192"/>
          </a:xfrm>
        </p:grpSpPr>
        <p:sp>
          <p:nvSpPr>
            <p:cNvPr id="36" name="TextBox 35">
              <a:extLst>
                <a:ext uri="{FF2B5EF4-FFF2-40B4-BE49-F238E27FC236}">
                  <a16:creationId xmlns:a16="http://schemas.microsoft.com/office/drawing/2014/main" id="{570DE430-6303-59C5-EDA1-B39F1B7BA68F}"/>
                </a:ext>
              </a:extLst>
            </p:cNvPr>
            <p:cNvSpPr txBox="1"/>
            <p:nvPr userDrawn="1"/>
          </p:nvSpPr>
          <p:spPr>
            <a:xfrm>
              <a:off x="637566" y="2105790"/>
              <a:ext cx="2054119" cy="553998"/>
            </a:xfrm>
            <a:prstGeom prst="rect">
              <a:avLst/>
            </a:prstGeom>
            <a:noFill/>
          </p:spPr>
          <p:txBody>
            <a:bodyPr wrap="square" lIns="0" tIns="0" rIns="0" bIns="0" rtlCol="0">
              <a:spAutoFit/>
            </a:bodyPr>
            <a:lstStyle/>
            <a:p>
              <a:pPr algn="r"/>
              <a:r>
                <a:rPr lang="pt-BR" sz="3600" b="0" i="0" dirty="0">
                  <a:solidFill>
                    <a:schemeClr val="bg1"/>
                  </a:solidFill>
                  <a:latin typeface="XP Light Lighthouse" pitchFamily="50" charset="0"/>
                  <a:ea typeface="XP Light Lighthouse" pitchFamily="50" charset="0"/>
                  <a:cs typeface="Roboto" panose="02000000000000000000" pitchFamily="2" charset="0"/>
                </a:rPr>
                <a:t>Research</a:t>
              </a:r>
            </a:p>
          </p:txBody>
        </p:sp>
        <p:sp>
          <p:nvSpPr>
            <p:cNvPr id="37" name="TextBox 36">
              <a:extLst>
                <a:ext uri="{FF2B5EF4-FFF2-40B4-BE49-F238E27FC236}">
                  <a16:creationId xmlns:a16="http://schemas.microsoft.com/office/drawing/2014/main" id="{9D861BE0-80B8-476F-5D19-E2E1D2C7E5C5}"/>
                </a:ext>
              </a:extLst>
            </p:cNvPr>
            <p:cNvSpPr txBox="1"/>
            <p:nvPr userDrawn="1"/>
          </p:nvSpPr>
          <p:spPr>
            <a:xfrm>
              <a:off x="423863" y="1657596"/>
              <a:ext cx="2267822" cy="615553"/>
            </a:xfrm>
            <a:prstGeom prst="rect">
              <a:avLst/>
            </a:prstGeom>
            <a:noFill/>
          </p:spPr>
          <p:txBody>
            <a:bodyPr wrap="square" lIns="0" tIns="0" rIns="0" bIns="0" rtlCol="0">
              <a:spAutoFit/>
            </a:bodyPr>
            <a:lstStyle/>
            <a:p>
              <a:pPr algn="r"/>
              <a:r>
                <a:rPr lang="pt-BR" sz="4000" b="1" i="1" dirty="0">
                  <a:solidFill>
                    <a:schemeClr val="bg1"/>
                  </a:solidFill>
                  <a:latin typeface="XP" pitchFamily="50" charset="0"/>
                  <a:ea typeface="XP" pitchFamily="50" charset="0"/>
                  <a:cs typeface="Roboto" panose="02000000000000000000" pitchFamily="2" charset="0"/>
                </a:rPr>
                <a:t>Thematic</a:t>
              </a:r>
            </a:p>
          </p:txBody>
        </p:sp>
      </p:grpSp>
      <p:grpSp>
        <p:nvGrpSpPr>
          <p:cNvPr id="22" name="Group 21">
            <a:extLst>
              <a:ext uri="{FF2B5EF4-FFF2-40B4-BE49-F238E27FC236}">
                <a16:creationId xmlns:a16="http://schemas.microsoft.com/office/drawing/2014/main" id="{00E5A002-6DCB-C694-6314-EB76626E8A19}"/>
              </a:ext>
            </a:extLst>
          </p:cNvPr>
          <p:cNvGrpSpPr/>
          <p:nvPr userDrawn="1"/>
        </p:nvGrpSpPr>
        <p:grpSpPr>
          <a:xfrm flipH="1">
            <a:off x="-113256" y="-49692"/>
            <a:ext cx="6971256" cy="6334019"/>
            <a:chOff x="-31505" y="3"/>
            <a:chExt cx="7944897" cy="6841233"/>
          </a:xfrm>
        </p:grpSpPr>
        <p:grpSp>
          <p:nvGrpSpPr>
            <p:cNvPr id="28" name="Group 27">
              <a:extLst>
                <a:ext uri="{FF2B5EF4-FFF2-40B4-BE49-F238E27FC236}">
                  <a16:creationId xmlns:a16="http://schemas.microsoft.com/office/drawing/2014/main" id="{F6E60C19-6EC6-79F0-2571-4F969A84DE7D}"/>
                </a:ext>
              </a:extLst>
            </p:cNvPr>
            <p:cNvGrpSpPr/>
            <p:nvPr userDrawn="1"/>
          </p:nvGrpSpPr>
          <p:grpSpPr>
            <a:xfrm flipV="1">
              <a:off x="-31505" y="3"/>
              <a:ext cx="3073148" cy="1233884"/>
              <a:chOff x="-33216277" y="3696971"/>
              <a:chExt cx="17875623" cy="1180237"/>
            </a:xfrm>
          </p:grpSpPr>
          <p:cxnSp>
            <p:nvCxnSpPr>
              <p:cNvPr id="33" name="Straight Connector 32">
                <a:extLst>
                  <a:ext uri="{FF2B5EF4-FFF2-40B4-BE49-F238E27FC236}">
                    <a16:creationId xmlns:a16="http://schemas.microsoft.com/office/drawing/2014/main" id="{319BE25D-5958-7D73-F3C0-7D0831EA1E8C}"/>
                  </a:ext>
                </a:extLst>
              </p:cNvPr>
              <p:cNvCxnSpPr>
                <a:cxnSpLocks/>
              </p:cNvCxnSpPr>
              <p:nvPr userDrawn="1"/>
            </p:nvCxnSpPr>
            <p:spPr>
              <a:xfrm flipV="1">
                <a:off x="-33216277" y="3710462"/>
                <a:ext cx="1787562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519488C-120C-21BC-6154-B447D94CB464}"/>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2" name="Isosceles Triangle 31">
              <a:extLst>
                <a:ext uri="{FF2B5EF4-FFF2-40B4-BE49-F238E27FC236}">
                  <a16:creationId xmlns:a16="http://schemas.microsoft.com/office/drawing/2014/main" id="{6A393549-862E-9CC3-C781-5E5E886F481D}"/>
                </a:ext>
              </a:extLst>
            </p:cNvPr>
            <p:cNvSpPr/>
            <p:nvPr userDrawn="1"/>
          </p:nvSpPr>
          <p:spPr>
            <a:xfrm rot="16200000">
              <a:off x="2660727" y="1588567"/>
              <a:ext cx="5619144" cy="4886188"/>
            </a:xfrm>
            <a:prstGeom prst="triangle">
              <a:avLst>
                <a:gd name="adj" fmla="val 100000"/>
              </a:avLst>
            </a:prstGeom>
            <a:gradFill>
              <a:gsLst>
                <a:gs pos="93000">
                  <a:srgbClr val="8EB3DF">
                    <a:alpha val="0"/>
                  </a:srgbClr>
                </a:gs>
                <a:gs pos="0">
                  <a:schemeClr val="accent3"/>
                </a:gs>
                <a:gs pos="70000">
                  <a:schemeClr val="accent3">
                    <a:alpha val="1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spTree>
    <p:extLst>
      <p:ext uri="{BB962C8B-B14F-4D97-AF65-F5344CB8AC3E}">
        <p14:creationId xmlns:p14="http://schemas.microsoft.com/office/powerpoint/2010/main" val="66574609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2" name="Picture 1" descr="A white text on a black background&#10;&#10;AI-generated content may be incorrect.">
            <a:extLst>
              <a:ext uri="{FF2B5EF4-FFF2-40B4-BE49-F238E27FC236}">
                <a16:creationId xmlns:a16="http://schemas.microsoft.com/office/drawing/2014/main" id="{5A83CCB0-1CE3-0BC3-AB34-0407A8AE4CF1}"/>
              </a:ext>
            </a:extLst>
          </p:cNvPr>
          <p:cNvPicPr>
            <a:picLocks noChangeAspect="1"/>
          </p:cNvPicPr>
          <p:nvPr userDrawn="1"/>
        </p:nvPicPr>
        <p:blipFill>
          <a:blip r:embed="rId3" cstate="screen">
            <a:extLst>
              <a:ext uri="{28A0092B-C50C-407E-A947-70E740481C1C}">
                <a14:useLocalDpi xmlns:a14="http://schemas.microsoft.com/office/drawing/2010/main"/>
              </a:ext>
            </a:extLst>
          </a:blip>
          <a:srcRect t="19524" b="18938"/>
          <a:stretch/>
        </p:blipFill>
        <p:spPr>
          <a:xfrm>
            <a:off x="382588" y="8996264"/>
            <a:ext cx="6119812" cy="457299"/>
          </a:xfrm>
          <a:prstGeom prst="rect">
            <a:avLst/>
          </a:prstGeom>
        </p:spPr>
      </p:pic>
      <p:grpSp>
        <p:nvGrpSpPr>
          <p:cNvPr id="5" name="Group 4">
            <a:extLst>
              <a:ext uri="{FF2B5EF4-FFF2-40B4-BE49-F238E27FC236}">
                <a16:creationId xmlns:a16="http://schemas.microsoft.com/office/drawing/2014/main" id="{E947FC7A-C3B3-EC7B-71A5-804DAD0FB37E}"/>
              </a:ext>
            </a:extLst>
          </p:cNvPr>
          <p:cNvGrpSpPr/>
          <p:nvPr userDrawn="1"/>
        </p:nvGrpSpPr>
        <p:grpSpPr>
          <a:xfrm>
            <a:off x="0" y="0"/>
            <a:ext cx="6858000" cy="2003470"/>
            <a:chOff x="0" y="104872"/>
            <a:chExt cx="10296496" cy="3007979"/>
          </a:xfrm>
        </p:grpSpPr>
        <p:pic>
          <p:nvPicPr>
            <p:cNvPr id="6" name="Graphic 5">
              <a:extLst>
                <a:ext uri="{FF2B5EF4-FFF2-40B4-BE49-F238E27FC236}">
                  <a16:creationId xmlns:a16="http://schemas.microsoft.com/office/drawing/2014/main" id="{1688A787-9182-A426-2B75-FA6C6DDF288A}"/>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9269" t="2351" r="1339" b="20035"/>
            <a:stretch/>
          </p:blipFill>
          <p:spPr>
            <a:xfrm flipV="1">
              <a:off x="0" y="104872"/>
              <a:ext cx="10296496" cy="3007979"/>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A4E2FB3C-1561-CDE0-F2B0-0E2716BC040B}"/>
                </a:ext>
              </a:extLst>
            </p:cNvPr>
            <p:cNvPicPr>
              <a:picLocks noChangeAspect="1"/>
            </p:cNvPicPr>
            <p:nvPr/>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74" y="122889"/>
              <a:ext cx="10274622" cy="2989962"/>
            </a:xfrm>
            <a:prstGeom prst="rect">
              <a:avLst/>
            </a:prstGeom>
          </p:spPr>
        </p:pic>
      </p:grpSp>
      <p:pic>
        <p:nvPicPr>
          <p:cNvPr id="9" name="Graphic 8">
            <a:extLst>
              <a:ext uri="{FF2B5EF4-FFF2-40B4-BE49-F238E27FC236}">
                <a16:creationId xmlns:a16="http://schemas.microsoft.com/office/drawing/2014/main" id="{2E2DBF91-C31C-E0F0-254B-B03F97806A89}"/>
              </a:ext>
            </a:extLst>
          </p:cNvPr>
          <p:cNvPicPr>
            <a:picLocks noChangeAspect="1"/>
          </p:cNvPicPr>
          <p:nvPr userDrawn="1"/>
        </p:nvPicPr>
        <p:blipFill>
          <a:blip>
            <a:alphaModFix amt="66000"/>
            <a:extLst>
              <a:ext uri="{96DAC541-7B7A-43D3-8B79-37D633B846F1}">
                <asvg:svgBlip xmlns:asvg="http://schemas.microsoft.com/office/drawing/2016/SVG/main" r:embed="rId7"/>
              </a:ext>
            </a:extLst>
          </a:blip>
          <a:srcRect l="51901" t="57744" r="40349" b="-120"/>
          <a:stretch/>
        </p:blipFill>
        <p:spPr>
          <a:xfrm rot="5400000" flipH="1">
            <a:off x="3316774" y="-1537758"/>
            <a:ext cx="2003470" cy="5078985"/>
          </a:xfrm>
          <a:prstGeom prst="rect">
            <a:avLst/>
          </a:pr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2517889"/>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6992214"/>
            <a:ext cx="2938221" cy="190879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6992214"/>
            <a:ext cx="2965558" cy="190879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670359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670359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21,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8" name="Rectangle: Rounded Corners 20">
            <a:hlinkClick r:id="rId8"/>
            <a:extLst>
              <a:ext uri="{FF2B5EF4-FFF2-40B4-BE49-F238E27FC236}">
                <a16:creationId xmlns:a16="http://schemas.microsoft.com/office/drawing/2014/main" id="{16108F45-CD6B-8ADB-9A8E-AC4CBA115993}"/>
              </a:ext>
            </a:extLst>
          </p:cNvPr>
          <p:cNvSpPr/>
          <p:nvPr userDrawn="1"/>
        </p:nvSpPr>
        <p:spPr>
          <a:xfrm>
            <a:off x="3436284" y="9249382"/>
            <a:ext cx="965200" cy="131802"/>
          </a:xfrm>
          <a:prstGeom prst="roundRect">
            <a:avLst>
              <a:gd name="adj" fmla="val 0"/>
            </a:avLst>
          </a:prstGeom>
          <a:solidFill>
            <a:srgbClr val="3E7A9B"/>
          </a:solidFill>
          <a:ln>
            <a:noFill/>
          </a:ln>
          <a:effectLst>
            <a:outerShdw blurRad="222914" dist="58514" dir="5400000" sx="40000" sy="40000" algn="t" rotWithShape="0">
              <a:prstClr val="black">
                <a:alpha val="86883"/>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500" b="1" spc="200" dirty="0">
                <a:solidFill>
                  <a:srgbClr val="E8E8E8"/>
                </a:solidFill>
                <a:effectLst>
                  <a:outerShdw blurRad="276269" dist="38100" dir="2700000" algn="tl" rotWithShape="0">
                    <a:prstClr val="black">
                      <a:alpha val="40000"/>
                    </a:prstClr>
                  </a:outerShdw>
                </a:effectLst>
                <a:latin typeface="XP" pitchFamily="50" charset="0"/>
                <a:ea typeface="XP" pitchFamily="50" charset="0"/>
                <a:cs typeface="Roboto" panose="02000000000000000000" pitchFamily="2" charset="0"/>
              </a:rPr>
              <a:t>VOTE HERE</a:t>
            </a:r>
          </a:p>
        </p:txBody>
      </p:sp>
    </p:spTree>
    <p:extLst>
      <p:ext uri="{BB962C8B-B14F-4D97-AF65-F5344CB8AC3E}">
        <p14:creationId xmlns:p14="http://schemas.microsoft.com/office/powerpoint/2010/main" val="88173348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21,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43843892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21,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24097006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21,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8889677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21,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23125547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21,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40273662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EE9ED39-57B7-5C8F-E9B2-57A1AC073839}"/>
              </a:ext>
            </a:extLst>
          </p:cNvPr>
          <p:cNvGrpSpPr/>
          <p:nvPr userDrawn="1"/>
        </p:nvGrpSpPr>
        <p:grpSpPr>
          <a:xfrm flipV="1">
            <a:off x="4738912" y="0"/>
            <a:ext cx="2119086" cy="9906000"/>
            <a:chOff x="-1" y="0"/>
            <a:chExt cx="1467060" cy="6858000"/>
          </a:xfrm>
        </p:grpSpPr>
        <p:pic>
          <p:nvPicPr>
            <p:cNvPr id="4" name="Graphic 3">
              <a:extLst>
                <a:ext uri="{FF2B5EF4-FFF2-40B4-BE49-F238E27FC236}">
                  <a16:creationId xmlns:a16="http://schemas.microsoft.com/office/drawing/2014/main" id="{D76B8EF7-CCD7-9A94-CD80-B82D9220F66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71178" b="20035"/>
            <a:stretch/>
          </p:blipFill>
          <p:spPr>
            <a:xfrm flipV="1">
              <a:off x="0" y="0"/>
              <a:ext cx="1467059" cy="6858000"/>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E28CC665-FF99-579A-7610-C998972AF3D6}"/>
                </a:ext>
              </a:extLst>
            </p:cNvPr>
            <p:cNvPicPr>
              <a:picLocks noChangeAspect="1"/>
            </p:cNvPicPr>
            <p:nvPr userDrawn="1"/>
          </p:nvPicPr>
          <p:blipFill>
            <a:blip r:embed="rId4">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err="1">
                <a:solidFill>
                  <a:srgbClr val="242424"/>
                </a:solidFill>
                <a:latin typeface="+mj-lt"/>
                <a:ea typeface="XP Light Lighthouse" pitchFamily="50" charset="0"/>
              </a:rPr>
              <a:t>Summary</a:t>
            </a:r>
            <a:endParaRPr lang="pt-BR" sz="2800" dirty="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pic>
        <p:nvPicPr>
          <p:cNvPr id="7" name="Graphic 6">
            <a:extLst>
              <a:ext uri="{FF2B5EF4-FFF2-40B4-BE49-F238E27FC236}">
                <a16:creationId xmlns:a16="http://schemas.microsoft.com/office/drawing/2014/main" id="{77BEDD1F-2524-1721-0294-2410EF7793F2}"/>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262499612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8D2F29-33FD-47A7-AB10-B1FA6BDB1599}" type="datetime4">
              <a:rPr lang="en-US" smtClean="0"/>
              <a:pPr/>
              <a:t>August 21, 2026</a:t>
            </a:fld>
            <a:endParaRPr lang="en-US" dirty="0"/>
          </a:p>
        </p:txBody>
      </p:sp>
    </p:spTree>
    <p:extLst>
      <p:ext uri="{BB962C8B-B14F-4D97-AF65-F5344CB8AC3E}">
        <p14:creationId xmlns:p14="http://schemas.microsoft.com/office/powerpoint/2010/main" val="426007840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August 21, 2026</a:t>
            </a:fld>
            <a:endParaRPr lang="en-US"/>
          </a:p>
        </p:txBody>
      </p:sp>
    </p:spTree>
    <p:extLst>
      <p:ext uri="{BB962C8B-B14F-4D97-AF65-F5344CB8AC3E}">
        <p14:creationId xmlns:p14="http://schemas.microsoft.com/office/powerpoint/2010/main" val="189588094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August 21, 2026</a:t>
            </a:fld>
            <a:endParaRPr lang="en-US"/>
          </a:p>
        </p:txBody>
      </p:sp>
    </p:spTree>
    <p:extLst>
      <p:ext uri="{BB962C8B-B14F-4D97-AF65-F5344CB8AC3E}">
        <p14:creationId xmlns:p14="http://schemas.microsoft.com/office/powerpoint/2010/main" val="2647969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66630"/>
            <a:ext cx="148017" cy="145499"/>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56258199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August 21, 2026</a:t>
            </a:fld>
            <a:endParaRPr lang="en-US" dirty="0"/>
          </a:p>
        </p:txBody>
      </p:sp>
    </p:spTree>
    <p:extLst>
      <p:ext uri="{BB962C8B-B14F-4D97-AF65-F5344CB8AC3E}">
        <p14:creationId xmlns:p14="http://schemas.microsoft.com/office/powerpoint/2010/main" val="213947571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August 21, 2026</a:t>
            </a:fld>
            <a:endParaRPr lang="en-US" dirty="0"/>
          </a:p>
        </p:txBody>
      </p:sp>
    </p:spTree>
    <p:extLst>
      <p:ext uri="{BB962C8B-B14F-4D97-AF65-F5344CB8AC3E}">
        <p14:creationId xmlns:p14="http://schemas.microsoft.com/office/powerpoint/2010/main" val="4087985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21, 2026</a:t>
            </a:fld>
            <a:endParaRPr lang="en-US"/>
          </a:p>
        </p:txBody>
      </p:sp>
    </p:spTree>
    <p:extLst>
      <p:ext uri="{BB962C8B-B14F-4D97-AF65-F5344CB8AC3E}">
        <p14:creationId xmlns:p14="http://schemas.microsoft.com/office/powerpoint/2010/main" val="17927724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21,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161551569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August 21,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8347413"/>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1) 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lvl="0"/>
            <a:r>
              <a:rPr lang="en-US" dirty="0"/>
              <a:t>2) This report was prepared considering the product risk classification in order to generate allocation results for each investor profile.  			</a:t>
            </a:r>
          </a:p>
          <a:p>
            <a:pPr lvl="0"/>
            <a:r>
              <a:rPr lang="en-US" dirty="0"/>
              <a:t>3) 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lvl="0"/>
            <a:r>
              <a:rPr lang="en-US" dirty="0"/>
              <a:t>4) 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lvl="0"/>
            <a:r>
              <a:rPr lang="en-US" dirty="0"/>
              <a:t>5) 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lvl="0"/>
            <a:r>
              <a:rPr lang="en-US" dirty="0"/>
              <a:t>6) XP Investimentos’ analysts are obligated to comply with all the rules laid down in the APIMEC’s conduct code for the securities analyst and XP Investimentos’ analyst of securities conduct policy.  				</a:t>
            </a:r>
          </a:p>
          <a:p>
            <a:pPr lvl="0"/>
            <a:r>
              <a:rPr lang="en-US" dirty="0"/>
              <a:t>7) 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lvl="0"/>
            <a:r>
              <a:rPr lang="en-US" dirty="0"/>
              <a:t>8) The products presented in this report may not be suitable for all types of customer. Before making any decisions, customers should ensure that the products presented are suitable for their investor profile. This material does not suggest any change of portfolio, but only guidance on products suitable to a certain investor profile.  		</a:t>
            </a:r>
          </a:p>
          <a:p>
            <a:pPr lvl="0"/>
            <a:r>
              <a:rPr lang="en-US" dirty="0"/>
              <a:t>9)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r>
              <a:rPr lang="en-US" dirty="0"/>
              <a:t>10) 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lvl="0"/>
            <a:r>
              <a:rPr lang="en-US" dirty="0"/>
              <a:t>11) 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lvl="0"/>
            <a:r>
              <a:rPr lang="en-US" dirty="0"/>
              <a:t>12) The cost of the transactions billing policies are defined in the operational cost tables which are made available on XP Investimentos website: www.xpi.com.br.</a:t>
            </a:r>
          </a:p>
          <a:p>
            <a:pPr lvl="0"/>
            <a:r>
              <a:rPr lang="en-US" dirty="0"/>
              <a:t>13) XP Investimentos is exempt from any liability for any damages, direct or indirect, that come from the use of this report or its contents.  			</a:t>
            </a:r>
          </a:p>
          <a:p>
            <a:pPr lvl="0"/>
            <a:r>
              <a:rPr lang="en-US" dirty="0"/>
              <a:t>14) 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lvl="0"/>
            <a:r>
              <a:rPr lang="en-US" dirty="0"/>
              <a:t>15) Investment in stocks is appropriate for moderate and aggressive profile investors, according to the suitability policy practiced by XP Investimentos. 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lvl="0"/>
            <a:r>
              <a:rPr lang="en-US" dirty="0"/>
              <a:t>16) Investment in options is preferably indicated for aggressive profile investors, according to the suitability policy practiced by XP Investimentos. In options market,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lvl="0"/>
            <a:r>
              <a:rPr lang="en-US" dirty="0"/>
              <a:t>17) Investment in terms is indicated for aggressive profile investors, according to the suitability policy practiced by XP Investimentos. They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lvl="0"/>
            <a:r>
              <a:rPr lang="en-US" dirty="0"/>
              <a:t>18) Investments in futures markets are subject to significant loss of principal, and are therefore appropriate for aggressive profile investors, according to the suitability policies practiced by XP Investimentos.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lvl="0"/>
            <a:r>
              <a:rPr lang="en-US" dirty="0"/>
              <a:t>19) This institution is adhering ANBIMA Code of Regulation and best practices for the distribution activity of retail investment products.			</a:t>
            </a:r>
          </a:p>
          <a:p>
            <a:pPr lvl="0"/>
            <a:r>
              <a:rPr lang="en-US" dirty="0"/>
              <a:t>20) XP Investments US, LLC, a broker-dealer registered with the U.S. Securities and Exchange Commission, has assumed responsibility for this research for purposes of U.S. law.  All transactions arising from this research should be directed to XP Investments US, LLC, at +1 646-664-0525</a:t>
            </a:r>
          </a:p>
        </p:txBody>
      </p:sp>
    </p:spTree>
    <p:extLst>
      <p:ext uri="{BB962C8B-B14F-4D97-AF65-F5344CB8AC3E}">
        <p14:creationId xmlns:p14="http://schemas.microsoft.com/office/powerpoint/2010/main" val="270328851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D5BD79F-4454-2D65-87B4-C2D3C48209C8}"/>
              </a:ext>
            </a:extLst>
          </p:cNvPr>
          <p:cNvGrpSpPr/>
          <p:nvPr userDrawn="1"/>
        </p:nvGrpSpPr>
        <p:grpSpPr>
          <a:xfrm flipV="1">
            <a:off x="2" y="0"/>
            <a:ext cx="6857998" cy="9906000"/>
            <a:chOff x="-3280787" y="0"/>
            <a:chExt cx="4747846" cy="6858000"/>
          </a:xfrm>
        </p:grpSpPr>
        <p:pic>
          <p:nvPicPr>
            <p:cNvPr id="3" name="Graphic 2">
              <a:extLst>
                <a:ext uri="{FF2B5EF4-FFF2-40B4-BE49-F238E27FC236}">
                  <a16:creationId xmlns:a16="http://schemas.microsoft.com/office/drawing/2014/main" id="{D973D275-0385-3239-FB4B-03EF1135D7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3659" t="4143" r="65424" b="18244"/>
            <a:stretch/>
          </p:blipFill>
          <p:spPr>
            <a:xfrm flipV="1">
              <a:off x="-3280787" y="0"/>
              <a:ext cx="4747846" cy="685800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654FA633-917C-CB58-CF96-7914AEA9030C}"/>
                </a:ext>
              </a:extLst>
            </p:cNvPr>
            <p:cNvPicPr>
              <a:picLocks noChangeAspect="1"/>
            </p:cNvPicPr>
            <p:nvPr userDrawn="1"/>
          </p:nvPicPr>
          <p:blipFill>
            <a:blip r:embed="rId4">
              <a:alphaModFix amt="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3280787" y="0"/>
              <a:ext cx="4747846" cy="6858000"/>
            </a:xfrm>
            <a:prstGeom prst="rect">
              <a:avLst/>
            </a:prstGeom>
          </p:spPr>
        </p:pic>
      </p:grpSp>
      <p:sp>
        <p:nvSpPr>
          <p:cNvPr id="12" name="Oval 11">
            <a:extLst>
              <a:ext uri="{FF2B5EF4-FFF2-40B4-BE49-F238E27FC236}">
                <a16:creationId xmlns:a16="http://schemas.microsoft.com/office/drawing/2014/main" id="{576BEF12-E339-3B9B-71E5-4A34D3AFBE18}"/>
              </a:ext>
            </a:extLst>
          </p:cNvPr>
          <p:cNvSpPr/>
          <p:nvPr userDrawn="1"/>
        </p:nvSpPr>
        <p:spPr>
          <a:xfrm>
            <a:off x="1281737" y="8619991"/>
            <a:ext cx="75009" cy="75009"/>
          </a:xfrm>
          <a:prstGeom prst="ellipse">
            <a:avLst/>
          </a:prstGeom>
          <a:solidFill>
            <a:srgbClr val="5ABDF0"/>
          </a:solidFill>
          <a:ln w="25400">
            <a:solidFill>
              <a:srgbClr val="2F476A"/>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pic>
        <p:nvPicPr>
          <p:cNvPr id="5" name="Picture 4">
            <a:extLst>
              <a:ext uri="{FF2B5EF4-FFF2-40B4-BE49-F238E27FC236}">
                <a16:creationId xmlns:a16="http://schemas.microsoft.com/office/drawing/2014/main" id="{48ACD417-70EE-F1AD-B5E3-83B54E15FB77}"/>
              </a:ext>
            </a:extLst>
          </p:cNvPr>
          <p:cNvPicPr>
            <a:picLocks noChangeAspect="1"/>
          </p:cNvPicPr>
          <p:nvPr userDrawn="1"/>
        </p:nvPicPr>
        <p:blipFill>
          <a:blip r:embed="rId6"/>
          <a:stretch>
            <a:fillRect/>
          </a:stretch>
        </p:blipFill>
        <p:spPr>
          <a:xfrm>
            <a:off x="-1243014" y="-143634"/>
            <a:ext cx="8601075" cy="8576717"/>
          </a:xfrm>
          <a:prstGeom prst="rect">
            <a:avLst/>
          </a:prstGeom>
        </p:spPr>
      </p:pic>
      <p:sp>
        <p:nvSpPr>
          <p:cNvPr id="13" name="Oval 12">
            <a:extLst>
              <a:ext uri="{FF2B5EF4-FFF2-40B4-BE49-F238E27FC236}">
                <a16:creationId xmlns:a16="http://schemas.microsoft.com/office/drawing/2014/main" id="{2FD66861-BE23-F378-9110-5556E3D873A0}"/>
              </a:ext>
            </a:extLst>
          </p:cNvPr>
          <p:cNvSpPr/>
          <p:nvPr userDrawn="1"/>
        </p:nvSpPr>
        <p:spPr>
          <a:xfrm>
            <a:off x="2755632" y="8619991"/>
            <a:ext cx="75009" cy="75009"/>
          </a:xfrm>
          <a:prstGeom prst="ellipse">
            <a:avLst/>
          </a:prstGeom>
          <a:solidFill>
            <a:srgbClr val="5ABDF0"/>
          </a:solidFill>
          <a:ln w="25400">
            <a:solidFill>
              <a:srgbClr val="2F476A"/>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14" name="Oval 13">
            <a:extLst>
              <a:ext uri="{FF2B5EF4-FFF2-40B4-BE49-F238E27FC236}">
                <a16:creationId xmlns:a16="http://schemas.microsoft.com/office/drawing/2014/main" id="{31C96C6B-6288-1F5B-5F07-91810E4EDA0F}"/>
              </a:ext>
            </a:extLst>
          </p:cNvPr>
          <p:cNvSpPr/>
          <p:nvPr userDrawn="1"/>
        </p:nvSpPr>
        <p:spPr>
          <a:xfrm>
            <a:off x="4235185" y="8619991"/>
            <a:ext cx="75009" cy="75009"/>
          </a:xfrm>
          <a:prstGeom prst="ellipse">
            <a:avLst/>
          </a:prstGeom>
          <a:solidFill>
            <a:srgbClr val="5ABDF0"/>
          </a:solidFill>
          <a:ln w="25400">
            <a:solidFill>
              <a:srgbClr val="2F476A"/>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15" name="Oval 14">
            <a:extLst>
              <a:ext uri="{FF2B5EF4-FFF2-40B4-BE49-F238E27FC236}">
                <a16:creationId xmlns:a16="http://schemas.microsoft.com/office/drawing/2014/main" id="{264ADC5C-17D7-868C-35BA-A5A9F92F836B}"/>
              </a:ext>
            </a:extLst>
          </p:cNvPr>
          <p:cNvSpPr/>
          <p:nvPr userDrawn="1"/>
        </p:nvSpPr>
        <p:spPr>
          <a:xfrm>
            <a:off x="5530850" y="8619991"/>
            <a:ext cx="75009" cy="75009"/>
          </a:xfrm>
          <a:prstGeom prst="ellipse">
            <a:avLst/>
          </a:prstGeom>
          <a:solidFill>
            <a:srgbClr val="5ABDF0"/>
          </a:solidFill>
          <a:ln w="25400">
            <a:solidFill>
              <a:srgbClr val="2F476A"/>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16" name="TextBox 15">
            <a:extLst>
              <a:ext uri="{FF2B5EF4-FFF2-40B4-BE49-F238E27FC236}">
                <a16:creationId xmlns:a16="http://schemas.microsoft.com/office/drawing/2014/main" id="{07BB3C16-F6F1-8520-2570-747D8A446F85}"/>
              </a:ext>
            </a:extLst>
          </p:cNvPr>
          <p:cNvSpPr txBox="1"/>
          <p:nvPr userDrawn="1"/>
        </p:nvSpPr>
        <p:spPr>
          <a:xfrm>
            <a:off x="716016" y="7208936"/>
            <a:ext cx="1169934" cy="246221"/>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RESEARCH</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17" name="TextBox 16">
            <a:extLst>
              <a:ext uri="{FF2B5EF4-FFF2-40B4-BE49-F238E27FC236}">
                <a16:creationId xmlns:a16="http://schemas.microsoft.com/office/drawing/2014/main" id="{306C03D2-36C2-FBC5-7BA5-D38441168A4E}"/>
              </a:ext>
            </a:extLst>
          </p:cNvPr>
          <p:cNvSpPr txBox="1"/>
          <p:nvPr userDrawn="1"/>
        </p:nvSpPr>
        <p:spPr>
          <a:xfrm>
            <a:off x="3603966" y="7208936"/>
            <a:ext cx="1336256" cy="400110"/>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EQUITY SALES</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18" name="TextBox 17">
            <a:extLst>
              <a:ext uri="{FF2B5EF4-FFF2-40B4-BE49-F238E27FC236}">
                <a16:creationId xmlns:a16="http://schemas.microsoft.com/office/drawing/2014/main" id="{855EA9C3-42DF-DA1B-76A5-89E58C6DAFA7}"/>
              </a:ext>
            </a:extLst>
          </p:cNvPr>
          <p:cNvSpPr txBox="1"/>
          <p:nvPr userDrawn="1"/>
        </p:nvSpPr>
        <p:spPr>
          <a:xfrm>
            <a:off x="2130763" y="7208936"/>
            <a:ext cx="1336256" cy="400110"/>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CORPORATE ACCESS</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19" name="TextBox 18">
            <a:extLst>
              <a:ext uri="{FF2B5EF4-FFF2-40B4-BE49-F238E27FC236}">
                <a16:creationId xmlns:a16="http://schemas.microsoft.com/office/drawing/2014/main" id="{DCB2BF63-61BE-3C01-1A87-7D0AC730DC10}"/>
              </a:ext>
            </a:extLst>
          </p:cNvPr>
          <p:cNvSpPr txBox="1"/>
          <p:nvPr userDrawn="1"/>
        </p:nvSpPr>
        <p:spPr>
          <a:xfrm>
            <a:off x="4942133" y="7208936"/>
            <a:ext cx="1283012" cy="400110"/>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TRADING &amp; EXECUTION</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63009675-3558-40C9-D842-FA434A04CE4E}"/>
              </a:ext>
            </a:extLst>
          </p:cNvPr>
          <p:cNvSpPr txBox="1"/>
          <p:nvPr userDrawn="1"/>
        </p:nvSpPr>
        <p:spPr>
          <a:xfrm>
            <a:off x="1339890" y="5815511"/>
            <a:ext cx="4247892" cy="830997"/>
          </a:xfrm>
          <a:prstGeom prst="rect">
            <a:avLst/>
          </a:prstGeom>
          <a:noFill/>
          <a:effectLst/>
        </p:spPr>
        <p:txBody>
          <a:bodyPr wrap="square" lIns="0">
            <a:spAutoFit/>
          </a:bodyPr>
          <a:lstStyle/>
          <a:p>
            <a:pPr algn="ctr"/>
            <a:r>
              <a:rPr lang="en-US" sz="2400" b="0" dirty="0">
                <a:solidFill>
                  <a:schemeClr val="accent2"/>
                </a:solidFill>
                <a:latin typeface="XP Medium Lighthouse" pitchFamily="50" charset="0"/>
                <a:ea typeface="XP Medium Lighthouse" pitchFamily="50" charset="0"/>
              </a:rPr>
              <a:t>Vote</a:t>
            </a:r>
            <a:r>
              <a:rPr lang="en-US" sz="2400" dirty="0">
                <a:solidFill>
                  <a:schemeClr val="bg1"/>
                </a:solidFill>
                <a:latin typeface="XP Medium Lighthouse" pitchFamily="50" charset="0"/>
                <a:ea typeface="XP Medium Lighthouse" pitchFamily="50" charset="0"/>
              </a:rPr>
              <a:t> for all XP teams that helped shape your decisions</a:t>
            </a:r>
          </a:p>
        </p:txBody>
      </p:sp>
      <p:pic>
        <p:nvPicPr>
          <p:cNvPr id="22" name="Graphic 21">
            <a:extLst>
              <a:ext uri="{FF2B5EF4-FFF2-40B4-BE49-F238E27FC236}">
                <a16:creationId xmlns:a16="http://schemas.microsoft.com/office/drawing/2014/main" id="{08D32E14-9DDD-D477-6386-D1BFD8ACD883}"/>
              </a:ext>
            </a:extLst>
          </p:cNvPr>
          <p:cNvPicPr>
            <a:picLocks noChangeAspect="1"/>
          </p:cNvPicPr>
          <p:nvPr userDrawn="1"/>
        </p:nvPicPr>
        <p:blipFill>
          <a:blip>
            <a:extLst>
              <a:ext uri="{96DAC541-7B7A-43D3-8B79-37D633B846F1}">
                <asvg:svgBlip xmlns:asvg="http://schemas.microsoft.com/office/drawing/2016/SVG/main" r:embed="rId7"/>
              </a:ext>
            </a:extLst>
          </a:blip>
          <a:srcRect r="73524"/>
          <a:stretch/>
        </p:blipFill>
        <p:spPr>
          <a:xfrm>
            <a:off x="720223" y="739775"/>
            <a:ext cx="396583" cy="346021"/>
          </a:xfrm>
          <a:prstGeom prst="rect">
            <a:avLst/>
          </a:prstGeom>
        </p:spPr>
      </p:pic>
      <p:pic>
        <p:nvPicPr>
          <p:cNvPr id="23" name="Picture 22">
            <a:extLst>
              <a:ext uri="{FF2B5EF4-FFF2-40B4-BE49-F238E27FC236}">
                <a16:creationId xmlns:a16="http://schemas.microsoft.com/office/drawing/2014/main" id="{7A2E1EC0-4DD1-620D-A35B-7720B258D198}"/>
              </a:ext>
            </a:extLst>
          </p:cNvPr>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4904913" y="739775"/>
            <a:ext cx="1232864" cy="363104"/>
          </a:xfrm>
          <a:prstGeom prst="rect">
            <a:avLst/>
          </a:prstGeom>
        </p:spPr>
      </p:pic>
      <p:pic>
        <p:nvPicPr>
          <p:cNvPr id="8" name="Picture 7" descr="A black and blue text&#10;&#10;AI-generated content may be incorrect.">
            <a:extLst>
              <a:ext uri="{FF2B5EF4-FFF2-40B4-BE49-F238E27FC236}">
                <a16:creationId xmlns:a16="http://schemas.microsoft.com/office/drawing/2014/main" id="{03DB3816-3B2D-CC15-7D1B-974CFCF119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228726" y="3587425"/>
            <a:ext cx="4400549" cy="2156269"/>
          </a:xfrm>
          <a:prstGeom prst="rect">
            <a:avLst/>
          </a:prstGeom>
        </p:spPr>
      </p:pic>
    </p:spTree>
    <p:extLst>
      <p:ext uri="{BB962C8B-B14F-4D97-AF65-F5344CB8AC3E}">
        <p14:creationId xmlns:p14="http://schemas.microsoft.com/office/powerpoint/2010/main" val="280654649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99_Fechamento">
    <p:bg>
      <p:bgPr>
        <a:solidFill>
          <a:schemeClr val="bg1"/>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27171232-7BF1-4967-485B-275EADEAAE8D}"/>
              </a:ext>
            </a:extLst>
          </p:cNvPr>
          <p:cNvPicPr>
            <a:picLocks noChangeAspect="1"/>
          </p:cNvPicPr>
          <p:nvPr userDrawn="1"/>
        </p:nvPicPr>
        <p:blipFill>
          <a:blip>
            <a:extLst>
              <a:ext uri="{96DAC541-7B7A-43D3-8B79-37D633B846F1}">
                <asvg:svgBlip xmlns:asvg="http://schemas.microsoft.com/office/drawing/2016/SVG/main" r:embed="rId3"/>
              </a:ext>
            </a:extLst>
          </a:blip>
          <a:srcRect l="2458" t="10946" r="3302" b="8889"/>
          <a:stretch>
            <a:fillRect/>
          </a:stretch>
        </p:blipFill>
        <p:spPr>
          <a:xfrm flipH="1">
            <a:off x="0" y="0"/>
            <a:ext cx="6858000" cy="9906000"/>
          </a:xfrm>
          <a:prstGeom prst="rect">
            <a:avLst/>
          </a:prstGeom>
        </p:spPr>
      </p:pic>
      <p:pic>
        <p:nvPicPr>
          <p:cNvPr id="5" name="Gráfico 4">
            <a:extLst>
              <a:ext uri="{FF2B5EF4-FFF2-40B4-BE49-F238E27FC236}">
                <a16:creationId xmlns:a16="http://schemas.microsoft.com/office/drawing/2014/main" id="{0847E396-B434-41DC-D227-816D7403C0D7}"/>
              </a:ext>
            </a:extLst>
          </p:cNvPr>
          <p:cNvPicPr>
            <a:picLocks noChangeAspect="1"/>
          </p:cNvPicPr>
          <p:nvPr userDrawn="1"/>
        </p:nvPicPr>
        <p:blipFill>
          <a:blip>
            <a:alphaModFix/>
            <a:extLst>
              <a:ext uri="{96DAC541-7B7A-43D3-8B79-37D633B846F1}">
                <asvg:svgBlip xmlns:asvg="http://schemas.microsoft.com/office/drawing/2016/SVG/main" r:embed="rId4"/>
              </a:ext>
            </a:extLst>
          </a:blip>
          <a:stretch>
            <a:fillRect/>
          </a:stretch>
        </p:blipFill>
        <p:spPr>
          <a:xfrm rot="5400000">
            <a:off x="-2249729" y="-1976693"/>
            <a:ext cx="12152932" cy="12118256"/>
          </a:xfrm>
          <a:prstGeom prst="rect">
            <a:avLst/>
          </a:prstGeom>
        </p:spPr>
      </p:pic>
      <p:sp>
        <p:nvSpPr>
          <p:cNvPr id="7" name="Retângulo 6">
            <a:extLst>
              <a:ext uri="{FF2B5EF4-FFF2-40B4-BE49-F238E27FC236}">
                <a16:creationId xmlns:a16="http://schemas.microsoft.com/office/drawing/2014/main" id="{1F8FBF0A-E77D-DD6C-D194-759FBDDFE698}"/>
              </a:ext>
            </a:extLst>
          </p:cNvPr>
          <p:cNvSpPr/>
          <p:nvPr userDrawn="1"/>
        </p:nvSpPr>
        <p:spPr>
          <a:xfrm>
            <a:off x="0" y="3120861"/>
            <a:ext cx="6858000" cy="6785139"/>
          </a:xfrm>
          <a:prstGeom prst="rect">
            <a:avLst/>
          </a:prstGeom>
          <a:gradFill>
            <a:gsLst>
              <a:gs pos="0">
                <a:schemeClr val="accent6">
                  <a:alpha val="0"/>
                </a:schemeClr>
              </a:gs>
              <a:gs pos="10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2258539" y="4630339"/>
            <a:ext cx="2340922" cy="645323"/>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grpSp>
      </p:grpSp>
    </p:spTree>
    <p:extLst>
      <p:ext uri="{BB962C8B-B14F-4D97-AF65-F5344CB8AC3E}">
        <p14:creationId xmlns:p14="http://schemas.microsoft.com/office/powerpoint/2010/main" val="329727845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pic>
        <p:nvPicPr>
          <p:cNvPr id="2" name="Graphic 1">
            <a:extLst>
              <a:ext uri="{FF2B5EF4-FFF2-40B4-BE49-F238E27FC236}">
                <a16:creationId xmlns:a16="http://schemas.microsoft.com/office/drawing/2014/main" id="{DAE82E8C-95AD-0361-B8B0-B7C0D8684CF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29FA0211-7640-B008-5F80-DFE4BF78EDCF}"/>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17F97C21-6648-EF6C-A98D-137E0F480F1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928D0FCD-860E-59BE-AB6B-2EA2703305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7" name="Group 6">
            <a:extLst>
              <a:ext uri="{FF2B5EF4-FFF2-40B4-BE49-F238E27FC236}">
                <a16:creationId xmlns:a16="http://schemas.microsoft.com/office/drawing/2014/main" id="{7B14105F-6B03-AB02-2E6B-E280AFC5EA3E}"/>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F910343D-7729-C09A-9C77-894C9CA08B3A}"/>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19EE9025-8994-9F60-34A1-5C3B3CFAD1EC}"/>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B5DDC33-C3D4-9796-19F2-58D7C38A2C6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F4C69D50-6649-D4B4-7D87-4089B8DBE46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883D8FB5-0F60-B49C-34DC-9175C66F908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371036E0-69E7-A8D3-000E-87223966A2ED}"/>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2898492-89A0-DE15-D6C5-D551EFE24C9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E25F01F7-A7A9-F302-A1F0-C58B6E4EF15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DFD7414B-9A29-543D-FEA3-E085A244A59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057F6B16-BFF0-4DFA-603A-E9BCA79F806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856C89A-7562-82C0-70CE-765A1BE0195E}"/>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21" name="Date Placeholder 1">
            <a:extLst>
              <a:ext uri="{FF2B5EF4-FFF2-40B4-BE49-F238E27FC236}">
                <a16:creationId xmlns:a16="http://schemas.microsoft.com/office/drawing/2014/main" id="{BFDFB630-05CE-02BE-378B-A5C3EA6BC93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21, 2026</a:t>
            </a:fld>
            <a:endParaRPr lang="en-US" dirty="0"/>
          </a:p>
        </p:txBody>
      </p:sp>
      <p:sp>
        <p:nvSpPr>
          <p:cNvPr id="22" name="Espaço Reservado para Texto 6">
            <a:extLst>
              <a:ext uri="{FF2B5EF4-FFF2-40B4-BE49-F238E27FC236}">
                <a16:creationId xmlns:a16="http://schemas.microsoft.com/office/drawing/2014/main" id="{BC5C97CA-C109-C89E-B0DA-580EB374FF5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6CE2BDD4-5FBE-4506-6AAF-2D2BA90A0DD8}"/>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369252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385432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398119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417877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434057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446744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467234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483414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496101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Tree>
    <p:extLst>
      <p:ext uri="{BB962C8B-B14F-4D97-AF65-F5344CB8AC3E}">
        <p14:creationId xmlns:p14="http://schemas.microsoft.com/office/powerpoint/2010/main" val="22173688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2C2D92C-61B9-4561-AF19-21901E8F5445}" type="datetime4">
              <a:rPr lang="en-US" smtClean="0"/>
              <a:pPr/>
              <a:t>August 21, 2026</a:t>
            </a:fld>
            <a:endParaRPr lang="en-US" dirty="0"/>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Brazil Equity Strategy</a:t>
            </a: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716" r:id="rId1"/>
    <p:sldLayoutId id="2147483721" r:id="rId2"/>
    <p:sldLayoutId id="2147483709" r:id="rId3"/>
    <p:sldLayoutId id="2147483700" r:id="rId4"/>
    <p:sldLayoutId id="2147483707" r:id="rId5"/>
    <p:sldLayoutId id="2147483706" r:id="rId6"/>
    <p:sldLayoutId id="2147483718" r:id="rId7"/>
    <p:sldLayoutId id="2147483708" r:id="rId8"/>
    <p:sldLayoutId id="2147483719" r:id="rId9"/>
    <p:sldLayoutId id="2147483705" r:id="rId10"/>
    <p:sldLayoutId id="2147483699" r:id="rId11"/>
    <p:sldLayoutId id="2147483697" r:id="rId12"/>
    <p:sldLayoutId id="2147483695" r:id="rId13"/>
    <p:sldLayoutId id="2147483713" r:id="rId14"/>
    <p:sldLayoutId id="2147483696" r:id="rId15"/>
    <p:sldLayoutId id="2147483694" r:id="rId16"/>
    <p:sldLayoutId id="2147483698" r:id="rId17"/>
    <p:sldLayoutId id="2147483710" r:id="rId18"/>
    <p:sldLayoutId id="2147483702" r:id="rId19"/>
    <p:sldLayoutId id="2147483717" r:id="rId20"/>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2C2D92C-61B9-4561-AF19-21901E8F5445}" type="datetime4">
              <a:rPr lang="en-US" smtClean="0"/>
              <a:pPr/>
              <a:t>August 21, 2026</a:t>
            </a:fld>
            <a:endParaRPr lang="en-US" dirty="0"/>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Equity Strategy</a:t>
            </a:r>
          </a:p>
        </p:txBody>
      </p:sp>
      <p:sp>
        <p:nvSpPr>
          <p:cNvPr id="5" name="TextBox 4">
            <a:extLst>
              <a:ext uri="{FF2B5EF4-FFF2-40B4-BE49-F238E27FC236}">
                <a16:creationId xmlns:a16="http://schemas.microsoft.com/office/drawing/2014/main" id="{7AA5DDC9-DF92-8C83-5EFD-9C51EB7CDBCB}"/>
              </a:ext>
            </a:extLst>
          </p:cNvPr>
          <p:cNvSpPr txBox="1"/>
          <p:nvPr userDrawn="1">
            <p:extLst>
              <p:ext uri="{1162E1C5-73C7-4A58-AE30-91384D911F3F}">
                <p184:classification xmlns:p184="http://schemas.microsoft.com/office/powerpoint/2018/4/main" val="ftr"/>
              </p:ext>
            </p:extLst>
          </p:nvPr>
        </p:nvSpPr>
        <p:spPr>
          <a:xfrm>
            <a:off x="5351463" y="9690100"/>
            <a:ext cx="1471612" cy="152400"/>
          </a:xfrm>
          <a:prstGeom prst="rect">
            <a:avLst/>
          </a:prstGeom>
        </p:spPr>
        <p:txBody>
          <a:bodyPr horzOverflow="overflow" lIns="0" tIns="0" rIns="0" bIns="0">
            <a:spAutoFit/>
          </a:bodyPr>
          <a:lstStyle/>
          <a:p>
            <a:pPr algn="l"/>
            <a:r>
              <a:rPr lang="en-US" sz="1000">
                <a:solidFill>
                  <a:srgbClr val="008000"/>
                </a:solidFill>
                <a:latin typeface="Calibri" panose="020F0502020204030204" pitchFamily="34" charset="0"/>
                <a:ea typeface="Calibri" panose="020F0502020204030204" pitchFamily="34" charset="0"/>
                <a:cs typeface="Calibri" panose="020F0502020204030204" pitchFamily="34" charset="0"/>
              </a:rPr>
              <a:t>[ CLASSIFICAÇÃO: PÚBLICA ]</a:t>
            </a:r>
          </a:p>
        </p:txBody>
      </p:sp>
    </p:spTree>
    <p:extLst>
      <p:ext uri="{BB962C8B-B14F-4D97-AF65-F5344CB8AC3E}">
        <p14:creationId xmlns:p14="http://schemas.microsoft.com/office/powerpoint/2010/main" val="3039619785"/>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p15:clr>
            <a:srgbClr val="F26B43"/>
          </p15:clr>
        </p15:guide>
        <p15:guide id="2" pos="232">
          <p15:clr>
            <a:srgbClr val="F26B43"/>
          </p15:clr>
        </p15:guide>
        <p15:guide id="3" pos="4088">
          <p15:clr>
            <a:srgbClr val="F26B43"/>
          </p15:clr>
        </p15:guide>
        <p15:guide id="4" orient="horz" pos="262">
          <p15:clr>
            <a:srgbClr val="F26B43"/>
          </p15:clr>
        </p15:guide>
        <p15:guide id="5" orient="horz" pos="5955">
          <p15:clr>
            <a:srgbClr val="F26B43"/>
          </p15:clr>
        </p15:guide>
        <p15:guide id="6" pos="2160">
          <p15:clr>
            <a:srgbClr val="F26B43"/>
          </p15:clr>
        </p15:guide>
        <p15:guide id="7" orient="horz" pos="466">
          <p15:clr>
            <a:srgbClr val="F26B43"/>
          </p15:clr>
        </p15:guide>
        <p15:guide id="8" orient="horz" pos="94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6.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17.xml"/><Relationship Id="rId5" Type="http://schemas.openxmlformats.org/officeDocument/2006/relationships/chart" Target="../charts/chart9.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10.xml"/><Relationship Id="rId3" Type="http://schemas.openxmlformats.org/officeDocument/2006/relationships/chart" Target="../charts/chart11.xml"/><Relationship Id="rId4" Type="http://schemas.openxmlformats.org/officeDocument/2006/relationships/chart" Target="../charts/chart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13.xml"/><Relationship Id="rId3" Type="http://schemas.openxmlformats.org/officeDocument/2006/relationships/chart" Target="../charts/chart14.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15.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16.xml"/><Relationship Id="rId3" Type="http://schemas.openxmlformats.org/officeDocument/2006/relationships/chart" Target="../charts/chart17.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18.xml"/><Relationship Id="rId3" Type="http://schemas.openxmlformats.org/officeDocument/2006/relationships/chart" Target="../charts/chart19.xml"/><Relationship Id="rId4" Type="http://schemas.openxmlformats.org/officeDocument/2006/relationships/chart" Target="../charts/chart20.xml"/><Relationship Id="rId5" Type="http://schemas.openxmlformats.org/officeDocument/2006/relationships/chart" Target="../charts/char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Placeholder 48">
            <a:extLst>
              <a:ext uri="{FF2B5EF4-FFF2-40B4-BE49-F238E27FC236}">
                <a16:creationId xmlns:a16="http://schemas.microsoft.com/office/drawing/2014/main" id="{BD6D500C-1968-F6A3-B718-1B5974745914}"/>
              </a:ext>
            </a:extLst>
          </p:cNvPr>
          <p:cNvSpPr>
            <a:spLocks noGrp="1"/>
          </p:cNvSpPr>
          <p:nvPr>
            <p:ph type="body" sz="quarter" idx="19"/>
          </p:nvPr>
        </p:nvSpPr>
        <p:spPr/>
        <p:txBody>
          <a:bodyPr/>
          <a:lstStyle/>
          <a:p>
            <a:r>
              <a:rPr lang="pt-BR" dirty="0" err="1"/>
              <a:t>Equity</a:t>
            </a:r>
            <a:r>
              <a:rPr lang="pt-BR" dirty="0"/>
              <a:t> </a:t>
            </a:r>
            <a:r>
              <a:rPr lang="pt-BR" dirty="0" err="1"/>
              <a:t>Strategy</a:t>
            </a:r>
            <a:endParaRPr lang="pt-BR" dirty="0"/>
          </a:p>
        </p:txBody>
      </p:sp>
      <p:sp>
        <p:nvSpPr>
          <p:cNvPr id="43" name="Date Placeholder 10">
            <a:extLst>
              <a:ext uri="{FF2B5EF4-FFF2-40B4-BE49-F238E27FC236}">
                <a16:creationId xmlns:a16="http://schemas.microsoft.com/office/drawing/2014/main" id="{91CB276E-191E-57D1-BA47-B4661424A5F8}"/>
              </a:ext>
            </a:extLst>
          </p:cNvPr>
          <p:cNvSpPr>
            <a:spLocks noGrp="1"/>
          </p:cNvSpPr>
          <p:nvPr>
            <p:ph type="dt" sz="half" idx="2"/>
          </p:nvPr>
        </p:nvSpPr>
        <p:spPr>
          <a:xfrm>
            <a:off x="3371691" y="438763"/>
            <a:ext cx="3132139" cy="184666"/>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15C50E-5CAF-4D73-A24B-0338FF2E9F05}" type="datetime4">
              <a:rPr kumimoji="0" lang="en-US" sz="1200" b="0" i="0" u="none" strike="noStrike" kern="1200" cap="none" spc="0" normalizeH="0" baseline="0" noProof="0" smtClean="0">
                <a:ln>
                  <a:noFill/>
                </a:ln>
                <a:solidFill>
                  <a:srgbClr val="F9C113"/>
                </a:solidFill>
                <a:effectLst/>
                <a:uLnTx/>
                <a:uFillTx/>
                <a:latin typeface="Roboto Light" panose="02000000000000000000" pitchFamily="2" charset="0"/>
                <a:ea typeface="Roboto Light" panose="02000000000000000000" pitchFamily="2" charset="0"/>
                <a:cs typeface="Roboto Light" panose="02000000000000000000"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August 21, 2026</a:t>
            </a:fld>
            <a:endParaRPr kumimoji="0" lang="en-US" sz="1200" b="0" i="0" u="none" strike="noStrike" kern="1200" cap="none" spc="0" normalizeH="0" baseline="0" noProof="0" dirty="0">
              <a:ln>
                <a:noFill/>
              </a:ln>
              <a:solidFill>
                <a:srgbClr val="F9C113"/>
              </a:solidFill>
              <a:effectLst/>
              <a:uLnTx/>
              <a:uFillTx/>
              <a:latin typeface="Roboto Light" panose="02000000000000000000" pitchFamily="2" charset="0"/>
              <a:ea typeface="Roboto Light" panose="02000000000000000000" pitchFamily="2" charset="0"/>
              <a:cs typeface="Roboto Light" panose="02000000000000000000" pitchFamily="2" charset="0"/>
            </a:endParaRPr>
          </a:p>
        </p:txBody>
      </p:sp>
      <p:sp>
        <p:nvSpPr>
          <p:cNvPr id="4" name="TextBox 32">
            <a:extLst>
              <a:ext uri="{FF2B5EF4-FFF2-40B4-BE49-F238E27FC236}">
                <a16:creationId xmlns:a16="http://schemas.microsoft.com/office/drawing/2014/main" id="{02CCA043-FBDB-3179-4BFC-798DC28272B6}"/>
              </a:ext>
            </a:extLst>
          </p:cNvPr>
          <p:cNvSpPr txBox="1"/>
          <p:nvPr/>
        </p:nvSpPr>
        <p:spPr>
          <a:xfrm>
            <a:off x="314852" y="7451410"/>
            <a:ext cx="270077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XP Research</a:t>
            </a:r>
          </a:p>
        </p:txBody>
      </p:sp>
      <p:sp>
        <p:nvSpPr>
          <p:cNvPr id="5" name="TextBox 4">
            <a:extLst>
              <a:ext uri="{FF2B5EF4-FFF2-40B4-BE49-F238E27FC236}">
                <a16:creationId xmlns:a16="http://schemas.microsoft.com/office/drawing/2014/main" id="{9688499F-D54C-C349-D0A6-E3EC1F855C6C}"/>
              </a:ext>
            </a:extLst>
          </p:cNvPr>
          <p:cNvSpPr txBox="1"/>
          <p:nvPr/>
        </p:nvSpPr>
        <p:spPr>
          <a:xfrm>
            <a:off x="314852" y="6135381"/>
            <a:ext cx="602351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Bottom Fishing Brazilian </a:t>
            </a:r>
            <a:r>
              <a:rPr kumimoji="0" lang="en-US" sz="2800" b="1" i="0" u="none" strike="noStrike" kern="1200" cap="none" spc="0" normalizeH="0" baseline="0" noProof="0" dirty="0" err="1">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Equitie</a:t>
            </a:r>
            <a:r>
              <a:rPr lang="en-US" sz="2800" b="1" dirty="0">
                <a:solidFill>
                  <a:srgbClr val="FFFFFF"/>
                </a:solidFill>
                <a:latin typeface="Roboto" panose="02000000000000000000" pitchFamily="2" charset="0"/>
                <a:ea typeface="Roboto" panose="02000000000000000000" pitchFamily="2" charset="0"/>
                <a:cs typeface="Roboto" panose="02000000000000000000" pitchFamily="2" charset="0"/>
              </a:rPr>
              <a:t>s…</a:t>
            </a:r>
            <a:endParaRPr kumimoji="0" lang="en-US" sz="2800" b="1"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6" name="TextBox 31">
            <a:extLst>
              <a:ext uri="{FF2B5EF4-FFF2-40B4-BE49-F238E27FC236}">
                <a16:creationId xmlns:a16="http://schemas.microsoft.com/office/drawing/2014/main" id="{2CE576DF-1657-3AB0-E68A-0C6E46D53F2D}"/>
              </a:ext>
            </a:extLst>
          </p:cNvPr>
          <p:cNvSpPr txBox="1"/>
          <p:nvPr/>
        </p:nvSpPr>
        <p:spPr>
          <a:xfrm>
            <a:off x="314852" y="6544446"/>
            <a:ext cx="61136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Roboto Light"/>
                <a:ea typeface="Roboto" panose="02000000000000000000" pitchFamily="2" charset="0"/>
                <a:cs typeface="Roboto" panose="02000000000000000000" pitchFamily="2" charset="0"/>
              </a:rPr>
              <a:t>…and Avoiding Value Traps</a:t>
            </a:r>
          </a:p>
        </p:txBody>
      </p:sp>
      <p:grpSp>
        <p:nvGrpSpPr>
          <p:cNvPr id="7" name="Group 33">
            <a:extLst>
              <a:ext uri="{FF2B5EF4-FFF2-40B4-BE49-F238E27FC236}">
                <a16:creationId xmlns:a16="http://schemas.microsoft.com/office/drawing/2014/main" id="{6120735A-468D-B780-5737-F0581C6DE1F3}"/>
              </a:ext>
            </a:extLst>
          </p:cNvPr>
          <p:cNvGrpSpPr/>
          <p:nvPr/>
        </p:nvGrpSpPr>
        <p:grpSpPr>
          <a:xfrm>
            <a:off x="314852" y="8080589"/>
            <a:ext cx="4018076" cy="461453"/>
            <a:chOff x="390154" y="7504588"/>
            <a:chExt cx="3909329" cy="461453"/>
          </a:xfrm>
        </p:grpSpPr>
        <p:grpSp>
          <p:nvGrpSpPr>
            <p:cNvPr id="24" name="Group 52">
              <a:extLst>
                <a:ext uri="{FF2B5EF4-FFF2-40B4-BE49-F238E27FC236}">
                  <a16:creationId xmlns:a16="http://schemas.microsoft.com/office/drawing/2014/main" id="{13ADD099-E430-3DCD-7CD6-1F930819A2EB}"/>
                </a:ext>
              </a:extLst>
            </p:cNvPr>
            <p:cNvGrpSpPr/>
            <p:nvPr userDrawn="1"/>
          </p:nvGrpSpPr>
          <p:grpSpPr>
            <a:xfrm>
              <a:off x="390154" y="7504588"/>
              <a:ext cx="1870446" cy="461453"/>
              <a:chOff x="390154" y="8328187"/>
              <a:chExt cx="2700776" cy="461453"/>
            </a:xfrm>
          </p:grpSpPr>
          <p:sp>
            <p:nvSpPr>
              <p:cNvPr id="25" name="TextBox 53">
                <a:extLst>
                  <a:ext uri="{FF2B5EF4-FFF2-40B4-BE49-F238E27FC236}">
                    <a16:creationId xmlns:a16="http://schemas.microsoft.com/office/drawing/2014/main" id="{699E834A-AAB9-3D98-DD5C-544D9160D44B}"/>
                  </a:ext>
                </a:extLst>
              </p:cNvPr>
              <p:cNvSpPr txBox="1"/>
              <p:nvPr userDrawn="1"/>
            </p:nvSpPr>
            <p:spPr>
              <a:xfrm>
                <a:off x="390154" y="8328187"/>
                <a:ext cx="270077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100" b="1"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Fernando Ferreira, CFA</a:t>
                </a:r>
              </a:p>
            </p:txBody>
          </p:sp>
          <p:sp>
            <p:nvSpPr>
              <p:cNvPr id="26" name="TextBox 54">
                <a:extLst>
                  <a:ext uri="{FF2B5EF4-FFF2-40B4-BE49-F238E27FC236}">
                    <a16:creationId xmlns:a16="http://schemas.microsoft.com/office/drawing/2014/main" id="{345C17FD-CCD1-FF32-44A7-F26A83BB7275}"/>
                  </a:ext>
                </a:extLst>
              </p:cNvPr>
              <p:cNvSpPr txBox="1"/>
              <p:nvPr userDrawn="1"/>
            </p:nvSpPr>
            <p:spPr>
              <a:xfrm>
                <a:off x="390154" y="8543419"/>
                <a:ext cx="270077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Roboto Light"/>
                    <a:ea typeface="Roboto" panose="02000000000000000000" pitchFamily="2" charset="0"/>
                    <a:cs typeface="Roboto" panose="02000000000000000000" pitchFamily="2" charset="0"/>
                  </a:rPr>
                  <a:t>fernando.f.ferreira@xpi.com.br</a:t>
                </a:r>
              </a:p>
            </p:txBody>
          </p:sp>
        </p:grpSp>
        <p:grpSp>
          <p:nvGrpSpPr>
            <p:cNvPr id="18" name="Group 46">
              <a:extLst>
                <a:ext uri="{FF2B5EF4-FFF2-40B4-BE49-F238E27FC236}">
                  <a16:creationId xmlns:a16="http://schemas.microsoft.com/office/drawing/2014/main" id="{F36EB3BB-7764-2971-A421-6DD492F22EE9}"/>
                </a:ext>
              </a:extLst>
            </p:cNvPr>
            <p:cNvGrpSpPr/>
            <p:nvPr userDrawn="1"/>
          </p:nvGrpSpPr>
          <p:grpSpPr>
            <a:xfrm>
              <a:off x="2429037" y="7504588"/>
              <a:ext cx="1870446" cy="461453"/>
              <a:chOff x="390154" y="8328187"/>
              <a:chExt cx="2700776" cy="461453"/>
            </a:xfrm>
          </p:grpSpPr>
          <p:sp>
            <p:nvSpPr>
              <p:cNvPr id="19" name="TextBox 47">
                <a:extLst>
                  <a:ext uri="{FF2B5EF4-FFF2-40B4-BE49-F238E27FC236}">
                    <a16:creationId xmlns:a16="http://schemas.microsoft.com/office/drawing/2014/main" id="{7EBE0FD9-F2AD-AD3B-E97E-34C0C26C36B2}"/>
                  </a:ext>
                </a:extLst>
              </p:cNvPr>
              <p:cNvSpPr txBox="1"/>
              <p:nvPr userDrawn="1"/>
            </p:nvSpPr>
            <p:spPr>
              <a:xfrm>
                <a:off x="390154" y="8328187"/>
                <a:ext cx="270077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100" b="1"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Raphael Figueredo</a:t>
                </a:r>
              </a:p>
            </p:txBody>
          </p:sp>
          <p:sp>
            <p:nvSpPr>
              <p:cNvPr id="20" name="TextBox 48">
                <a:extLst>
                  <a:ext uri="{FF2B5EF4-FFF2-40B4-BE49-F238E27FC236}">
                    <a16:creationId xmlns:a16="http://schemas.microsoft.com/office/drawing/2014/main" id="{7DAED1E0-E310-FEF2-6F78-E91CF46B8BF7}"/>
                  </a:ext>
                </a:extLst>
              </p:cNvPr>
              <p:cNvSpPr txBox="1"/>
              <p:nvPr userDrawn="1"/>
            </p:nvSpPr>
            <p:spPr>
              <a:xfrm>
                <a:off x="390154" y="8543419"/>
                <a:ext cx="270077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Roboto Light"/>
                    <a:ea typeface="Roboto" panose="02000000000000000000" pitchFamily="2" charset="0"/>
                    <a:cs typeface="Roboto" panose="02000000000000000000" pitchFamily="2" charset="0"/>
                  </a:rPr>
                  <a:t>raphael.sfigueredo@xpi.com.br</a:t>
                </a:r>
              </a:p>
            </p:txBody>
          </p:sp>
        </p:grpSp>
      </p:grpSp>
      <p:grpSp>
        <p:nvGrpSpPr>
          <p:cNvPr id="3" name="Group 33">
            <a:extLst>
              <a:ext uri="{FF2B5EF4-FFF2-40B4-BE49-F238E27FC236}">
                <a16:creationId xmlns:a16="http://schemas.microsoft.com/office/drawing/2014/main" id="{4DB0E8C4-CC85-ECE5-5A14-15BB754BC72D}"/>
              </a:ext>
            </a:extLst>
          </p:cNvPr>
          <p:cNvGrpSpPr/>
          <p:nvPr/>
        </p:nvGrpSpPr>
        <p:grpSpPr>
          <a:xfrm>
            <a:off x="314852" y="8633715"/>
            <a:ext cx="4018076" cy="461453"/>
            <a:chOff x="390154" y="7504588"/>
            <a:chExt cx="3909329" cy="461453"/>
          </a:xfrm>
        </p:grpSpPr>
        <p:grpSp>
          <p:nvGrpSpPr>
            <p:cNvPr id="8" name="Group 52">
              <a:extLst>
                <a:ext uri="{FF2B5EF4-FFF2-40B4-BE49-F238E27FC236}">
                  <a16:creationId xmlns:a16="http://schemas.microsoft.com/office/drawing/2014/main" id="{C82E7B95-9297-F1EC-A7BA-E644B6DB8FCE}"/>
                </a:ext>
              </a:extLst>
            </p:cNvPr>
            <p:cNvGrpSpPr/>
            <p:nvPr userDrawn="1"/>
          </p:nvGrpSpPr>
          <p:grpSpPr>
            <a:xfrm>
              <a:off x="390154" y="7504588"/>
              <a:ext cx="1870446" cy="461453"/>
              <a:chOff x="390154" y="8328187"/>
              <a:chExt cx="2700776" cy="461453"/>
            </a:xfrm>
          </p:grpSpPr>
          <p:sp>
            <p:nvSpPr>
              <p:cNvPr id="12" name="TextBox 53">
                <a:extLst>
                  <a:ext uri="{FF2B5EF4-FFF2-40B4-BE49-F238E27FC236}">
                    <a16:creationId xmlns:a16="http://schemas.microsoft.com/office/drawing/2014/main" id="{6FCF9924-CE32-262C-47D3-0F0A2A7D9C0A}"/>
                  </a:ext>
                </a:extLst>
              </p:cNvPr>
              <p:cNvSpPr txBox="1"/>
              <p:nvPr userDrawn="1"/>
            </p:nvSpPr>
            <p:spPr>
              <a:xfrm>
                <a:off x="390154" y="8328187"/>
                <a:ext cx="270077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100" b="1"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Caio Souza</a:t>
                </a:r>
              </a:p>
            </p:txBody>
          </p:sp>
          <p:sp>
            <p:nvSpPr>
              <p:cNvPr id="13" name="TextBox 54">
                <a:extLst>
                  <a:ext uri="{FF2B5EF4-FFF2-40B4-BE49-F238E27FC236}">
                    <a16:creationId xmlns:a16="http://schemas.microsoft.com/office/drawing/2014/main" id="{F574F3FB-69A3-F2A2-5214-2704DE90C1D3}"/>
                  </a:ext>
                </a:extLst>
              </p:cNvPr>
              <p:cNvSpPr txBox="1"/>
              <p:nvPr userDrawn="1"/>
            </p:nvSpPr>
            <p:spPr>
              <a:xfrm>
                <a:off x="390154" y="8543419"/>
                <a:ext cx="270077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Roboto Light"/>
                    <a:ea typeface="Roboto" panose="02000000000000000000" pitchFamily="2" charset="0"/>
                    <a:cs typeface="Roboto" panose="02000000000000000000" pitchFamily="2" charset="0"/>
                  </a:rPr>
                  <a:t>caio.lsouza@xpi.com.br</a:t>
                </a:r>
              </a:p>
            </p:txBody>
          </p:sp>
        </p:grpSp>
        <p:grpSp>
          <p:nvGrpSpPr>
            <p:cNvPr id="9" name="Group 46">
              <a:extLst>
                <a:ext uri="{FF2B5EF4-FFF2-40B4-BE49-F238E27FC236}">
                  <a16:creationId xmlns:a16="http://schemas.microsoft.com/office/drawing/2014/main" id="{E59468C2-B556-1283-50E4-71DBD8258037}"/>
                </a:ext>
              </a:extLst>
            </p:cNvPr>
            <p:cNvGrpSpPr/>
            <p:nvPr/>
          </p:nvGrpSpPr>
          <p:grpSpPr>
            <a:xfrm>
              <a:off x="2429037" y="7504588"/>
              <a:ext cx="1870446" cy="461453"/>
              <a:chOff x="390154" y="8328187"/>
              <a:chExt cx="2700776" cy="461453"/>
            </a:xfrm>
          </p:grpSpPr>
          <p:sp>
            <p:nvSpPr>
              <p:cNvPr id="10" name="TextBox 47">
                <a:extLst>
                  <a:ext uri="{FF2B5EF4-FFF2-40B4-BE49-F238E27FC236}">
                    <a16:creationId xmlns:a16="http://schemas.microsoft.com/office/drawing/2014/main" id="{005E5BFA-16C3-BBA3-96DB-FF4CB434CC39}"/>
                  </a:ext>
                </a:extLst>
              </p:cNvPr>
              <p:cNvSpPr txBox="1"/>
              <p:nvPr/>
            </p:nvSpPr>
            <p:spPr>
              <a:xfrm>
                <a:off x="390154" y="8328187"/>
                <a:ext cx="270077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100" b="1"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Antonio Mello</a:t>
                </a:r>
              </a:p>
            </p:txBody>
          </p:sp>
          <p:sp>
            <p:nvSpPr>
              <p:cNvPr id="11" name="TextBox 48">
                <a:extLst>
                  <a:ext uri="{FF2B5EF4-FFF2-40B4-BE49-F238E27FC236}">
                    <a16:creationId xmlns:a16="http://schemas.microsoft.com/office/drawing/2014/main" id="{F2B86E26-9C10-70F7-527E-04AA2EC85DF5}"/>
                  </a:ext>
                </a:extLst>
              </p:cNvPr>
              <p:cNvSpPr txBox="1"/>
              <p:nvPr/>
            </p:nvSpPr>
            <p:spPr>
              <a:xfrm>
                <a:off x="390154" y="8543419"/>
                <a:ext cx="270077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err="1">
                    <a:ln>
                      <a:noFill/>
                    </a:ln>
                    <a:solidFill>
                      <a:srgbClr val="FFFFFF"/>
                    </a:solidFill>
                    <a:effectLst/>
                    <a:uLnTx/>
                    <a:uFillTx/>
                    <a:latin typeface="Roboto Light"/>
                    <a:ea typeface="Roboto" panose="02000000000000000000" pitchFamily="2" charset="0"/>
                    <a:cs typeface="Roboto" panose="02000000000000000000" pitchFamily="2" charset="0"/>
                  </a:rPr>
                  <a:t>antonio.mello</a:t>
                </a:r>
                <a:r>
                  <a:rPr kumimoji="0" lang="pt-BR" sz="1000" b="0" i="0" u="none" strike="noStrike" kern="1200" cap="none" spc="0" normalizeH="0" baseline="0" noProof="0" dirty="0">
                    <a:ln>
                      <a:noFill/>
                    </a:ln>
                    <a:solidFill>
                      <a:srgbClr val="FFFFFF"/>
                    </a:solidFill>
                    <a:effectLst/>
                    <a:uLnTx/>
                    <a:uFillTx/>
                    <a:latin typeface="Roboto Light"/>
                    <a:ea typeface="Roboto" panose="02000000000000000000" pitchFamily="2" charset="0"/>
                    <a:cs typeface="Roboto" panose="02000000000000000000" pitchFamily="2" charset="0"/>
                  </a:rPr>
                  <a:t>@xpi.com.br</a:t>
                </a:r>
              </a:p>
            </p:txBody>
          </p:sp>
        </p:grpSp>
      </p:grpSp>
    </p:spTree>
    <p:extLst>
      <p:ext uri="{BB962C8B-B14F-4D97-AF65-F5344CB8AC3E}">
        <p14:creationId xmlns:p14="http://schemas.microsoft.com/office/powerpoint/2010/main" val="3099861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02E447-928B-491A-BB70-5CD030ED9D43}"/>
              </a:ext>
            </a:extLst>
          </p:cNvPr>
          <p:cNvSpPr>
            <a:spLocks noGrp="1"/>
          </p:cNvSpPr>
          <p:nvPr>
            <p:ph type="body" sz="quarter" idx="17"/>
          </p:nvPr>
        </p:nvSpPr>
        <p:spPr>
          <a:xfrm>
            <a:off x="375638" y="1155618"/>
            <a:ext cx="3938623" cy="338554"/>
          </a:xfrm>
        </p:spPr>
        <p:txBody>
          <a:bodyPr/>
          <a:lstStyle/>
          <a:p>
            <a:r>
              <a:rPr lang="en-US" dirty="0"/>
              <a:t>Lorem Ipsum</a:t>
            </a:r>
          </a:p>
        </p:txBody>
      </p:sp>
      <p:sp>
        <p:nvSpPr>
          <p:cNvPr id="3" name="Text Placeholder 2">
            <a:extLst>
              <a:ext uri="{FF2B5EF4-FFF2-40B4-BE49-F238E27FC236}">
                <a16:creationId xmlns:a16="http://schemas.microsoft.com/office/drawing/2014/main" id="{3890F57A-5FE5-49B9-A421-7AA2F2EC870A}"/>
              </a:ext>
            </a:extLst>
          </p:cNvPr>
          <p:cNvSpPr>
            <a:spLocks noGrp="1"/>
          </p:cNvSpPr>
          <p:nvPr>
            <p:ph type="body" sz="quarter" idx="18"/>
          </p:nvPr>
        </p:nvSpPr>
        <p:spPr>
          <a:xfrm>
            <a:off x="375638" y="1485836"/>
            <a:ext cx="3938623" cy="338554"/>
          </a:xfrm>
        </p:spPr>
        <p:txBody>
          <a:bodyPr/>
          <a:lstStyle/>
          <a:p>
            <a:r>
              <a:rPr lang="da-DK"/>
              <a:t>Lorem ipsum dolor sit amet</a:t>
            </a:r>
            <a:endParaRPr lang="en-US"/>
          </a:p>
        </p:txBody>
      </p:sp>
      <p:sp>
        <p:nvSpPr>
          <p:cNvPr id="4" name="Text Placeholder 3">
            <a:extLst>
              <a:ext uri="{FF2B5EF4-FFF2-40B4-BE49-F238E27FC236}">
                <a16:creationId xmlns:a16="http://schemas.microsoft.com/office/drawing/2014/main" id="{70CD7804-A50A-457D-A0F9-9321F2D4A205}"/>
              </a:ext>
            </a:extLst>
          </p:cNvPr>
          <p:cNvSpPr>
            <a:spLocks noGrp="1"/>
          </p:cNvSpPr>
          <p:nvPr>
            <p:ph type="body" sz="quarter" idx="19"/>
          </p:nvPr>
        </p:nvSpPr>
        <p:spPr>
          <a:xfrm>
            <a:off x="375638" y="2139998"/>
            <a:ext cx="3938623" cy="338554"/>
          </a:xfrm>
        </p:spPr>
        <p:txBody>
          <a:bodyPr/>
          <a:lstStyle/>
          <a:p>
            <a:r>
              <a:rPr lang="en-US"/>
              <a:t>Lorem Ipsum</a:t>
            </a:r>
          </a:p>
        </p:txBody>
      </p:sp>
      <p:sp>
        <p:nvSpPr>
          <p:cNvPr id="5" name="Text Placeholder 4">
            <a:extLst>
              <a:ext uri="{FF2B5EF4-FFF2-40B4-BE49-F238E27FC236}">
                <a16:creationId xmlns:a16="http://schemas.microsoft.com/office/drawing/2014/main" id="{614B92CB-1CCE-47C9-B391-0DA8563E7396}"/>
              </a:ext>
            </a:extLst>
          </p:cNvPr>
          <p:cNvSpPr>
            <a:spLocks noGrp="1"/>
          </p:cNvSpPr>
          <p:nvPr>
            <p:ph type="body" sz="quarter" idx="20"/>
          </p:nvPr>
        </p:nvSpPr>
        <p:spPr>
          <a:xfrm>
            <a:off x="375638" y="2470216"/>
            <a:ext cx="3938623" cy="338554"/>
          </a:xfrm>
        </p:spPr>
        <p:txBody>
          <a:bodyPr/>
          <a:lstStyle/>
          <a:p>
            <a:r>
              <a:rPr lang="da-DK" dirty="0"/>
              <a:t>Lorem ipsum dolor sit amet</a:t>
            </a:r>
            <a:endParaRPr lang="en-US" dirty="0"/>
          </a:p>
        </p:txBody>
      </p:sp>
      <p:sp>
        <p:nvSpPr>
          <p:cNvPr id="6" name="Text Placeholder 5">
            <a:extLst>
              <a:ext uri="{FF2B5EF4-FFF2-40B4-BE49-F238E27FC236}">
                <a16:creationId xmlns:a16="http://schemas.microsoft.com/office/drawing/2014/main" id="{1C3F33CE-CF77-41F0-A1C8-2B0BBA178421}"/>
              </a:ext>
            </a:extLst>
          </p:cNvPr>
          <p:cNvSpPr>
            <a:spLocks noGrp="1"/>
          </p:cNvSpPr>
          <p:nvPr>
            <p:ph type="body" sz="quarter" idx="21"/>
          </p:nvPr>
        </p:nvSpPr>
        <p:spPr>
          <a:xfrm>
            <a:off x="375638" y="3134792"/>
            <a:ext cx="3938623" cy="338554"/>
          </a:xfrm>
        </p:spPr>
        <p:txBody>
          <a:bodyPr/>
          <a:lstStyle/>
          <a:p>
            <a:r>
              <a:rPr lang="en-US"/>
              <a:t>Lorem Ipsum</a:t>
            </a:r>
          </a:p>
        </p:txBody>
      </p:sp>
      <p:sp>
        <p:nvSpPr>
          <p:cNvPr id="7" name="Text Placeholder 6">
            <a:extLst>
              <a:ext uri="{FF2B5EF4-FFF2-40B4-BE49-F238E27FC236}">
                <a16:creationId xmlns:a16="http://schemas.microsoft.com/office/drawing/2014/main" id="{197A2520-C9EC-4F2D-AB73-B45263DB9ADE}"/>
              </a:ext>
            </a:extLst>
          </p:cNvPr>
          <p:cNvSpPr>
            <a:spLocks noGrp="1"/>
          </p:cNvSpPr>
          <p:nvPr>
            <p:ph type="body" sz="quarter" idx="22"/>
          </p:nvPr>
        </p:nvSpPr>
        <p:spPr>
          <a:xfrm>
            <a:off x="375638" y="3465010"/>
            <a:ext cx="3938623" cy="338554"/>
          </a:xfrm>
        </p:spPr>
        <p:txBody>
          <a:bodyPr/>
          <a:lstStyle/>
          <a:p>
            <a:r>
              <a:rPr lang="da-DK"/>
              <a:t>Lorem ipsum dolor sit amet</a:t>
            </a:r>
            <a:endParaRPr lang="en-US" dirty="0"/>
          </a:p>
        </p:txBody>
      </p:sp>
      <p:sp>
        <p:nvSpPr>
          <p:cNvPr id="8" name="Text Placeholder 7">
            <a:extLst>
              <a:ext uri="{FF2B5EF4-FFF2-40B4-BE49-F238E27FC236}">
                <a16:creationId xmlns:a16="http://schemas.microsoft.com/office/drawing/2014/main" id="{75AD6D2B-78CD-4366-A870-7A8A34E29006}"/>
              </a:ext>
            </a:extLst>
          </p:cNvPr>
          <p:cNvSpPr>
            <a:spLocks noGrp="1"/>
          </p:cNvSpPr>
          <p:nvPr>
            <p:ph type="body" sz="quarter" idx="23"/>
          </p:nvPr>
        </p:nvSpPr>
        <p:spPr>
          <a:xfrm>
            <a:off x="375638" y="4118342"/>
            <a:ext cx="3938623" cy="338554"/>
          </a:xfrm>
        </p:spPr>
        <p:txBody>
          <a:bodyPr/>
          <a:lstStyle/>
          <a:p>
            <a:r>
              <a:rPr lang="en-US"/>
              <a:t>Lorem Ipsum</a:t>
            </a:r>
            <a:endParaRPr lang="en-US" dirty="0"/>
          </a:p>
        </p:txBody>
      </p:sp>
      <p:sp>
        <p:nvSpPr>
          <p:cNvPr id="9" name="Text Placeholder 8">
            <a:extLst>
              <a:ext uri="{FF2B5EF4-FFF2-40B4-BE49-F238E27FC236}">
                <a16:creationId xmlns:a16="http://schemas.microsoft.com/office/drawing/2014/main" id="{2AED9F12-816F-47D0-B27C-6175EEC8C418}"/>
              </a:ext>
            </a:extLst>
          </p:cNvPr>
          <p:cNvSpPr>
            <a:spLocks noGrp="1"/>
          </p:cNvSpPr>
          <p:nvPr>
            <p:ph type="body" sz="quarter" idx="24"/>
          </p:nvPr>
        </p:nvSpPr>
        <p:spPr>
          <a:xfrm>
            <a:off x="375638" y="4448560"/>
            <a:ext cx="3938623" cy="338554"/>
          </a:xfrm>
        </p:spPr>
        <p:txBody>
          <a:bodyPr/>
          <a:lstStyle/>
          <a:p>
            <a:r>
              <a:rPr lang="da-DK"/>
              <a:t>Lorem ipsum dolor sit amet</a:t>
            </a:r>
            <a:endParaRPr lang="en-US" dirty="0"/>
          </a:p>
        </p:txBody>
      </p:sp>
      <p:sp>
        <p:nvSpPr>
          <p:cNvPr id="10" name="Text Placeholder 9">
            <a:extLst>
              <a:ext uri="{FF2B5EF4-FFF2-40B4-BE49-F238E27FC236}">
                <a16:creationId xmlns:a16="http://schemas.microsoft.com/office/drawing/2014/main" id="{3D854F7D-B0CC-4F94-8729-648EA49878FA}"/>
              </a:ext>
            </a:extLst>
          </p:cNvPr>
          <p:cNvSpPr>
            <a:spLocks noGrp="1"/>
          </p:cNvSpPr>
          <p:nvPr>
            <p:ph type="body" sz="quarter" idx="25"/>
          </p:nvPr>
        </p:nvSpPr>
        <p:spPr>
          <a:xfrm>
            <a:off x="375638" y="5101892"/>
            <a:ext cx="3938623" cy="338554"/>
          </a:xfrm>
        </p:spPr>
        <p:txBody>
          <a:bodyPr/>
          <a:lstStyle/>
          <a:p>
            <a:r>
              <a:rPr lang="en-US"/>
              <a:t>Lorem Ipsum</a:t>
            </a:r>
          </a:p>
        </p:txBody>
      </p:sp>
      <p:sp>
        <p:nvSpPr>
          <p:cNvPr id="11" name="Text Placeholder 10">
            <a:extLst>
              <a:ext uri="{FF2B5EF4-FFF2-40B4-BE49-F238E27FC236}">
                <a16:creationId xmlns:a16="http://schemas.microsoft.com/office/drawing/2014/main" id="{28C06779-0705-4276-BE03-68453F91280E}"/>
              </a:ext>
            </a:extLst>
          </p:cNvPr>
          <p:cNvSpPr>
            <a:spLocks noGrp="1"/>
          </p:cNvSpPr>
          <p:nvPr>
            <p:ph type="body" sz="quarter" idx="26"/>
          </p:nvPr>
        </p:nvSpPr>
        <p:spPr>
          <a:xfrm>
            <a:off x="375638" y="5432110"/>
            <a:ext cx="3938623" cy="338554"/>
          </a:xfrm>
        </p:spPr>
        <p:txBody>
          <a:bodyPr/>
          <a:lstStyle/>
          <a:p>
            <a:r>
              <a:rPr lang="da-DK"/>
              <a:t>Lorem ipsum dolor sit amet</a:t>
            </a:r>
            <a:endParaRPr lang="en-US"/>
          </a:p>
        </p:txBody>
      </p:sp>
      <p:sp>
        <p:nvSpPr>
          <p:cNvPr id="12" name="Text Placeholder 11">
            <a:extLst>
              <a:ext uri="{FF2B5EF4-FFF2-40B4-BE49-F238E27FC236}">
                <a16:creationId xmlns:a16="http://schemas.microsoft.com/office/drawing/2014/main" id="{0498A5EE-1DF3-425A-91F2-2930C9C96915}"/>
              </a:ext>
            </a:extLst>
          </p:cNvPr>
          <p:cNvSpPr>
            <a:spLocks noGrp="1"/>
          </p:cNvSpPr>
          <p:nvPr>
            <p:ph type="body" sz="quarter" idx="27"/>
          </p:nvPr>
        </p:nvSpPr>
        <p:spPr>
          <a:xfrm>
            <a:off x="375638" y="6100882"/>
            <a:ext cx="3938623" cy="338554"/>
          </a:xfrm>
        </p:spPr>
        <p:txBody>
          <a:bodyPr/>
          <a:lstStyle/>
          <a:p>
            <a:r>
              <a:rPr lang="en-US"/>
              <a:t>Lorem Ipsum</a:t>
            </a:r>
            <a:endParaRPr lang="en-US" dirty="0"/>
          </a:p>
        </p:txBody>
      </p:sp>
      <p:sp>
        <p:nvSpPr>
          <p:cNvPr id="13" name="Text Placeholder 12">
            <a:extLst>
              <a:ext uri="{FF2B5EF4-FFF2-40B4-BE49-F238E27FC236}">
                <a16:creationId xmlns:a16="http://schemas.microsoft.com/office/drawing/2014/main" id="{4F1FA01C-4BA5-4165-95B0-EDD82EF3CFC1}"/>
              </a:ext>
            </a:extLst>
          </p:cNvPr>
          <p:cNvSpPr>
            <a:spLocks noGrp="1"/>
          </p:cNvSpPr>
          <p:nvPr>
            <p:ph type="body" sz="quarter" idx="28"/>
          </p:nvPr>
        </p:nvSpPr>
        <p:spPr>
          <a:xfrm>
            <a:off x="375638" y="6431100"/>
            <a:ext cx="3938623" cy="338554"/>
          </a:xfrm>
        </p:spPr>
        <p:txBody>
          <a:bodyPr/>
          <a:lstStyle/>
          <a:p>
            <a:r>
              <a:rPr lang="da-DK"/>
              <a:t>Lorem ipsum dolor sit amet</a:t>
            </a:r>
            <a:endParaRPr lang="en-US" dirty="0"/>
          </a:p>
        </p:txBody>
      </p:sp>
      <p:sp>
        <p:nvSpPr>
          <p:cNvPr id="14" name="Text Placeholder 13">
            <a:extLst>
              <a:ext uri="{FF2B5EF4-FFF2-40B4-BE49-F238E27FC236}">
                <a16:creationId xmlns:a16="http://schemas.microsoft.com/office/drawing/2014/main" id="{1B17BFAE-301D-4202-B3D6-445A123DC91F}"/>
              </a:ext>
            </a:extLst>
          </p:cNvPr>
          <p:cNvSpPr>
            <a:spLocks noGrp="1"/>
          </p:cNvSpPr>
          <p:nvPr>
            <p:ph type="body" sz="quarter" idx="29"/>
          </p:nvPr>
        </p:nvSpPr>
        <p:spPr>
          <a:xfrm>
            <a:off x="375638" y="7084432"/>
            <a:ext cx="3938623" cy="338554"/>
          </a:xfrm>
        </p:spPr>
        <p:txBody>
          <a:bodyPr/>
          <a:lstStyle/>
          <a:p>
            <a:r>
              <a:rPr lang="en-US"/>
              <a:t>Lorem Ipsum</a:t>
            </a:r>
          </a:p>
        </p:txBody>
      </p:sp>
      <p:sp>
        <p:nvSpPr>
          <p:cNvPr id="15" name="Text Placeholder 14">
            <a:extLst>
              <a:ext uri="{FF2B5EF4-FFF2-40B4-BE49-F238E27FC236}">
                <a16:creationId xmlns:a16="http://schemas.microsoft.com/office/drawing/2014/main" id="{9A67E67B-986D-4A8D-8904-63C56B00AC13}"/>
              </a:ext>
            </a:extLst>
          </p:cNvPr>
          <p:cNvSpPr>
            <a:spLocks noGrp="1"/>
          </p:cNvSpPr>
          <p:nvPr>
            <p:ph type="body" sz="quarter" idx="30"/>
          </p:nvPr>
        </p:nvSpPr>
        <p:spPr>
          <a:xfrm>
            <a:off x="375638" y="7414650"/>
            <a:ext cx="3938623" cy="338554"/>
          </a:xfrm>
        </p:spPr>
        <p:txBody>
          <a:bodyPr/>
          <a:lstStyle/>
          <a:p>
            <a:r>
              <a:rPr lang="da-DK"/>
              <a:t>Lorem ipsum dolor sit amet</a:t>
            </a:r>
            <a:endParaRPr lang="en-US"/>
          </a:p>
        </p:txBody>
      </p:sp>
      <p:sp>
        <p:nvSpPr>
          <p:cNvPr id="16" name="Text Placeholder 15">
            <a:extLst>
              <a:ext uri="{FF2B5EF4-FFF2-40B4-BE49-F238E27FC236}">
                <a16:creationId xmlns:a16="http://schemas.microsoft.com/office/drawing/2014/main" id="{1259A55A-F411-460C-B4FC-E32110A6C589}"/>
              </a:ext>
            </a:extLst>
          </p:cNvPr>
          <p:cNvSpPr>
            <a:spLocks noGrp="1"/>
          </p:cNvSpPr>
          <p:nvPr>
            <p:ph type="body" sz="quarter" idx="31"/>
          </p:nvPr>
        </p:nvSpPr>
        <p:spPr>
          <a:xfrm>
            <a:off x="375638" y="8063396"/>
            <a:ext cx="3938623" cy="338554"/>
          </a:xfrm>
        </p:spPr>
        <p:txBody>
          <a:bodyPr/>
          <a:lstStyle/>
          <a:p>
            <a:r>
              <a:rPr lang="en-US"/>
              <a:t>Lorem Ipsum</a:t>
            </a:r>
            <a:endParaRPr lang="en-US" dirty="0"/>
          </a:p>
        </p:txBody>
      </p:sp>
      <p:sp>
        <p:nvSpPr>
          <p:cNvPr id="17" name="Text Placeholder 16">
            <a:extLst>
              <a:ext uri="{FF2B5EF4-FFF2-40B4-BE49-F238E27FC236}">
                <a16:creationId xmlns:a16="http://schemas.microsoft.com/office/drawing/2014/main" id="{AB38B048-8B44-4C0B-AF0C-1FCBC23A5F65}"/>
              </a:ext>
            </a:extLst>
          </p:cNvPr>
          <p:cNvSpPr>
            <a:spLocks noGrp="1"/>
          </p:cNvSpPr>
          <p:nvPr>
            <p:ph type="body" sz="quarter" idx="32"/>
          </p:nvPr>
        </p:nvSpPr>
        <p:spPr>
          <a:xfrm>
            <a:off x="375638" y="8393614"/>
            <a:ext cx="3938623" cy="338554"/>
          </a:xfrm>
        </p:spPr>
        <p:txBody>
          <a:bodyPr/>
          <a:lstStyle/>
          <a:p>
            <a:r>
              <a:rPr lang="da-DK"/>
              <a:t>Lorem ipsum dolor sit amet</a:t>
            </a:r>
            <a:endParaRPr lang="en-US"/>
          </a:p>
        </p:txBody>
      </p:sp>
    </p:spTree>
    <p:extLst>
      <p:ext uri="{BB962C8B-B14F-4D97-AF65-F5344CB8AC3E}">
        <p14:creationId xmlns:p14="http://schemas.microsoft.com/office/powerpoint/2010/main" val="1666828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B4187B9-7B94-C3F1-4963-96BFC474763F}"/>
              </a:ext>
            </a:extLst>
          </p:cNvPr>
          <p:cNvSpPr>
            <a:spLocks noGrp="1"/>
          </p:cNvSpPr>
          <p:nvPr>
            <p:ph type="body" sz="quarter" idx="11"/>
          </p:nvPr>
        </p:nvSpPr>
        <p:spPr/>
        <p:txBody>
          <a:bodyPr/>
          <a:lstStyle/>
          <a:p>
            <a:r>
              <a:rPr lang="pt-BR" dirty="0" err="1"/>
              <a:t>Measuring</a:t>
            </a:r>
            <a:r>
              <a:rPr lang="pt-BR" dirty="0"/>
              <a:t> </a:t>
            </a:r>
            <a:r>
              <a:rPr lang="pt-BR" dirty="0" err="1"/>
              <a:t>divergence</a:t>
            </a:r>
            <a:r>
              <a:rPr lang="pt-BR" dirty="0"/>
              <a:t> </a:t>
            </a:r>
            <a:r>
              <a:rPr lang="pt-BR" dirty="0" err="1"/>
              <a:t>across</a:t>
            </a:r>
            <a:r>
              <a:rPr lang="pt-BR" dirty="0"/>
              <a:t> </a:t>
            </a:r>
            <a:r>
              <a:rPr lang="pt-BR" dirty="0" err="1"/>
              <a:t>Brazilian</a:t>
            </a:r>
            <a:r>
              <a:rPr lang="pt-BR" dirty="0"/>
              <a:t> </a:t>
            </a:r>
            <a:r>
              <a:rPr lang="pt-BR" dirty="0" err="1"/>
              <a:t>equities</a:t>
            </a:r>
            <a:endParaRPr lang="pt-BR" dirty="0"/>
          </a:p>
        </p:txBody>
      </p:sp>
      <p:sp>
        <p:nvSpPr>
          <p:cNvPr id="7" name="Text Placeholder 6">
            <a:extLst>
              <a:ext uri="{FF2B5EF4-FFF2-40B4-BE49-F238E27FC236}">
                <a16:creationId xmlns:a16="http://schemas.microsoft.com/office/drawing/2014/main" id="{75A07F3B-3BE3-D07F-02C0-85F388ABAF4F}"/>
              </a:ext>
            </a:extLst>
          </p:cNvPr>
          <p:cNvSpPr>
            <a:spLocks noGrp="1"/>
          </p:cNvSpPr>
          <p:nvPr>
            <p:ph type="body" sz="quarter" idx="12"/>
          </p:nvPr>
        </p:nvSpPr>
        <p:spPr/>
        <p:txBody>
          <a:bodyPr/>
          <a:lstStyle/>
          <a:p>
            <a:r>
              <a:rPr lang="pt-BR" dirty="0" err="1"/>
              <a:t>Bottom</a:t>
            </a:r>
            <a:r>
              <a:rPr lang="pt-BR" dirty="0"/>
              <a:t> </a:t>
            </a:r>
            <a:r>
              <a:rPr lang="pt-BR" dirty="0" err="1"/>
              <a:t>Fishing</a:t>
            </a:r>
            <a:r>
              <a:rPr lang="pt-BR" dirty="0"/>
              <a:t> </a:t>
            </a:r>
            <a:r>
              <a:rPr lang="pt-BR" dirty="0" err="1"/>
              <a:t>Brazilian</a:t>
            </a:r>
            <a:r>
              <a:rPr lang="pt-BR" dirty="0"/>
              <a:t> </a:t>
            </a:r>
            <a:r>
              <a:rPr lang="pt-BR" dirty="0" err="1"/>
              <a:t>Equities</a:t>
            </a:r>
            <a:endParaRPr lang="pt-BR" dirty="0"/>
          </a:p>
        </p:txBody>
      </p:sp>
    </p:spTree>
    <p:extLst>
      <p:ext uri="{BB962C8B-B14F-4D97-AF65-F5344CB8AC3E}">
        <p14:creationId xmlns:p14="http://schemas.microsoft.com/office/powerpoint/2010/main" val="1121603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E0297A-5890-3B37-C0BC-D054BFBABBCB}"/>
              </a:ext>
            </a:extLst>
          </p:cNvPr>
          <p:cNvSpPr>
            <a:spLocks noGrp="1"/>
          </p:cNvSpPr>
          <p:nvPr>
            <p:ph type="body" sz="quarter" idx="20"/>
          </p:nvPr>
        </p:nvSpPr>
        <p:spPr>
          <a:xfrm>
            <a:off x="382829" y="1500036"/>
            <a:ext cx="6063034" cy="1909736"/>
          </a:xfrm>
        </p:spPr>
        <p:txBody>
          <a:bodyPr/>
          <a:lstStyle/>
          <a:p>
            <a:endParaRPr lang="pt-BR" dirty="0"/>
          </a:p>
        </p:txBody>
      </p:sp>
      <p:sp>
        <p:nvSpPr>
          <p:cNvPr id="5" name="Content Placeholder 4">
            <a:extLst>
              <a:ext uri="{FF2B5EF4-FFF2-40B4-BE49-F238E27FC236}">
                <a16:creationId xmlns:a16="http://schemas.microsoft.com/office/drawing/2014/main" id="{4ABC6D2F-6B3C-4085-60BB-83AD9FAD9BCA}"/>
              </a:ext>
            </a:extLst>
          </p:cNvPr>
          <p:cNvSpPr>
            <a:spLocks noGrp="1"/>
          </p:cNvSpPr>
          <p:nvPr>
            <p:ph sz="quarter" idx="23"/>
          </p:nvPr>
        </p:nvSpPr>
        <p:spPr>
          <a:xfrm>
            <a:off x="347462" y="7349445"/>
            <a:ext cx="6098400" cy="230832"/>
          </a:xfrm>
        </p:spPr>
        <p:txBody>
          <a:bodyPr/>
          <a:lstStyle/>
          <a:p>
            <a:r>
              <a:rPr lang="pt-BR" dirty="0"/>
              <a:t>Chart X: </a:t>
            </a:r>
            <a:r>
              <a:rPr lang="pt-BR" dirty="0" err="1"/>
              <a:t>Foreign</a:t>
            </a:r>
            <a:r>
              <a:rPr lang="pt-BR" dirty="0"/>
              <a:t> </a:t>
            </a:r>
            <a:r>
              <a:rPr lang="pt-BR" dirty="0" err="1"/>
              <a:t>inflows</a:t>
            </a:r>
            <a:r>
              <a:rPr lang="pt-BR" dirty="0"/>
              <a:t> </a:t>
            </a:r>
            <a:r>
              <a:rPr lang="pt-BR" dirty="0" err="1"/>
              <a:t>by</a:t>
            </a:r>
            <a:r>
              <a:rPr lang="pt-BR" dirty="0"/>
              <a:t> </a:t>
            </a:r>
            <a:r>
              <a:rPr lang="pt-BR" dirty="0" err="1"/>
              <a:t>segment</a:t>
            </a:r>
            <a:endParaRPr lang="pt-BR" dirty="0"/>
          </a:p>
        </p:txBody>
      </p:sp>
      <p:sp>
        <p:nvSpPr>
          <p:cNvPr id="9" name="Content Placeholder 8">
            <a:extLst>
              <a:ext uri="{FF2B5EF4-FFF2-40B4-BE49-F238E27FC236}">
                <a16:creationId xmlns:a16="http://schemas.microsoft.com/office/drawing/2014/main" id="{C6F7F432-C49B-DDCC-AB06-430AEE319F92}"/>
              </a:ext>
            </a:extLst>
          </p:cNvPr>
          <p:cNvSpPr>
            <a:spLocks noGrp="1"/>
          </p:cNvSpPr>
          <p:nvPr>
            <p:ph sz="quarter" idx="27"/>
          </p:nvPr>
        </p:nvSpPr>
        <p:spPr>
          <a:xfrm>
            <a:off x="390153" y="5402395"/>
            <a:ext cx="2938221" cy="230832"/>
          </a:xfrm>
        </p:spPr>
        <p:txBody>
          <a:bodyPr/>
          <a:lstStyle/>
          <a:p>
            <a:r>
              <a:rPr lang="pt-BR" dirty="0"/>
              <a:t>Chart X: </a:t>
            </a:r>
            <a:r>
              <a:rPr lang="pt-BR" dirty="0" err="1"/>
              <a:t>Cyclicals</a:t>
            </a:r>
            <a:r>
              <a:rPr lang="pt-BR" dirty="0"/>
              <a:t>/Ibovespa P/E </a:t>
            </a:r>
            <a:r>
              <a:rPr lang="pt-BR" dirty="0" err="1"/>
              <a:t>ratio</a:t>
            </a:r>
            <a:endParaRPr lang="pt-BR" dirty="0"/>
          </a:p>
        </p:txBody>
      </p:sp>
      <p:sp>
        <p:nvSpPr>
          <p:cNvPr id="10" name="Content Placeholder 9">
            <a:extLst>
              <a:ext uri="{FF2B5EF4-FFF2-40B4-BE49-F238E27FC236}">
                <a16:creationId xmlns:a16="http://schemas.microsoft.com/office/drawing/2014/main" id="{93F76234-88A3-6C65-E4C0-FAE96B550013}"/>
              </a:ext>
            </a:extLst>
          </p:cNvPr>
          <p:cNvSpPr>
            <a:spLocks noGrp="1"/>
          </p:cNvSpPr>
          <p:nvPr>
            <p:ph sz="quarter" idx="28"/>
          </p:nvPr>
        </p:nvSpPr>
        <p:spPr>
          <a:xfrm>
            <a:off x="3560074" y="5402395"/>
            <a:ext cx="2949758" cy="230832"/>
          </a:xfrm>
        </p:spPr>
        <p:txBody>
          <a:bodyPr/>
          <a:lstStyle/>
          <a:p>
            <a:r>
              <a:rPr lang="pt-BR" dirty="0"/>
              <a:t>Chart X: SMLL/Ibovespa P/E </a:t>
            </a:r>
            <a:r>
              <a:rPr lang="pt-BR" dirty="0" err="1"/>
              <a:t>ratio</a:t>
            </a:r>
            <a:endParaRPr lang="pt-BR" dirty="0"/>
          </a:p>
        </p:txBody>
      </p:sp>
      <p:sp>
        <p:nvSpPr>
          <p:cNvPr id="12" name="Content Placeholder 11">
            <a:extLst>
              <a:ext uri="{FF2B5EF4-FFF2-40B4-BE49-F238E27FC236}">
                <a16:creationId xmlns:a16="http://schemas.microsoft.com/office/drawing/2014/main" id="{45B519A8-5A26-42AD-06E3-528C395AD076}"/>
              </a:ext>
            </a:extLst>
          </p:cNvPr>
          <p:cNvSpPr>
            <a:spLocks noGrp="1"/>
          </p:cNvSpPr>
          <p:nvPr>
            <p:ph sz="quarter" idx="30"/>
          </p:nvPr>
        </p:nvSpPr>
        <p:spPr>
          <a:xfrm>
            <a:off x="382829" y="3505022"/>
            <a:ext cx="6099547" cy="230832"/>
          </a:xfrm>
        </p:spPr>
        <p:txBody>
          <a:bodyPr/>
          <a:lstStyle/>
          <a:p>
            <a:r>
              <a:rPr lang="en-US" dirty="0"/>
              <a:t>YTD performance by Ibovespa segment</a:t>
            </a:r>
            <a:r>
              <a:rPr lang="pt-BR" dirty="0"/>
              <a:t> (100 = 30 </a:t>
            </a:r>
            <a:r>
              <a:rPr lang="pt-BR" dirty="0" err="1"/>
              <a:t>Dec</a:t>
            </a:r>
            <a:r>
              <a:rPr lang="pt-BR" dirty="0"/>
              <a:t>, 2025)</a:t>
            </a:r>
          </a:p>
        </p:txBody>
      </p:sp>
      <p:sp>
        <p:nvSpPr>
          <p:cNvPr id="13" name="Text Placeholder 12">
            <a:extLst>
              <a:ext uri="{FF2B5EF4-FFF2-40B4-BE49-F238E27FC236}">
                <a16:creationId xmlns:a16="http://schemas.microsoft.com/office/drawing/2014/main" id="{19A6FD74-EE6C-9D07-8783-7F80BE2CBCE8}"/>
              </a:ext>
            </a:extLst>
          </p:cNvPr>
          <p:cNvSpPr>
            <a:spLocks noGrp="1"/>
          </p:cNvSpPr>
          <p:nvPr>
            <p:ph type="body" sz="quarter" idx="16"/>
          </p:nvPr>
        </p:nvSpPr>
        <p:spPr/>
        <p:txBody>
          <a:bodyPr/>
          <a:lstStyle/>
          <a:p>
            <a:r>
              <a:rPr lang="pt-BR" dirty="0" err="1"/>
              <a:t>Bottom</a:t>
            </a:r>
            <a:r>
              <a:rPr lang="pt-BR" dirty="0"/>
              <a:t> </a:t>
            </a:r>
            <a:r>
              <a:rPr lang="pt-BR" dirty="0" err="1"/>
              <a:t>Fishing</a:t>
            </a:r>
            <a:r>
              <a:rPr lang="pt-BR" dirty="0"/>
              <a:t> </a:t>
            </a:r>
            <a:r>
              <a:rPr lang="pt-BR" dirty="0" err="1"/>
              <a:t>Brazilian</a:t>
            </a:r>
            <a:r>
              <a:rPr lang="pt-BR" dirty="0"/>
              <a:t> </a:t>
            </a:r>
            <a:r>
              <a:rPr lang="pt-BR" dirty="0" err="1"/>
              <a:t>Equities</a:t>
            </a:r>
            <a:endParaRPr lang="pt-BR" dirty="0"/>
          </a:p>
        </p:txBody>
      </p:sp>
      <p:sp>
        <p:nvSpPr>
          <p:cNvPr id="14" name="Text Placeholder 13">
            <a:extLst>
              <a:ext uri="{FF2B5EF4-FFF2-40B4-BE49-F238E27FC236}">
                <a16:creationId xmlns:a16="http://schemas.microsoft.com/office/drawing/2014/main" id="{B90C1B76-8DFF-C8BF-F676-53BFA213E2C9}"/>
              </a:ext>
            </a:extLst>
          </p:cNvPr>
          <p:cNvSpPr>
            <a:spLocks noGrp="1"/>
          </p:cNvSpPr>
          <p:nvPr>
            <p:ph type="body" sz="quarter" idx="17"/>
          </p:nvPr>
        </p:nvSpPr>
        <p:spPr/>
        <p:txBody>
          <a:bodyPr/>
          <a:lstStyle/>
          <a:p>
            <a:endParaRPr lang="pt-BR"/>
          </a:p>
        </p:txBody>
      </p:sp>
      <p:sp>
        <p:nvSpPr>
          <p:cNvPr id="15" name="Text Placeholder 14">
            <a:extLst>
              <a:ext uri="{FF2B5EF4-FFF2-40B4-BE49-F238E27FC236}">
                <a16:creationId xmlns:a16="http://schemas.microsoft.com/office/drawing/2014/main" id="{60F81A7C-613B-0EF6-F70D-736EBBFAA3F3}"/>
              </a:ext>
            </a:extLst>
          </p:cNvPr>
          <p:cNvSpPr>
            <a:spLocks noGrp="1"/>
          </p:cNvSpPr>
          <p:nvPr>
            <p:ph type="body" sz="quarter" idx="31"/>
          </p:nvPr>
        </p:nvSpPr>
        <p:spPr/>
        <p:txBody>
          <a:bodyPr/>
          <a:lstStyle/>
          <a:p>
            <a:r>
              <a:rPr lang="pt-BR" dirty="0" err="1"/>
              <a:t>Source</a:t>
            </a:r>
            <a:r>
              <a:rPr lang="pt-BR" dirty="0"/>
              <a:t>: Bloomberg, Economatica, XP Research.</a:t>
            </a:r>
          </a:p>
        </p:txBody>
      </p:sp>
      <p:sp>
        <p:nvSpPr>
          <p:cNvPr id="16" name="Date Placeholder 15">
            <a:extLst>
              <a:ext uri="{FF2B5EF4-FFF2-40B4-BE49-F238E27FC236}">
                <a16:creationId xmlns:a16="http://schemas.microsoft.com/office/drawing/2014/main" id="{311779A4-C0F6-0597-92BE-D1C0A863099F}"/>
              </a:ext>
            </a:extLst>
          </p:cNvPr>
          <p:cNvSpPr>
            <a:spLocks noGrp="1"/>
          </p:cNvSpPr>
          <p:nvPr>
            <p:ph type="dt" sz="half" idx="2"/>
          </p:nvPr>
        </p:nvSpPr>
        <p:spPr/>
        <p:txBody>
          <a:bodyPr/>
          <a:lstStyle/>
          <a:p>
            <a:fld id="{944B1522-D64F-491F-B357-196ED417A415}" type="datetime4">
              <a:rPr lang="en-US" smtClean="0"/>
              <a:pPr/>
              <a:t>August 21, 2026</a:t>
            </a:fld>
            <a:endParaRPr lang="en-US" dirty="0"/>
          </a:p>
        </p:txBody>
      </p:sp>
      <p:graphicFrame>
        <p:nvGraphicFramePr>
          <p:cNvPr id="17" name="Content Placeholder 16">
            <a:extLst>
              <a:ext uri="{FF2B5EF4-FFF2-40B4-BE49-F238E27FC236}">
                <a16:creationId xmlns:a16="http://schemas.microsoft.com/office/drawing/2014/main" id="{F9FA7ED0-BC04-A54E-807D-412E60F66340}"/>
              </a:ext>
            </a:extLst>
          </p:cNvPr>
          <p:cNvGraphicFramePr>
            <a:graphicFrameLocks noGrp="1"/>
          </p:cNvGraphicFramePr>
          <p:nvPr>
            <p:ph sz="quarter" idx="25"/>
            <p:extLst>
              <p:ext uri="{D42A27DB-BD31-4B8C-83A1-F6EECF244321}">
                <p14:modId xmlns:p14="http://schemas.microsoft.com/office/powerpoint/2010/main" val="3297957964"/>
              </p:ext>
            </p:extLst>
          </p:nvPr>
        </p:nvGraphicFramePr>
        <p:xfrm>
          <a:off x="390525" y="5676220"/>
          <a:ext cx="2938463" cy="15779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Content Placeholder 15">
            <a:extLst>
              <a:ext uri="{FF2B5EF4-FFF2-40B4-BE49-F238E27FC236}">
                <a16:creationId xmlns:a16="http://schemas.microsoft.com/office/drawing/2014/main" id="{3DD21F49-2592-BC5B-2C5D-A73B821EE88E}"/>
              </a:ext>
            </a:extLst>
          </p:cNvPr>
          <p:cNvGraphicFramePr>
            <a:graphicFrameLocks noGrp="1"/>
          </p:cNvGraphicFramePr>
          <p:nvPr>
            <p:ph sz="quarter" idx="29"/>
            <p:extLst>
              <p:ext uri="{D42A27DB-BD31-4B8C-83A1-F6EECF244321}">
                <p14:modId xmlns:p14="http://schemas.microsoft.com/office/powerpoint/2010/main" val="3883468421"/>
              </p:ext>
            </p:extLst>
          </p:nvPr>
        </p:nvGraphicFramePr>
        <p:xfrm>
          <a:off x="382588" y="3777811"/>
          <a:ext cx="6105525" cy="15795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ontent Placeholder 21">
            <a:extLst>
              <a:ext uri="{FF2B5EF4-FFF2-40B4-BE49-F238E27FC236}">
                <a16:creationId xmlns:a16="http://schemas.microsoft.com/office/drawing/2014/main" id="{7453A6EB-37C5-59FF-0B3B-9D6874D3A460}"/>
              </a:ext>
            </a:extLst>
          </p:cNvPr>
          <p:cNvGraphicFramePr>
            <a:graphicFrameLocks noGrp="1"/>
          </p:cNvGraphicFramePr>
          <p:nvPr>
            <p:ph sz="quarter" idx="21"/>
            <p:extLst>
              <p:ext uri="{D42A27DB-BD31-4B8C-83A1-F6EECF244321}">
                <p14:modId xmlns:p14="http://schemas.microsoft.com/office/powerpoint/2010/main" val="2343147746"/>
              </p:ext>
            </p:extLst>
          </p:nvPr>
        </p:nvGraphicFramePr>
        <p:xfrm>
          <a:off x="347463" y="7625298"/>
          <a:ext cx="6098400" cy="182826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3" name="Content Placeholder 22">
            <a:extLst>
              <a:ext uri="{FF2B5EF4-FFF2-40B4-BE49-F238E27FC236}">
                <a16:creationId xmlns:a16="http://schemas.microsoft.com/office/drawing/2014/main" id="{7F71ED20-FF7A-8A50-264C-5750F24DA4C2}"/>
              </a:ext>
            </a:extLst>
          </p:cNvPr>
          <p:cNvGraphicFramePr>
            <a:graphicFrameLocks noGrp="1"/>
          </p:cNvGraphicFramePr>
          <p:nvPr>
            <p:ph sz="quarter" idx="26"/>
            <p:extLst>
              <p:ext uri="{D42A27DB-BD31-4B8C-83A1-F6EECF244321}">
                <p14:modId xmlns:p14="http://schemas.microsoft.com/office/powerpoint/2010/main" val="1137909588"/>
              </p:ext>
            </p:extLst>
          </p:nvPr>
        </p:nvGraphicFramePr>
        <p:xfrm>
          <a:off x="3544888" y="5675313"/>
          <a:ext cx="2965450" cy="1579562"/>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409291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12569-F382-D0F0-AC9F-4DF5F1BD556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05BD876-3425-AF35-18E3-ADF6182C66FC}"/>
              </a:ext>
            </a:extLst>
          </p:cNvPr>
          <p:cNvSpPr>
            <a:spLocks noGrp="1"/>
          </p:cNvSpPr>
          <p:nvPr>
            <p:ph type="body" sz="quarter" idx="20"/>
          </p:nvPr>
        </p:nvSpPr>
        <p:spPr>
          <a:xfrm>
            <a:off x="382829" y="1500036"/>
            <a:ext cx="6063034" cy="2725813"/>
          </a:xfrm>
          <a:noFill/>
        </p:spPr>
        <p:txBody>
          <a:bodyPr/>
          <a:lstStyle/>
          <a:p>
            <a:endParaRPr lang="pt-BR" dirty="0"/>
          </a:p>
        </p:txBody>
      </p:sp>
      <p:sp>
        <p:nvSpPr>
          <p:cNvPr id="13" name="Text Placeholder 12">
            <a:extLst>
              <a:ext uri="{FF2B5EF4-FFF2-40B4-BE49-F238E27FC236}">
                <a16:creationId xmlns:a16="http://schemas.microsoft.com/office/drawing/2014/main" id="{05911D07-B8BD-0C5D-6A86-098402633DF1}"/>
              </a:ext>
            </a:extLst>
          </p:cNvPr>
          <p:cNvSpPr>
            <a:spLocks noGrp="1"/>
          </p:cNvSpPr>
          <p:nvPr>
            <p:ph type="body" sz="quarter" idx="16"/>
          </p:nvPr>
        </p:nvSpPr>
        <p:spPr/>
        <p:txBody>
          <a:bodyPr/>
          <a:lstStyle/>
          <a:p>
            <a:r>
              <a:rPr lang="pt-BR" dirty="0" err="1"/>
              <a:t>Bottom</a:t>
            </a:r>
            <a:r>
              <a:rPr lang="pt-BR" dirty="0"/>
              <a:t> </a:t>
            </a:r>
            <a:r>
              <a:rPr lang="pt-BR" dirty="0" err="1"/>
              <a:t>Fishing</a:t>
            </a:r>
            <a:r>
              <a:rPr lang="pt-BR" dirty="0"/>
              <a:t> </a:t>
            </a:r>
            <a:r>
              <a:rPr lang="pt-BR" dirty="0" err="1"/>
              <a:t>Brazilian</a:t>
            </a:r>
            <a:r>
              <a:rPr lang="pt-BR" dirty="0"/>
              <a:t> </a:t>
            </a:r>
            <a:r>
              <a:rPr lang="pt-BR" dirty="0" err="1"/>
              <a:t>Equities</a:t>
            </a:r>
            <a:endParaRPr lang="pt-BR" dirty="0"/>
          </a:p>
        </p:txBody>
      </p:sp>
      <p:sp>
        <p:nvSpPr>
          <p:cNvPr id="14" name="Text Placeholder 13">
            <a:extLst>
              <a:ext uri="{FF2B5EF4-FFF2-40B4-BE49-F238E27FC236}">
                <a16:creationId xmlns:a16="http://schemas.microsoft.com/office/drawing/2014/main" id="{C2C40EAE-D5E7-56A4-128B-BDFFE8C63FE1}"/>
              </a:ext>
            </a:extLst>
          </p:cNvPr>
          <p:cNvSpPr>
            <a:spLocks noGrp="1"/>
          </p:cNvSpPr>
          <p:nvPr>
            <p:ph type="body" sz="quarter" idx="17"/>
          </p:nvPr>
        </p:nvSpPr>
        <p:spPr/>
        <p:txBody>
          <a:bodyPr/>
          <a:lstStyle/>
          <a:p>
            <a:endParaRPr lang="pt-BR" dirty="0"/>
          </a:p>
        </p:txBody>
      </p:sp>
      <p:sp>
        <p:nvSpPr>
          <p:cNvPr id="15" name="Text Placeholder 14">
            <a:extLst>
              <a:ext uri="{FF2B5EF4-FFF2-40B4-BE49-F238E27FC236}">
                <a16:creationId xmlns:a16="http://schemas.microsoft.com/office/drawing/2014/main" id="{B6774697-2D16-E5F0-0291-E6C1C4FE5476}"/>
              </a:ext>
            </a:extLst>
          </p:cNvPr>
          <p:cNvSpPr>
            <a:spLocks noGrp="1"/>
          </p:cNvSpPr>
          <p:nvPr>
            <p:ph type="body" sz="quarter" idx="31"/>
          </p:nvPr>
        </p:nvSpPr>
        <p:spPr/>
        <p:txBody>
          <a:bodyPr/>
          <a:lstStyle/>
          <a:p>
            <a:r>
              <a:rPr lang="pt-BR" dirty="0" err="1"/>
              <a:t>Source</a:t>
            </a:r>
            <a:r>
              <a:rPr lang="pt-BR" dirty="0"/>
              <a:t>: Economatica, XP Research.</a:t>
            </a:r>
          </a:p>
        </p:txBody>
      </p:sp>
      <p:sp>
        <p:nvSpPr>
          <p:cNvPr id="16" name="Date Placeholder 15">
            <a:extLst>
              <a:ext uri="{FF2B5EF4-FFF2-40B4-BE49-F238E27FC236}">
                <a16:creationId xmlns:a16="http://schemas.microsoft.com/office/drawing/2014/main" id="{980649FD-47C7-B91C-FCE5-35E0C73231DF}"/>
              </a:ext>
            </a:extLst>
          </p:cNvPr>
          <p:cNvSpPr>
            <a:spLocks noGrp="1"/>
          </p:cNvSpPr>
          <p:nvPr>
            <p:ph type="dt" sz="half" idx="2"/>
          </p:nvPr>
        </p:nvSpPr>
        <p:spPr/>
        <p:txBody>
          <a:bodyPr/>
          <a:lstStyle/>
          <a:p>
            <a:fld id="{944B1522-D64F-491F-B357-196ED417A415}" type="datetime4">
              <a:rPr lang="en-US" smtClean="0"/>
              <a:pPr/>
              <a:t>August 21, 2026</a:t>
            </a:fld>
            <a:endParaRPr lang="en-US" dirty="0"/>
          </a:p>
        </p:txBody>
      </p:sp>
      <p:sp>
        <p:nvSpPr>
          <p:cNvPr id="21" name="Content Placeholder 4">
            <a:extLst>
              <a:ext uri="{FF2B5EF4-FFF2-40B4-BE49-F238E27FC236}">
                <a16:creationId xmlns:a16="http://schemas.microsoft.com/office/drawing/2014/main" id="{376A225B-0926-0C43-F2FC-657FBBE34D5B}"/>
              </a:ext>
            </a:extLst>
          </p:cNvPr>
          <p:cNvSpPr txBox="1">
            <a:spLocks/>
          </p:cNvSpPr>
          <p:nvPr/>
        </p:nvSpPr>
        <p:spPr>
          <a:xfrm>
            <a:off x="352220" y="4262691"/>
            <a:ext cx="60984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err="1"/>
              <a:t>Table</a:t>
            </a:r>
            <a:r>
              <a:rPr lang="pt-BR" dirty="0"/>
              <a:t> X: Out-</a:t>
            </a:r>
            <a:r>
              <a:rPr lang="pt-BR" dirty="0" err="1"/>
              <a:t>of</a:t>
            </a:r>
            <a:r>
              <a:rPr lang="pt-BR" dirty="0"/>
              <a:t>-Favor score – Top 15% </a:t>
            </a:r>
            <a:r>
              <a:rPr lang="pt-BR" dirty="0" err="1"/>
              <a:t>and</a:t>
            </a:r>
            <a:r>
              <a:rPr lang="pt-BR" dirty="0"/>
              <a:t> </a:t>
            </a:r>
            <a:r>
              <a:rPr lang="pt-BR" dirty="0" err="1"/>
              <a:t>Bottom</a:t>
            </a:r>
            <a:r>
              <a:rPr lang="pt-BR" dirty="0"/>
              <a:t> 15% </a:t>
            </a:r>
            <a:r>
              <a:rPr lang="pt-BR" dirty="0" err="1"/>
              <a:t>components</a:t>
            </a:r>
            <a:endParaRPr lang="pt-BR" dirty="0"/>
          </a:p>
        </p:txBody>
      </p:sp>
      <p:pic>
        <p:nvPicPr>
          <p:cNvPr id="6" name="Picture 5">
            <a:extLst>
              <a:ext uri="{FF2B5EF4-FFF2-40B4-BE49-F238E27FC236}">
                <a16:creationId xmlns:a16="http://schemas.microsoft.com/office/drawing/2014/main" id="{1B28A3EB-1BAC-1FF4-867C-E95EF52DFBCA}"/>
              </a:ext>
            </a:extLst>
          </p:cNvPr>
          <p:cNvPicPr>
            <a:picLocks noChangeAspect="1"/>
          </p:cNvPicPr>
          <p:nvPr/>
        </p:nvPicPr>
        <p:blipFill>
          <a:blip r:embed="rId2"/>
          <a:stretch>
            <a:fillRect/>
          </a:stretch>
        </p:blipFill>
        <p:spPr>
          <a:xfrm>
            <a:off x="352220" y="4530364"/>
            <a:ext cx="6073178" cy="4824000"/>
          </a:xfrm>
          <a:prstGeom prst="rect">
            <a:avLst/>
          </a:prstGeom>
        </p:spPr>
      </p:pic>
    </p:spTree>
    <p:extLst>
      <p:ext uri="{BB962C8B-B14F-4D97-AF65-F5344CB8AC3E}">
        <p14:creationId xmlns:p14="http://schemas.microsoft.com/office/powerpoint/2010/main" val="1170131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AF20AE-EB4E-C11E-E3C0-EB957C6EBAA6}"/>
              </a:ext>
            </a:extLst>
          </p:cNvPr>
          <p:cNvSpPr>
            <a:spLocks noGrp="1"/>
          </p:cNvSpPr>
          <p:nvPr>
            <p:ph type="body" sz="quarter" idx="20"/>
          </p:nvPr>
        </p:nvSpPr>
        <p:spPr>
          <a:xfrm>
            <a:off x="382829" y="1500037"/>
            <a:ext cx="6063034" cy="1463600"/>
          </a:xfrm>
          <a:noFill/>
        </p:spPr>
        <p:txBody>
          <a:bodyPr/>
          <a:lstStyle/>
          <a:p>
            <a:endParaRPr lang="pt-BR" dirty="0"/>
          </a:p>
        </p:txBody>
      </p:sp>
      <p:sp>
        <p:nvSpPr>
          <p:cNvPr id="13" name="Text Placeholder 12">
            <a:extLst>
              <a:ext uri="{FF2B5EF4-FFF2-40B4-BE49-F238E27FC236}">
                <a16:creationId xmlns:a16="http://schemas.microsoft.com/office/drawing/2014/main" id="{4EEDDA6D-61AA-AD48-899C-45CF9AADDEEF}"/>
              </a:ext>
            </a:extLst>
          </p:cNvPr>
          <p:cNvSpPr>
            <a:spLocks noGrp="1"/>
          </p:cNvSpPr>
          <p:nvPr>
            <p:ph type="body" sz="quarter" idx="16"/>
          </p:nvPr>
        </p:nvSpPr>
        <p:spPr/>
        <p:txBody>
          <a:bodyPr/>
          <a:lstStyle/>
          <a:p>
            <a:r>
              <a:rPr lang="pt-BR" dirty="0" err="1"/>
              <a:t>Bottom</a:t>
            </a:r>
            <a:r>
              <a:rPr lang="pt-BR" dirty="0"/>
              <a:t> </a:t>
            </a:r>
            <a:r>
              <a:rPr lang="pt-BR" dirty="0" err="1"/>
              <a:t>Fishing</a:t>
            </a:r>
            <a:r>
              <a:rPr lang="pt-BR" dirty="0"/>
              <a:t> </a:t>
            </a:r>
            <a:r>
              <a:rPr lang="pt-BR" dirty="0" err="1"/>
              <a:t>Brazilian</a:t>
            </a:r>
            <a:r>
              <a:rPr lang="pt-BR" dirty="0"/>
              <a:t> </a:t>
            </a:r>
            <a:r>
              <a:rPr lang="pt-BR" dirty="0" err="1"/>
              <a:t>Equities</a:t>
            </a:r>
            <a:endParaRPr lang="pt-BR" dirty="0"/>
          </a:p>
        </p:txBody>
      </p:sp>
      <p:sp>
        <p:nvSpPr>
          <p:cNvPr id="14" name="Text Placeholder 13">
            <a:extLst>
              <a:ext uri="{FF2B5EF4-FFF2-40B4-BE49-F238E27FC236}">
                <a16:creationId xmlns:a16="http://schemas.microsoft.com/office/drawing/2014/main" id="{A9E8D36E-EDC8-027C-0F98-3D8FBCA31C92}"/>
              </a:ext>
            </a:extLst>
          </p:cNvPr>
          <p:cNvSpPr>
            <a:spLocks noGrp="1"/>
          </p:cNvSpPr>
          <p:nvPr>
            <p:ph type="body" sz="quarter" idx="17"/>
          </p:nvPr>
        </p:nvSpPr>
        <p:spPr/>
        <p:txBody>
          <a:bodyPr/>
          <a:lstStyle/>
          <a:p>
            <a:endParaRPr lang="pt-BR"/>
          </a:p>
        </p:txBody>
      </p:sp>
      <p:sp>
        <p:nvSpPr>
          <p:cNvPr id="15" name="Text Placeholder 14">
            <a:extLst>
              <a:ext uri="{FF2B5EF4-FFF2-40B4-BE49-F238E27FC236}">
                <a16:creationId xmlns:a16="http://schemas.microsoft.com/office/drawing/2014/main" id="{3C263F68-3396-72F0-A45E-711E44DE45F0}"/>
              </a:ext>
            </a:extLst>
          </p:cNvPr>
          <p:cNvSpPr>
            <a:spLocks noGrp="1"/>
          </p:cNvSpPr>
          <p:nvPr>
            <p:ph type="body" sz="quarter" idx="31"/>
          </p:nvPr>
        </p:nvSpPr>
        <p:spPr/>
        <p:txBody>
          <a:bodyPr/>
          <a:lstStyle/>
          <a:p>
            <a:r>
              <a:rPr lang="pt-BR" dirty="0" err="1"/>
              <a:t>Source</a:t>
            </a:r>
            <a:r>
              <a:rPr lang="pt-BR" dirty="0"/>
              <a:t>: Economatica, XP Research.</a:t>
            </a:r>
          </a:p>
        </p:txBody>
      </p:sp>
      <p:sp>
        <p:nvSpPr>
          <p:cNvPr id="16" name="Date Placeholder 15">
            <a:extLst>
              <a:ext uri="{FF2B5EF4-FFF2-40B4-BE49-F238E27FC236}">
                <a16:creationId xmlns:a16="http://schemas.microsoft.com/office/drawing/2014/main" id="{43996891-F5D9-C595-088A-5AADF2D66574}"/>
              </a:ext>
            </a:extLst>
          </p:cNvPr>
          <p:cNvSpPr>
            <a:spLocks noGrp="1"/>
          </p:cNvSpPr>
          <p:nvPr>
            <p:ph type="dt" sz="half" idx="2"/>
          </p:nvPr>
        </p:nvSpPr>
        <p:spPr/>
        <p:txBody>
          <a:bodyPr/>
          <a:lstStyle/>
          <a:p>
            <a:fld id="{944B1522-D64F-491F-B357-196ED417A415}" type="datetime4">
              <a:rPr lang="en-US" smtClean="0"/>
              <a:pPr/>
              <a:t>August 21, 2026</a:t>
            </a:fld>
            <a:endParaRPr lang="en-US" dirty="0"/>
          </a:p>
        </p:txBody>
      </p:sp>
      <p:sp>
        <p:nvSpPr>
          <p:cNvPr id="21" name="Content Placeholder 4">
            <a:extLst>
              <a:ext uri="{FF2B5EF4-FFF2-40B4-BE49-F238E27FC236}">
                <a16:creationId xmlns:a16="http://schemas.microsoft.com/office/drawing/2014/main" id="{6651896D-7E2A-0E14-629A-4CA12A4A9360}"/>
              </a:ext>
            </a:extLst>
          </p:cNvPr>
          <p:cNvSpPr txBox="1">
            <a:spLocks/>
          </p:cNvSpPr>
          <p:nvPr/>
        </p:nvSpPr>
        <p:spPr>
          <a:xfrm>
            <a:off x="352220" y="2990733"/>
            <a:ext cx="60984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err="1"/>
              <a:t>Table</a:t>
            </a:r>
            <a:r>
              <a:rPr lang="pt-BR" dirty="0"/>
              <a:t> X: Out-</a:t>
            </a:r>
            <a:r>
              <a:rPr lang="pt-BR" dirty="0" err="1"/>
              <a:t>of</a:t>
            </a:r>
            <a:r>
              <a:rPr lang="pt-BR" dirty="0"/>
              <a:t>-Favor score </a:t>
            </a:r>
            <a:r>
              <a:rPr lang="pt-BR" dirty="0" err="1"/>
              <a:t>by</a:t>
            </a:r>
            <a:r>
              <a:rPr lang="pt-BR" dirty="0"/>
              <a:t> sector</a:t>
            </a:r>
          </a:p>
        </p:txBody>
      </p:sp>
      <p:graphicFrame>
        <p:nvGraphicFramePr>
          <p:cNvPr id="24" name="Table 23">
            <a:extLst>
              <a:ext uri="{FF2B5EF4-FFF2-40B4-BE49-F238E27FC236}">
                <a16:creationId xmlns:a16="http://schemas.microsoft.com/office/drawing/2014/main" id="{41E7C7A9-A86A-829B-D9FC-E049BE46230C}"/>
              </a:ext>
            </a:extLst>
          </p:cNvPr>
          <p:cNvGraphicFramePr>
            <a:graphicFrameLocks noGrp="1"/>
          </p:cNvGraphicFramePr>
          <p:nvPr>
            <p:extLst>
              <p:ext uri="{D42A27DB-BD31-4B8C-83A1-F6EECF244321}">
                <p14:modId xmlns:p14="http://schemas.microsoft.com/office/powerpoint/2010/main" val="1128228553"/>
              </p:ext>
            </p:extLst>
          </p:nvPr>
        </p:nvGraphicFramePr>
        <p:xfrm>
          <a:off x="352220" y="3275439"/>
          <a:ext cx="6093643" cy="2635158"/>
        </p:xfrm>
        <a:graphic>
          <a:graphicData uri="http://schemas.openxmlformats.org/drawingml/2006/table">
            <a:tbl>
              <a:tblPr/>
              <a:tblGrid>
                <a:gridCol w="1503366">
                  <a:extLst>
                    <a:ext uri="{9D8B030D-6E8A-4147-A177-3AD203B41FA5}">
                      <a16:colId xmlns:a16="http://schemas.microsoft.com/office/drawing/2014/main" val="3454245311"/>
                    </a:ext>
                  </a:extLst>
                </a:gridCol>
                <a:gridCol w="741661">
                  <a:extLst>
                    <a:ext uri="{9D8B030D-6E8A-4147-A177-3AD203B41FA5}">
                      <a16:colId xmlns:a16="http://schemas.microsoft.com/office/drawing/2014/main" val="2995323581"/>
                    </a:ext>
                  </a:extLst>
                </a:gridCol>
                <a:gridCol w="962154">
                  <a:extLst>
                    <a:ext uri="{9D8B030D-6E8A-4147-A177-3AD203B41FA5}">
                      <a16:colId xmlns:a16="http://schemas.microsoft.com/office/drawing/2014/main" val="3708769611"/>
                    </a:ext>
                  </a:extLst>
                </a:gridCol>
                <a:gridCol w="962154">
                  <a:extLst>
                    <a:ext uri="{9D8B030D-6E8A-4147-A177-3AD203B41FA5}">
                      <a16:colId xmlns:a16="http://schemas.microsoft.com/office/drawing/2014/main" val="1682917930"/>
                    </a:ext>
                  </a:extLst>
                </a:gridCol>
                <a:gridCol w="962154">
                  <a:extLst>
                    <a:ext uri="{9D8B030D-6E8A-4147-A177-3AD203B41FA5}">
                      <a16:colId xmlns:a16="http://schemas.microsoft.com/office/drawing/2014/main" val="158279173"/>
                    </a:ext>
                  </a:extLst>
                </a:gridCol>
                <a:gridCol w="962154">
                  <a:extLst>
                    <a:ext uri="{9D8B030D-6E8A-4147-A177-3AD203B41FA5}">
                      <a16:colId xmlns:a16="http://schemas.microsoft.com/office/drawing/2014/main" val="3752352807"/>
                    </a:ext>
                  </a:extLst>
                </a:gridCol>
              </a:tblGrid>
              <a:tr h="326883">
                <a:tc>
                  <a:txBody>
                    <a:bodyPr/>
                    <a:lstStyle/>
                    <a:p>
                      <a:pPr algn="ctr" fontAlgn="ctr">
                        <a:buNone/>
                      </a:pPr>
                      <a:r>
                        <a:rPr lang="pt-BR" sz="800" b="1" i="0" u="none" strike="noStrike">
                          <a:solidFill>
                            <a:srgbClr val="FFFFFF"/>
                          </a:solidFill>
                          <a:effectLst/>
                          <a:latin typeface="Roboto  "/>
                        </a:rPr>
                        <a:t>Sector</a:t>
                      </a:r>
                    </a:p>
                  </a:txBody>
                  <a:tcPr marL="5837" marR="5837" marT="5837" marB="0" anchor="ctr">
                    <a:lnL>
                      <a:noFill/>
                    </a:lnL>
                    <a:lnR>
                      <a:noFill/>
                    </a:lnR>
                    <a:lnT>
                      <a:noFill/>
                    </a:lnT>
                    <a:lnB>
                      <a:noFill/>
                    </a:lnB>
                    <a:solidFill>
                      <a:srgbClr val="1F2F44"/>
                    </a:solidFill>
                  </a:tcPr>
                </a:tc>
                <a:tc>
                  <a:txBody>
                    <a:bodyPr/>
                    <a:lstStyle/>
                    <a:p>
                      <a:pPr algn="ctr" fontAlgn="ctr">
                        <a:buNone/>
                      </a:pPr>
                      <a:r>
                        <a:rPr lang="pt-BR" sz="800" b="1" i="0" u="none" strike="noStrike">
                          <a:solidFill>
                            <a:srgbClr val="FFFFFF"/>
                          </a:solidFill>
                          <a:effectLst/>
                          <a:latin typeface="Roboto  "/>
                        </a:rPr>
                        <a:t># of Companies</a:t>
                      </a:r>
                    </a:p>
                  </a:txBody>
                  <a:tcPr marL="5837" marR="5837" marT="5837" marB="0" anchor="ctr">
                    <a:lnL>
                      <a:noFill/>
                    </a:lnL>
                    <a:lnR>
                      <a:noFill/>
                    </a:lnR>
                    <a:lnT>
                      <a:noFill/>
                    </a:lnT>
                    <a:lnB>
                      <a:noFill/>
                    </a:lnB>
                    <a:solidFill>
                      <a:srgbClr val="1F2F44"/>
                    </a:solidFill>
                  </a:tcPr>
                </a:tc>
                <a:tc>
                  <a:txBody>
                    <a:bodyPr/>
                    <a:lstStyle/>
                    <a:p>
                      <a:pPr algn="ctr" fontAlgn="ctr">
                        <a:buNone/>
                      </a:pPr>
                      <a:r>
                        <a:rPr lang="pt-BR" sz="800" b="1" i="0" u="none" strike="noStrike">
                          <a:solidFill>
                            <a:srgbClr val="FFFFFF"/>
                          </a:solidFill>
                          <a:effectLst/>
                          <a:latin typeface="Roboto  "/>
                        </a:rPr>
                        <a:t>Valuation</a:t>
                      </a:r>
                    </a:p>
                  </a:txBody>
                  <a:tcPr marL="5837" marR="5837" marT="5837" marB="0" anchor="ctr">
                    <a:lnL>
                      <a:noFill/>
                    </a:lnL>
                    <a:lnR>
                      <a:noFill/>
                    </a:lnR>
                    <a:lnT>
                      <a:noFill/>
                    </a:lnT>
                    <a:lnB>
                      <a:noFill/>
                    </a:lnB>
                    <a:solidFill>
                      <a:srgbClr val="1F2F44"/>
                    </a:solidFill>
                  </a:tcPr>
                </a:tc>
                <a:tc>
                  <a:txBody>
                    <a:bodyPr/>
                    <a:lstStyle/>
                    <a:p>
                      <a:pPr algn="ctr" fontAlgn="ctr">
                        <a:buNone/>
                      </a:pPr>
                      <a:r>
                        <a:rPr lang="pt-BR" sz="800" b="1" i="0" u="none" strike="noStrike">
                          <a:solidFill>
                            <a:srgbClr val="FFFFFF"/>
                          </a:solidFill>
                          <a:effectLst/>
                          <a:latin typeface="Roboto  "/>
                        </a:rPr>
                        <a:t>Short Interest</a:t>
                      </a:r>
                    </a:p>
                  </a:txBody>
                  <a:tcPr marL="5837" marR="5837" marT="5837" marB="0" anchor="ctr">
                    <a:lnL>
                      <a:noFill/>
                    </a:lnL>
                    <a:lnR>
                      <a:noFill/>
                    </a:lnR>
                    <a:lnT>
                      <a:noFill/>
                    </a:lnT>
                    <a:lnB>
                      <a:noFill/>
                    </a:lnB>
                    <a:solidFill>
                      <a:srgbClr val="1F2F44"/>
                    </a:solidFill>
                  </a:tcPr>
                </a:tc>
                <a:tc>
                  <a:txBody>
                    <a:bodyPr/>
                    <a:lstStyle/>
                    <a:p>
                      <a:pPr algn="ctr" fontAlgn="ctr">
                        <a:buNone/>
                      </a:pPr>
                      <a:r>
                        <a:rPr lang="pt-BR" sz="800" b="1" i="0" u="none" strike="noStrike">
                          <a:solidFill>
                            <a:srgbClr val="FFFFFF"/>
                          </a:solidFill>
                          <a:effectLst/>
                          <a:latin typeface="Roboto  "/>
                        </a:rPr>
                        <a:t>Low Momentum</a:t>
                      </a:r>
                    </a:p>
                  </a:txBody>
                  <a:tcPr marL="5837" marR="5837" marT="5837" marB="0" anchor="ctr">
                    <a:lnL>
                      <a:noFill/>
                    </a:lnL>
                    <a:lnR>
                      <a:noFill/>
                    </a:lnR>
                    <a:lnT>
                      <a:noFill/>
                    </a:lnT>
                    <a:lnB>
                      <a:noFill/>
                    </a:lnB>
                    <a:solidFill>
                      <a:srgbClr val="1F2F44"/>
                    </a:solidFill>
                  </a:tcPr>
                </a:tc>
                <a:tc>
                  <a:txBody>
                    <a:bodyPr/>
                    <a:lstStyle/>
                    <a:p>
                      <a:pPr algn="ctr" fontAlgn="ctr">
                        <a:buNone/>
                      </a:pPr>
                      <a:r>
                        <a:rPr lang="pt-BR" sz="800" b="1" i="0" u="none" strike="noStrike">
                          <a:solidFill>
                            <a:srgbClr val="FFFFFF"/>
                          </a:solidFill>
                          <a:effectLst/>
                          <a:latin typeface="Roboto  "/>
                        </a:rPr>
                        <a:t>Out-of-Favor Score </a:t>
                      </a:r>
                    </a:p>
                  </a:txBody>
                  <a:tcPr marL="5837" marR="5837" marT="5837" marB="0" anchor="ctr">
                    <a:lnL>
                      <a:noFill/>
                    </a:lnL>
                    <a:lnR>
                      <a:noFill/>
                    </a:lnR>
                    <a:lnT>
                      <a:noFill/>
                    </a:lnT>
                    <a:lnB>
                      <a:noFill/>
                    </a:lnB>
                    <a:solidFill>
                      <a:srgbClr val="1F2F44"/>
                    </a:solidFill>
                  </a:tcPr>
                </a:tc>
                <a:extLst>
                  <a:ext uri="{0D108BD9-81ED-4DB2-BD59-A6C34878D82A}">
                    <a16:rowId xmlns:a16="http://schemas.microsoft.com/office/drawing/2014/main" val="3106626319"/>
                  </a:ext>
                </a:extLst>
              </a:tr>
              <a:tr h="134255">
                <a:tc>
                  <a:txBody>
                    <a:bodyPr/>
                    <a:lstStyle/>
                    <a:p>
                      <a:pPr algn="ctr" fontAlgn="b">
                        <a:buNone/>
                      </a:pPr>
                      <a:r>
                        <a:rPr lang="pt-BR" sz="800" b="0" i="0" u="none" strike="noStrike" dirty="0">
                          <a:effectLst/>
                          <a:latin typeface="Roboto Light" panose="02000000000000000000" pitchFamily="2" charset="0"/>
                        </a:rPr>
                        <a:t>Agribusiness</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4</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FBDEE1"/>
                    </a:solidFill>
                  </a:tcPr>
                </a:tc>
                <a:tc>
                  <a:txBody>
                    <a:bodyPr/>
                    <a:lstStyle/>
                    <a:p>
                      <a:pPr algn="ctr" fontAlgn="ctr">
                        <a:buNone/>
                      </a:pPr>
                      <a:r>
                        <a:rPr lang="pt-BR" sz="800" b="0" i="0" u="none" strike="noStrike">
                          <a:effectLst/>
                          <a:latin typeface="Roboto Light" panose="02000000000000000000" pitchFamily="2" charset="0"/>
                        </a:rPr>
                        <a:t>1.8</a:t>
                      </a:r>
                    </a:p>
                  </a:txBody>
                  <a:tcPr marL="5837" marR="5837" marT="5837" marB="0" anchor="ctr">
                    <a:lnL>
                      <a:noFill/>
                    </a:lnL>
                    <a:lnR>
                      <a:noFill/>
                    </a:lnR>
                    <a:lnT>
                      <a:noFill/>
                    </a:lnT>
                    <a:lnB>
                      <a:noFill/>
                    </a:lnB>
                    <a:solidFill>
                      <a:srgbClr val="63BE7B"/>
                    </a:solidFill>
                  </a:tcPr>
                </a:tc>
                <a:tc>
                  <a:txBody>
                    <a:bodyPr/>
                    <a:lstStyle/>
                    <a:p>
                      <a:pPr algn="ctr" fontAlgn="ctr">
                        <a:buNone/>
                      </a:pPr>
                      <a:r>
                        <a:rPr lang="pt-BR" sz="800" b="0" i="0" u="none" strike="noStrike">
                          <a:effectLst/>
                          <a:latin typeface="Roboto Light" panose="02000000000000000000" pitchFamily="2" charset="0"/>
                        </a:rPr>
                        <a:t>1.2</a:t>
                      </a:r>
                    </a:p>
                  </a:txBody>
                  <a:tcPr marL="5837" marR="5837" marT="5837" marB="0" anchor="ctr">
                    <a:lnL>
                      <a:noFill/>
                    </a:lnL>
                    <a:lnR>
                      <a:noFill/>
                    </a:lnR>
                    <a:lnT>
                      <a:noFill/>
                    </a:lnT>
                    <a:lnB>
                      <a:noFill/>
                    </a:lnB>
                    <a:solidFill>
                      <a:srgbClr val="8FD0A1"/>
                    </a:solidFill>
                  </a:tcPr>
                </a:tc>
                <a:tc>
                  <a:txBody>
                    <a:bodyPr/>
                    <a:lstStyle/>
                    <a:p>
                      <a:pPr algn="ctr" fontAlgn="ctr">
                        <a:buNone/>
                      </a:pPr>
                      <a:r>
                        <a:rPr lang="pt-BR" sz="800" b="0" i="0" u="none" strike="noStrike">
                          <a:effectLst/>
                          <a:latin typeface="Roboto Light" panose="02000000000000000000" pitchFamily="2" charset="0"/>
                        </a:rPr>
                        <a:t>0.8</a:t>
                      </a:r>
                    </a:p>
                  </a:txBody>
                  <a:tcPr marL="5837" marR="5837" marT="5837" marB="0" anchor="ctr">
                    <a:lnL>
                      <a:noFill/>
                    </a:lnL>
                    <a:lnR>
                      <a:noFill/>
                    </a:lnR>
                    <a:lnT>
                      <a:noFill/>
                    </a:lnT>
                    <a:lnB>
                      <a:noFill/>
                    </a:lnB>
                    <a:solidFill>
                      <a:srgbClr val="ADDCBB"/>
                    </a:solidFill>
                  </a:tcPr>
                </a:tc>
                <a:extLst>
                  <a:ext uri="{0D108BD9-81ED-4DB2-BD59-A6C34878D82A}">
                    <a16:rowId xmlns:a16="http://schemas.microsoft.com/office/drawing/2014/main" val="2837037178"/>
                  </a:ext>
                </a:extLst>
              </a:tr>
              <a:tr h="134255">
                <a:tc>
                  <a:txBody>
                    <a:bodyPr/>
                    <a:lstStyle/>
                    <a:p>
                      <a:pPr algn="ctr" fontAlgn="b">
                        <a:buNone/>
                      </a:pPr>
                      <a:r>
                        <a:rPr lang="pt-BR" sz="800" b="0" i="0" u="none" strike="noStrike">
                          <a:effectLst/>
                          <a:latin typeface="Roboto Light" panose="02000000000000000000" pitchFamily="2" charset="0"/>
                        </a:rPr>
                        <a:t>Retail</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15</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1.0</a:t>
                      </a:r>
                    </a:p>
                  </a:txBody>
                  <a:tcPr marL="5837" marR="5837" marT="5837" marB="0" anchor="ctr">
                    <a:lnL>
                      <a:noFill/>
                    </a:lnL>
                    <a:lnR>
                      <a:noFill/>
                    </a:lnR>
                    <a:lnT>
                      <a:noFill/>
                    </a:lnT>
                    <a:lnB>
                      <a:noFill/>
                    </a:lnB>
                    <a:solidFill>
                      <a:srgbClr val="A0D7B0"/>
                    </a:solidFill>
                  </a:tcPr>
                </a:tc>
                <a:tc>
                  <a:txBody>
                    <a:bodyPr/>
                    <a:lstStyle/>
                    <a:p>
                      <a:pPr algn="ctr" fontAlgn="ctr">
                        <a:buNone/>
                      </a:pPr>
                      <a:r>
                        <a:rPr lang="pt-BR" sz="800" b="0" i="0" u="none" strike="noStrike">
                          <a:effectLst/>
                          <a:latin typeface="Roboto Light" panose="02000000000000000000" pitchFamily="2" charset="0"/>
                        </a:rPr>
                        <a:t>0.3</a:t>
                      </a:r>
                    </a:p>
                  </a:txBody>
                  <a:tcPr marL="5837" marR="5837" marT="5837" marB="0" anchor="ctr">
                    <a:lnL>
                      <a:noFill/>
                    </a:lnL>
                    <a:lnR>
                      <a:noFill/>
                    </a:lnR>
                    <a:lnT>
                      <a:noFill/>
                    </a:lnT>
                    <a:lnB>
                      <a:noFill/>
                    </a:lnB>
                    <a:solidFill>
                      <a:srgbClr val="D9EEE1"/>
                    </a:solidFill>
                  </a:tcPr>
                </a:tc>
                <a:tc>
                  <a:txBody>
                    <a:bodyPr/>
                    <a:lstStyle/>
                    <a:p>
                      <a:pPr algn="ctr" fontAlgn="ctr">
                        <a:buNone/>
                      </a:pPr>
                      <a:r>
                        <a:rPr lang="pt-BR" sz="800" b="0" i="0" u="none" strike="noStrike">
                          <a:effectLst/>
                          <a:latin typeface="Roboto Light" panose="02000000000000000000" pitchFamily="2" charset="0"/>
                        </a:rPr>
                        <a:t>0.3</a:t>
                      </a:r>
                    </a:p>
                  </a:txBody>
                  <a:tcPr marL="5837" marR="5837" marT="5837" marB="0" anchor="ctr">
                    <a:lnL>
                      <a:noFill/>
                    </a:lnL>
                    <a:lnR>
                      <a:noFill/>
                    </a:lnR>
                    <a:lnT>
                      <a:noFill/>
                    </a:lnT>
                    <a:lnB>
                      <a:noFill/>
                    </a:lnB>
                    <a:solidFill>
                      <a:srgbClr val="D6EDDF"/>
                    </a:solidFill>
                  </a:tcPr>
                </a:tc>
                <a:tc>
                  <a:txBody>
                    <a:bodyPr/>
                    <a:lstStyle/>
                    <a:p>
                      <a:pPr algn="ctr" fontAlgn="ctr">
                        <a:buNone/>
                      </a:pPr>
                      <a:r>
                        <a:rPr lang="pt-BR" sz="800" b="0" i="0" u="none" strike="noStrike">
                          <a:effectLst/>
                          <a:latin typeface="Roboto Light" panose="02000000000000000000" pitchFamily="2" charset="0"/>
                        </a:rPr>
                        <a:t>0.5</a:t>
                      </a:r>
                    </a:p>
                  </a:txBody>
                  <a:tcPr marL="5837" marR="5837" marT="5837" marB="0" anchor="ctr">
                    <a:lnL>
                      <a:noFill/>
                    </a:lnL>
                    <a:lnR>
                      <a:noFill/>
                    </a:lnR>
                    <a:lnT>
                      <a:noFill/>
                    </a:lnT>
                    <a:lnB>
                      <a:noFill/>
                    </a:lnB>
                    <a:solidFill>
                      <a:srgbClr val="C4E6CF"/>
                    </a:solidFill>
                  </a:tcPr>
                </a:tc>
                <a:extLst>
                  <a:ext uri="{0D108BD9-81ED-4DB2-BD59-A6C34878D82A}">
                    <a16:rowId xmlns:a16="http://schemas.microsoft.com/office/drawing/2014/main" val="226615631"/>
                  </a:ext>
                </a:extLst>
              </a:tr>
              <a:tr h="134255">
                <a:tc>
                  <a:txBody>
                    <a:bodyPr/>
                    <a:lstStyle/>
                    <a:p>
                      <a:pPr algn="ctr" fontAlgn="b">
                        <a:buNone/>
                      </a:pPr>
                      <a:r>
                        <a:rPr lang="pt-BR" sz="800" b="0" i="0" u="none" strike="noStrike">
                          <a:effectLst/>
                          <a:latin typeface="Roboto Light" panose="02000000000000000000" pitchFamily="2" charset="0"/>
                        </a:rPr>
                        <a:t>Homebuilders</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9</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D2EBDB"/>
                    </a:solidFill>
                  </a:tcPr>
                </a:tc>
                <a:tc>
                  <a:txBody>
                    <a:bodyPr/>
                    <a:lstStyle/>
                    <a:p>
                      <a:pPr algn="ctr" fontAlgn="ctr">
                        <a:buNone/>
                      </a:pPr>
                      <a:r>
                        <a:rPr lang="pt-BR" sz="800" b="0" i="0" u="none" strike="noStrike">
                          <a:effectLst/>
                          <a:latin typeface="Roboto Light" panose="02000000000000000000" pitchFamily="2" charset="0"/>
                        </a:rPr>
                        <a:t>0.7</a:t>
                      </a:r>
                    </a:p>
                  </a:txBody>
                  <a:tcPr marL="5837" marR="5837" marT="5837" marB="0" anchor="ctr">
                    <a:lnL>
                      <a:noFill/>
                    </a:lnL>
                    <a:lnR>
                      <a:noFill/>
                    </a:lnR>
                    <a:lnT>
                      <a:noFill/>
                    </a:lnT>
                    <a:lnB>
                      <a:noFill/>
                    </a:lnB>
                    <a:solidFill>
                      <a:srgbClr val="B5E0C2"/>
                    </a:solid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D1EBDA"/>
                    </a:solidFill>
                  </a:tcPr>
                </a:tc>
                <a:tc>
                  <a:txBody>
                    <a:bodyPr/>
                    <a:lstStyle/>
                    <a:p>
                      <a:pPr algn="ctr" fontAlgn="ctr">
                        <a:buNone/>
                      </a:pPr>
                      <a:r>
                        <a:rPr lang="pt-BR" sz="800" b="0" i="0" u="none" strike="noStrike">
                          <a:effectLst/>
                          <a:latin typeface="Roboto Light" panose="02000000000000000000" pitchFamily="2" charset="0"/>
                        </a:rPr>
                        <a:t>0.5</a:t>
                      </a:r>
                    </a:p>
                  </a:txBody>
                  <a:tcPr marL="5837" marR="5837" marT="5837" marB="0" anchor="ctr">
                    <a:lnL>
                      <a:noFill/>
                    </a:lnL>
                    <a:lnR>
                      <a:noFill/>
                    </a:lnR>
                    <a:lnT>
                      <a:noFill/>
                    </a:lnT>
                    <a:lnB>
                      <a:noFill/>
                    </a:lnB>
                    <a:solidFill>
                      <a:srgbClr val="C9E8D3"/>
                    </a:solidFill>
                  </a:tcPr>
                </a:tc>
                <a:extLst>
                  <a:ext uri="{0D108BD9-81ED-4DB2-BD59-A6C34878D82A}">
                    <a16:rowId xmlns:a16="http://schemas.microsoft.com/office/drawing/2014/main" val="1389420790"/>
                  </a:ext>
                </a:extLst>
              </a:tr>
              <a:tr h="134255">
                <a:tc>
                  <a:txBody>
                    <a:bodyPr/>
                    <a:lstStyle/>
                    <a:p>
                      <a:pPr algn="ctr" fontAlgn="b">
                        <a:buNone/>
                      </a:pPr>
                      <a:r>
                        <a:rPr lang="pt-BR" sz="800" b="0" i="0" u="none" strike="noStrike" dirty="0">
                          <a:effectLst/>
                          <a:latin typeface="Roboto Light" panose="02000000000000000000" pitchFamily="2" charset="0"/>
                        </a:rPr>
                        <a:t>Food &amp; </a:t>
                      </a:r>
                      <a:r>
                        <a:rPr lang="pt-BR" sz="800" b="0" i="0" u="none" strike="noStrike" dirty="0" err="1">
                          <a:effectLst/>
                          <a:latin typeface="Roboto Light" panose="02000000000000000000" pitchFamily="2" charset="0"/>
                        </a:rPr>
                        <a:t>Beverages</a:t>
                      </a:r>
                      <a:endParaRPr lang="pt-BR" sz="800" b="0" i="0" u="none" strike="noStrike" dirty="0">
                        <a:effectLst/>
                        <a:latin typeface="Roboto Light" panose="02000000000000000000" pitchFamily="2" charset="0"/>
                      </a:endParaRP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4</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0.1</a:t>
                      </a:r>
                    </a:p>
                  </a:txBody>
                  <a:tcPr marL="5837" marR="5837" marT="5837" marB="0" anchor="ctr">
                    <a:lnL>
                      <a:noFill/>
                    </a:lnL>
                    <a:lnR>
                      <a:noFill/>
                    </a:lnR>
                    <a:lnT>
                      <a:noFill/>
                    </a:lnT>
                    <a:lnB>
                      <a:noFill/>
                    </a:lnB>
                    <a:solidFill>
                      <a:srgbClr val="E4F3EB"/>
                    </a:solid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CFEAD8"/>
                    </a:solidFill>
                  </a:tcPr>
                </a:tc>
                <a:tc>
                  <a:txBody>
                    <a:bodyPr/>
                    <a:lstStyle/>
                    <a:p>
                      <a:pPr algn="ctr" fontAlgn="ctr">
                        <a:buNone/>
                      </a:pPr>
                      <a:r>
                        <a:rPr lang="pt-BR" sz="800" b="0" i="0" u="none" strike="noStrike">
                          <a:effectLst/>
                          <a:latin typeface="Roboto Light" panose="02000000000000000000" pitchFamily="2" charset="0"/>
                        </a:rPr>
                        <a:t>0.6</a:t>
                      </a:r>
                    </a:p>
                  </a:txBody>
                  <a:tcPr marL="5837" marR="5837" marT="5837" marB="0" anchor="ctr">
                    <a:lnL>
                      <a:noFill/>
                    </a:lnL>
                    <a:lnR>
                      <a:noFill/>
                    </a:lnR>
                    <a:lnT>
                      <a:noFill/>
                    </a:lnT>
                    <a:lnB>
                      <a:noFill/>
                    </a:lnB>
                    <a:solidFill>
                      <a:srgbClr val="BCE3C8"/>
                    </a:solid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D0EAD9"/>
                    </a:solidFill>
                  </a:tcPr>
                </a:tc>
                <a:extLst>
                  <a:ext uri="{0D108BD9-81ED-4DB2-BD59-A6C34878D82A}">
                    <a16:rowId xmlns:a16="http://schemas.microsoft.com/office/drawing/2014/main" val="365738151"/>
                  </a:ext>
                </a:extLst>
              </a:tr>
              <a:tr h="134255">
                <a:tc>
                  <a:txBody>
                    <a:bodyPr/>
                    <a:lstStyle/>
                    <a:p>
                      <a:pPr algn="ctr" fontAlgn="b">
                        <a:buNone/>
                      </a:pPr>
                      <a:r>
                        <a:rPr lang="pt-BR" sz="800" b="0" i="0" u="none" strike="noStrike">
                          <a:effectLst/>
                          <a:latin typeface="Roboto Light" panose="02000000000000000000" pitchFamily="2" charset="0"/>
                        </a:rPr>
                        <a:t>Education</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2</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1.2</a:t>
                      </a:r>
                    </a:p>
                  </a:txBody>
                  <a:tcPr marL="5837" marR="5837" marT="5837" marB="0" anchor="ctr">
                    <a:lnL>
                      <a:noFill/>
                    </a:lnL>
                    <a:lnR>
                      <a:noFill/>
                    </a:lnR>
                    <a:lnT>
                      <a:noFill/>
                    </a:lnT>
                    <a:lnB>
                      <a:noFill/>
                    </a:lnB>
                    <a:solidFill>
                      <a:srgbClr val="94D2A6"/>
                    </a:solidFill>
                  </a:tcPr>
                </a:tc>
                <a:tc>
                  <a:txBody>
                    <a:bodyPr/>
                    <a:lstStyle/>
                    <a:p>
                      <a:pPr algn="ctr" fontAlgn="ctr">
                        <a:buNone/>
                      </a:pPr>
                      <a:r>
                        <a:rPr lang="pt-BR" sz="800" b="0" i="0" u="none" strike="noStrike">
                          <a:effectLst/>
                          <a:latin typeface="Roboto Light" panose="02000000000000000000" pitchFamily="2" charset="0"/>
                        </a:rPr>
                        <a:t>-0.7</a:t>
                      </a:r>
                    </a:p>
                  </a:txBody>
                  <a:tcPr marL="5837" marR="5837" marT="5837" marB="0" anchor="ctr">
                    <a:lnL>
                      <a:noFill/>
                    </a:lnL>
                    <a:lnR>
                      <a:noFill/>
                    </a:lnR>
                    <a:lnT>
                      <a:noFill/>
                    </a:lnT>
                    <a:lnB>
                      <a:noFill/>
                    </a:lnB>
                    <a:solidFill>
                      <a:srgbClr val="FABCBE"/>
                    </a:solid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D2EBDB"/>
                    </a:solidFill>
                  </a:tcPr>
                </a:tc>
                <a:tc>
                  <a:txBody>
                    <a:bodyPr/>
                    <a:lstStyle/>
                    <a:p>
                      <a:pPr algn="ctr" fontAlgn="ctr">
                        <a:buNone/>
                      </a:pPr>
                      <a:r>
                        <a:rPr lang="pt-BR" sz="800" b="0" i="0" u="none" strike="noStrike">
                          <a:effectLst/>
                          <a:latin typeface="Roboto Light" panose="02000000000000000000" pitchFamily="2" charset="0"/>
                        </a:rPr>
                        <a:t>0.3</a:t>
                      </a:r>
                    </a:p>
                  </a:txBody>
                  <a:tcPr marL="5837" marR="5837" marT="5837" marB="0" anchor="ctr">
                    <a:lnL>
                      <a:noFill/>
                    </a:lnL>
                    <a:lnR>
                      <a:noFill/>
                    </a:lnR>
                    <a:lnT>
                      <a:noFill/>
                    </a:lnT>
                    <a:lnB>
                      <a:noFill/>
                    </a:lnB>
                    <a:solidFill>
                      <a:srgbClr val="D3ECDC"/>
                    </a:solidFill>
                  </a:tcPr>
                </a:tc>
                <a:extLst>
                  <a:ext uri="{0D108BD9-81ED-4DB2-BD59-A6C34878D82A}">
                    <a16:rowId xmlns:a16="http://schemas.microsoft.com/office/drawing/2014/main" val="3516920680"/>
                  </a:ext>
                </a:extLst>
              </a:tr>
              <a:tr h="134255">
                <a:tc>
                  <a:txBody>
                    <a:bodyPr/>
                    <a:lstStyle/>
                    <a:p>
                      <a:pPr algn="ctr" fontAlgn="b">
                        <a:buNone/>
                      </a:pPr>
                      <a:r>
                        <a:rPr lang="pt-BR" sz="800" b="0" i="0" u="none" strike="noStrike" dirty="0">
                          <a:effectLst/>
                          <a:latin typeface="Roboto Light" panose="02000000000000000000" pitchFamily="2" charset="0"/>
                        </a:rPr>
                        <a:t>Transportation</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10</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1.0</a:t>
                      </a:r>
                    </a:p>
                  </a:txBody>
                  <a:tcPr marL="5837" marR="5837" marT="5837" marB="0" anchor="ctr">
                    <a:lnL>
                      <a:noFill/>
                    </a:lnL>
                    <a:lnR>
                      <a:noFill/>
                    </a:lnR>
                    <a:lnT>
                      <a:noFill/>
                    </a:lnT>
                    <a:lnB>
                      <a:noFill/>
                    </a:lnB>
                    <a:solidFill>
                      <a:srgbClr val="A3D8B2"/>
                    </a:solidFill>
                  </a:tcPr>
                </a:tc>
                <a:tc>
                  <a:txBody>
                    <a:bodyPr/>
                    <a:lstStyle/>
                    <a:p>
                      <a:pPr algn="ctr" fontAlgn="ctr">
                        <a:buNone/>
                      </a:pPr>
                      <a:r>
                        <a:rPr lang="pt-BR" sz="800" b="0" i="0" u="none" strike="noStrike">
                          <a:effectLst/>
                          <a:latin typeface="Roboto Light" panose="02000000000000000000" pitchFamily="2" charset="0"/>
                        </a:rPr>
                        <a:t>-0.3</a:t>
                      </a:r>
                    </a:p>
                  </a:txBody>
                  <a:tcPr marL="5837" marR="5837" marT="5837" marB="0" anchor="ctr">
                    <a:lnL>
                      <a:noFill/>
                    </a:lnL>
                    <a:lnR>
                      <a:noFill/>
                    </a:lnR>
                    <a:lnT>
                      <a:noFill/>
                    </a:lnT>
                    <a:lnB>
                      <a:noFill/>
                    </a:lnB>
                    <a:solidFill>
                      <a:srgbClr val="FBE9EC"/>
                    </a:solidFill>
                  </a:tcPr>
                </a:tc>
                <a:tc>
                  <a:txBody>
                    <a:bodyPr/>
                    <a:lstStyle/>
                    <a:p>
                      <a:pPr algn="ctr" fontAlgn="ctr">
                        <a:buNone/>
                      </a:pPr>
                      <a:r>
                        <a:rPr lang="pt-BR" sz="800" b="0" i="0" u="none" strike="noStrike">
                          <a:effectLst/>
                          <a:latin typeface="Roboto Light" panose="02000000000000000000" pitchFamily="2" charset="0"/>
                        </a:rPr>
                        <a:t>-0.1</a:t>
                      </a:r>
                    </a:p>
                  </a:txBody>
                  <a:tcPr marL="5837" marR="5837" marT="5837" marB="0" anchor="ctr">
                    <a:lnL>
                      <a:noFill/>
                    </a:lnL>
                    <a:lnR>
                      <a:noFill/>
                    </a:lnR>
                    <a:lnT>
                      <a:noFill/>
                    </a:lnT>
                    <a:lnB>
                      <a:noFill/>
                    </a:lnB>
                    <a:solidFill>
                      <a:srgbClr val="F5FAF9"/>
                    </a:solidFill>
                  </a:tcPr>
                </a:tc>
                <a:tc>
                  <a:txBody>
                    <a:bodyPr/>
                    <a:lstStyle/>
                    <a:p>
                      <a:pPr algn="ctr" fontAlgn="ctr">
                        <a:buNone/>
                      </a:pPr>
                      <a:r>
                        <a:rPr lang="pt-BR" sz="800" b="0" i="0" u="none" strike="noStrike" dirty="0">
                          <a:effectLst/>
                          <a:latin typeface="Roboto Light" panose="02000000000000000000" pitchFamily="2" charset="0"/>
                        </a:rPr>
                        <a:t>0.2</a:t>
                      </a:r>
                    </a:p>
                  </a:txBody>
                  <a:tcPr marL="5837" marR="5837" marT="5837" marB="0" anchor="ctr">
                    <a:lnL>
                      <a:noFill/>
                    </a:lnL>
                    <a:lnR>
                      <a:noFill/>
                    </a:lnR>
                    <a:lnT>
                      <a:noFill/>
                    </a:lnT>
                    <a:lnB>
                      <a:noFill/>
                    </a:lnB>
                    <a:solidFill>
                      <a:srgbClr val="DDF0E5"/>
                    </a:solidFill>
                  </a:tcPr>
                </a:tc>
                <a:extLst>
                  <a:ext uri="{0D108BD9-81ED-4DB2-BD59-A6C34878D82A}">
                    <a16:rowId xmlns:a16="http://schemas.microsoft.com/office/drawing/2014/main" val="1338051275"/>
                  </a:ext>
                </a:extLst>
              </a:tr>
              <a:tr h="160195">
                <a:tc>
                  <a:txBody>
                    <a:bodyPr/>
                    <a:lstStyle/>
                    <a:p>
                      <a:pPr algn="ctr" fontAlgn="b">
                        <a:buNone/>
                      </a:pPr>
                      <a:r>
                        <a:rPr lang="pt-BR" sz="800" b="0" i="0" u="none" strike="noStrike" dirty="0" err="1">
                          <a:effectLst/>
                          <a:latin typeface="Roboto Light" panose="02000000000000000000" pitchFamily="2" charset="0"/>
                        </a:rPr>
                        <a:t>Sanitation</a:t>
                      </a:r>
                      <a:endParaRPr lang="pt-BR" sz="800" b="0" i="0" u="none" strike="noStrike" dirty="0">
                        <a:effectLst/>
                        <a:latin typeface="Roboto Light" panose="02000000000000000000" pitchFamily="2" charset="0"/>
                      </a:endParaRP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4</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-1.0</a:t>
                      </a:r>
                    </a:p>
                  </a:txBody>
                  <a:tcPr marL="5837" marR="5837" marT="5837" marB="0" anchor="ctr">
                    <a:lnL>
                      <a:noFill/>
                    </a:lnL>
                    <a:lnR>
                      <a:noFill/>
                    </a:lnR>
                    <a:lnT>
                      <a:noFill/>
                    </a:lnT>
                    <a:lnB>
                      <a:noFill/>
                    </a:lnB>
                    <a:solidFill>
                      <a:srgbClr val="F88C8E"/>
                    </a:solidFill>
                  </a:tcPr>
                </a:tc>
                <a:tc>
                  <a:txBody>
                    <a:bodyPr/>
                    <a:lstStyle/>
                    <a:p>
                      <a:pPr algn="ctr" fontAlgn="ctr">
                        <a:buNone/>
                      </a:pPr>
                      <a:r>
                        <a:rPr lang="pt-BR" sz="800" b="0" i="0" u="none" strike="noStrike">
                          <a:effectLst/>
                          <a:latin typeface="Roboto Light" panose="02000000000000000000" pitchFamily="2" charset="0"/>
                        </a:rPr>
                        <a:t>0.2</a:t>
                      </a:r>
                    </a:p>
                  </a:txBody>
                  <a:tcPr marL="5837" marR="5837" marT="5837" marB="0" anchor="ctr">
                    <a:lnL>
                      <a:noFill/>
                    </a:lnL>
                    <a:lnR>
                      <a:noFill/>
                    </a:lnR>
                    <a:lnT>
                      <a:noFill/>
                    </a:lnT>
                    <a:lnB>
                      <a:noFill/>
                    </a:lnB>
                    <a:solidFill>
                      <a:srgbClr val="DCEFE3"/>
                    </a:solidFill>
                  </a:tcPr>
                </a:tc>
                <a:tc>
                  <a:txBody>
                    <a:bodyPr/>
                    <a:lstStyle/>
                    <a:p>
                      <a:pPr algn="ctr" fontAlgn="ctr">
                        <a:buNone/>
                      </a:pPr>
                      <a:r>
                        <a:rPr lang="pt-BR" sz="800" b="0" i="0" u="none" strike="noStrike">
                          <a:effectLst/>
                          <a:latin typeface="Roboto Light" panose="02000000000000000000" pitchFamily="2" charset="0"/>
                        </a:rPr>
                        <a:t>0.3</a:t>
                      </a:r>
                    </a:p>
                  </a:txBody>
                  <a:tcPr marL="5837" marR="5837" marT="5837" marB="0" anchor="ctr">
                    <a:lnL>
                      <a:noFill/>
                    </a:lnL>
                    <a:lnR>
                      <a:noFill/>
                    </a:lnR>
                    <a:lnT>
                      <a:noFill/>
                    </a:lnT>
                    <a:lnB>
                      <a:noFill/>
                    </a:lnB>
                    <a:solidFill>
                      <a:srgbClr val="D6EDDE"/>
                    </a:solidFill>
                  </a:tcPr>
                </a:tc>
                <a:tc>
                  <a:txBody>
                    <a:bodyPr/>
                    <a:lstStyle/>
                    <a:p>
                      <a:pPr algn="ctr" fontAlgn="ctr">
                        <a:buNone/>
                      </a:pPr>
                      <a:r>
                        <a:rPr lang="pt-BR" sz="800" b="0" i="0" u="none" strike="noStrike">
                          <a:effectLst/>
                          <a:latin typeface="Roboto Light" panose="02000000000000000000" pitchFamily="2" charset="0"/>
                        </a:rPr>
                        <a:t>-0.2</a:t>
                      </a:r>
                    </a:p>
                  </a:txBody>
                  <a:tcPr marL="5837" marR="5837" marT="5837" marB="0" anchor="ctr">
                    <a:lnL>
                      <a:noFill/>
                    </a:lnL>
                    <a:lnR>
                      <a:noFill/>
                    </a:lnR>
                    <a:lnT>
                      <a:noFill/>
                    </a:lnT>
                    <a:lnB>
                      <a:noFill/>
                    </a:lnB>
                    <a:solidFill>
                      <a:srgbClr val="F9FBFD"/>
                    </a:solidFill>
                  </a:tcPr>
                </a:tc>
                <a:extLst>
                  <a:ext uri="{0D108BD9-81ED-4DB2-BD59-A6C34878D82A}">
                    <a16:rowId xmlns:a16="http://schemas.microsoft.com/office/drawing/2014/main" val="4175664952"/>
                  </a:ext>
                </a:extLst>
              </a:tr>
              <a:tr h="134255">
                <a:tc>
                  <a:txBody>
                    <a:bodyPr/>
                    <a:lstStyle/>
                    <a:p>
                      <a:pPr algn="ctr" fontAlgn="b">
                        <a:buNone/>
                      </a:pPr>
                      <a:r>
                        <a:rPr lang="pt-BR" sz="800" b="0" i="0" u="none" strike="noStrike">
                          <a:effectLst/>
                          <a:latin typeface="Roboto Light" panose="02000000000000000000" pitchFamily="2" charset="0"/>
                        </a:rPr>
                        <a:t>Utilities &amp; Energy</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11</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FBE4E7"/>
                    </a:solid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FBE4E6"/>
                    </a:solidFill>
                  </a:tcPr>
                </a:tc>
                <a:tc>
                  <a:txBody>
                    <a:bodyPr/>
                    <a:lstStyle/>
                    <a:p>
                      <a:pPr algn="ctr" fontAlgn="ctr">
                        <a:buNone/>
                      </a:pPr>
                      <a:r>
                        <a:rPr lang="pt-BR" sz="800" b="0" i="0" u="none" strike="noStrike">
                          <a:effectLst/>
                          <a:latin typeface="Roboto Light" panose="02000000000000000000" pitchFamily="2" charset="0"/>
                        </a:rPr>
                        <a:t>0.1</a:t>
                      </a:r>
                    </a:p>
                  </a:txBody>
                  <a:tcPr marL="5837" marR="5837" marT="5837" marB="0" anchor="ctr">
                    <a:lnL>
                      <a:noFill/>
                    </a:lnL>
                    <a:lnR>
                      <a:noFill/>
                    </a:lnR>
                    <a:lnT>
                      <a:noFill/>
                    </a:lnT>
                    <a:lnB>
                      <a:noFill/>
                    </a:lnB>
                    <a:solidFill>
                      <a:srgbClr val="E5F3EC"/>
                    </a:solidFill>
                  </a:tcPr>
                </a:tc>
                <a:tc>
                  <a:txBody>
                    <a:bodyPr/>
                    <a:lstStyle/>
                    <a:p>
                      <a:pPr algn="ctr" fontAlgn="ctr">
                        <a:buNone/>
                      </a:pPr>
                      <a:r>
                        <a:rPr lang="pt-BR" sz="800" b="0" i="0" u="none" strike="noStrike">
                          <a:effectLst/>
                          <a:latin typeface="Roboto Light" panose="02000000000000000000" pitchFamily="2" charset="0"/>
                        </a:rPr>
                        <a:t>-0.2</a:t>
                      </a:r>
                    </a:p>
                  </a:txBody>
                  <a:tcPr marL="5837" marR="5837" marT="5837" marB="0" anchor="ctr">
                    <a:lnL>
                      <a:noFill/>
                    </a:lnL>
                    <a:lnR>
                      <a:noFill/>
                    </a:lnR>
                    <a:lnT>
                      <a:noFill/>
                    </a:lnT>
                    <a:lnB>
                      <a:noFill/>
                    </a:lnB>
                    <a:solidFill>
                      <a:srgbClr val="FCFCFF"/>
                    </a:solidFill>
                  </a:tcPr>
                </a:tc>
                <a:extLst>
                  <a:ext uri="{0D108BD9-81ED-4DB2-BD59-A6C34878D82A}">
                    <a16:rowId xmlns:a16="http://schemas.microsoft.com/office/drawing/2014/main" val="2840787476"/>
                  </a:ext>
                </a:extLst>
              </a:tr>
              <a:tr h="134255">
                <a:tc>
                  <a:txBody>
                    <a:bodyPr/>
                    <a:lstStyle/>
                    <a:p>
                      <a:pPr algn="ctr" fontAlgn="b">
                        <a:buNone/>
                      </a:pPr>
                      <a:r>
                        <a:rPr lang="pt-BR" sz="800" b="0" i="0" u="none" strike="noStrike">
                          <a:effectLst/>
                          <a:latin typeface="Roboto Light" panose="02000000000000000000" pitchFamily="2" charset="0"/>
                        </a:rPr>
                        <a:t>Capital Goods</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8</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-0.1</a:t>
                      </a:r>
                    </a:p>
                  </a:txBody>
                  <a:tcPr marL="5837" marR="5837" marT="5837" marB="0" anchor="ctr">
                    <a:lnL>
                      <a:noFill/>
                    </a:lnL>
                    <a:lnR>
                      <a:noFill/>
                    </a:lnR>
                    <a:lnT>
                      <a:noFill/>
                    </a:lnT>
                    <a:lnB>
                      <a:noFill/>
                    </a:lnB>
                    <a:solidFill>
                      <a:srgbClr val="F6FAFA"/>
                    </a:solidFill>
                  </a:tcPr>
                </a:tc>
                <a:tc>
                  <a:txBody>
                    <a:bodyPr/>
                    <a:lstStyle/>
                    <a:p>
                      <a:pPr algn="ctr" fontAlgn="ctr">
                        <a:buNone/>
                      </a:pPr>
                      <a:r>
                        <a:rPr lang="pt-BR" sz="800" b="0" i="0" u="none" strike="noStrike">
                          <a:effectLst/>
                          <a:latin typeface="Roboto Light" panose="02000000000000000000" pitchFamily="2" charset="0"/>
                        </a:rPr>
                        <a:t>-0.6</a:t>
                      </a:r>
                    </a:p>
                  </a:txBody>
                  <a:tcPr marL="5837" marR="5837" marT="5837" marB="0" anchor="ctr">
                    <a:lnL>
                      <a:noFill/>
                    </a:lnL>
                    <a:lnR>
                      <a:noFill/>
                    </a:lnR>
                    <a:lnT>
                      <a:noFill/>
                    </a:lnT>
                    <a:lnB>
                      <a:noFill/>
                    </a:lnB>
                    <a:solidFill>
                      <a:srgbClr val="FAC3C6"/>
                    </a:solidFill>
                  </a:tcPr>
                </a:tc>
                <a:tc>
                  <a:txBody>
                    <a:bodyPr/>
                    <a:lstStyle/>
                    <a:p>
                      <a:pPr algn="ctr" fontAlgn="ctr">
                        <a:buNone/>
                      </a:pPr>
                      <a:r>
                        <a:rPr lang="pt-BR" sz="800" b="0" i="0" u="none" strike="noStrike">
                          <a:effectLst/>
                          <a:latin typeface="Roboto Light" panose="02000000000000000000" pitchFamily="2" charset="0"/>
                        </a:rPr>
                        <a:t>0.0</a:t>
                      </a:r>
                    </a:p>
                  </a:txBody>
                  <a:tcPr marL="5837" marR="5837" marT="5837" marB="0" anchor="ctr">
                    <a:lnL>
                      <a:noFill/>
                    </a:lnL>
                    <a:lnR>
                      <a:noFill/>
                    </a:lnR>
                    <a:lnT>
                      <a:noFill/>
                    </a:lnT>
                    <a:lnB>
                      <a:noFill/>
                    </a:lnB>
                    <a:solidFill>
                      <a:srgbClr val="EFF7F3"/>
                    </a:solidFill>
                  </a:tcPr>
                </a:tc>
                <a:tc>
                  <a:txBody>
                    <a:bodyPr/>
                    <a:lstStyle/>
                    <a:p>
                      <a:pPr algn="ctr" fontAlgn="ctr">
                        <a:buNone/>
                      </a:pPr>
                      <a:r>
                        <a:rPr lang="pt-BR" sz="800" b="0" i="0" u="none" strike="noStrike">
                          <a:effectLst/>
                          <a:latin typeface="Roboto Light" panose="02000000000000000000" pitchFamily="2" charset="0"/>
                        </a:rPr>
                        <a:t>-0.2</a:t>
                      </a:r>
                    </a:p>
                  </a:txBody>
                  <a:tcPr marL="5837" marR="5837" marT="5837" marB="0" anchor="ctr">
                    <a:lnL>
                      <a:noFill/>
                    </a:lnL>
                    <a:lnR>
                      <a:noFill/>
                    </a:lnR>
                    <a:lnT>
                      <a:noFill/>
                    </a:lnT>
                    <a:lnB>
                      <a:noFill/>
                    </a:lnB>
                    <a:solidFill>
                      <a:srgbClr val="FBF9FC"/>
                    </a:solidFill>
                  </a:tcPr>
                </a:tc>
                <a:extLst>
                  <a:ext uri="{0D108BD9-81ED-4DB2-BD59-A6C34878D82A}">
                    <a16:rowId xmlns:a16="http://schemas.microsoft.com/office/drawing/2014/main" val="2435873612"/>
                  </a:ext>
                </a:extLst>
              </a:tr>
              <a:tr h="134255">
                <a:tc>
                  <a:txBody>
                    <a:bodyPr/>
                    <a:lstStyle/>
                    <a:p>
                      <a:pPr algn="ctr" fontAlgn="b">
                        <a:buNone/>
                      </a:pPr>
                      <a:r>
                        <a:rPr lang="pt-BR" sz="800" b="0" i="0" u="none" strike="noStrike">
                          <a:effectLst/>
                          <a:latin typeface="Roboto Light" panose="02000000000000000000" pitchFamily="2" charset="0"/>
                        </a:rPr>
                        <a:t>Banks</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10</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-0.1</a:t>
                      </a:r>
                    </a:p>
                  </a:txBody>
                  <a:tcPr marL="5837" marR="5837" marT="5837" marB="0" anchor="ctr">
                    <a:lnL>
                      <a:noFill/>
                    </a:lnL>
                    <a:lnR>
                      <a:noFill/>
                    </a:lnR>
                    <a:lnT>
                      <a:noFill/>
                    </a:lnT>
                    <a:lnB>
                      <a:noFill/>
                    </a:lnB>
                    <a:solidFill>
                      <a:srgbClr val="F7FAFA"/>
                    </a:solid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FBE0E3"/>
                    </a:solidFill>
                  </a:tcPr>
                </a:tc>
                <a:tc>
                  <a:txBody>
                    <a:bodyPr/>
                    <a:lstStyle/>
                    <a:p>
                      <a:pPr algn="ctr" fontAlgn="ctr">
                        <a:buNone/>
                      </a:pPr>
                      <a:r>
                        <a:rPr lang="pt-BR" sz="800" b="0" i="0" u="none" strike="noStrike">
                          <a:effectLst/>
                          <a:latin typeface="Roboto Light" panose="02000000000000000000" pitchFamily="2" charset="0"/>
                        </a:rPr>
                        <a:t>-0.2</a:t>
                      </a:r>
                    </a:p>
                  </a:txBody>
                  <a:tcPr marL="5837" marR="5837" marT="5837" marB="0" anchor="ctr">
                    <a:lnL>
                      <a:noFill/>
                    </a:lnL>
                    <a:lnR>
                      <a:noFill/>
                    </a:lnR>
                    <a:lnT>
                      <a:noFill/>
                    </a:lnT>
                    <a:lnB>
                      <a:noFill/>
                    </a:lnB>
                    <a:solidFill>
                      <a:srgbClr val="FBFBFE"/>
                    </a:solidFill>
                  </a:tcPr>
                </a:tc>
                <a:tc>
                  <a:txBody>
                    <a:bodyPr/>
                    <a:lstStyle/>
                    <a:p>
                      <a:pPr algn="ctr" fontAlgn="ctr">
                        <a:buNone/>
                      </a:pPr>
                      <a:r>
                        <a:rPr lang="pt-BR" sz="800" b="0" i="0" u="none" strike="noStrike">
                          <a:effectLst/>
                          <a:latin typeface="Roboto Light" panose="02000000000000000000" pitchFamily="2" charset="0"/>
                        </a:rPr>
                        <a:t>-0.2</a:t>
                      </a:r>
                    </a:p>
                  </a:txBody>
                  <a:tcPr marL="5837" marR="5837" marT="5837" marB="0" anchor="ctr">
                    <a:lnL>
                      <a:noFill/>
                    </a:lnL>
                    <a:lnR>
                      <a:noFill/>
                    </a:lnR>
                    <a:lnT>
                      <a:noFill/>
                    </a:lnT>
                    <a:lnB>
                      <a:noFill/>
                    </a:lnB>
                    <a:solidFill>
                      <a:srgbClr val="FBF7FA"/>
                    </a:solidFill>
                  </a:tcPr>
                </a:tc>
                <a:extLst>
                  <a:ext uri="{0D108BD9-81ED-4DB2-BD59-A6C34878D82A}">
                    <a16:rowId xmlns:a16="http://schemas.microsoft.com/office/drawing/2014/main" val="32547433"/>
                  </a:ext>
                </a:extLst>
              </a:tr>
              <a:tr h="134255">
                <a:tc>
                  <a:txBody>
                    <a:bodyPr/>
                    <a:lstStyle/>
                    <a:p>
                      <a:pPr algn="ctr" fontAlgn="b">
                        <a:buNone/>
                      </a:pPr>
                      <a:r>
                        <a:rPr lang="pt-BR" sz="800" b="0" i="0" u="none" strike="noStrike">
                          <a:effectLst/>
                          <a:latin typeface="Roboto Light" panose="02000000000000000000" pitchFamily="2" charset="0"/>
                        </a:rPr>
                        <a:t>Income Properties</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6</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-0.3</a:t>
                      </a:r>
                    </a:p>
                  </a:txBody>
                  <a:tcPr marL="5837" marR="5837" marT="5837" marB="0" anchor="ctr">
                    <a:lnL>
                      <a:noFill/>
                    </a:lnL>
                    <a:lnR>
                      <a:noFill/>
                    </a:lnR>
                    <a:lnT>
                      <a:noFill/>
                    </a:lnT>
                    <a:lnB>
                      <a:noFill/>
                    </a:lnB>
                    <a:solidFill>
                      <a:srgbClr val="FBEEF1"/>
                    </a:solidFill>
                  </a:tcPr>
                </a:tc>
                <a:tc>
                  <a:txBody>
                    <a:bodyPr/>
                    <a:lstStyle/>
                    <a:p>
                      <a:pPr algn="ctr" fontAlgn="ctr">
                        <a:buNone/>
                      </a:pPr>
                      <a:r>
                        <a:rPr lang="pt-BR" sz="800" b="0" i="0" u="none" strike="noStrike">
                          <a:effectLst/>
                          <a:latin typeface="Roboto Light" panose="02000000000000000000" pitchFamily="2" charset="0"/>
                        </a:rPr>
                        <a:t>-0.1</a:t>
                      </a:r>
                    </a:p>
                  </a:txBody>
                  <a:tcPr marL="5837" marR="5837" marT="5837" marB="0" anchor="ctr">
                    <a:lnL>
                      <a:noFill/>
                    </a:lnL>
                    <a:lnR>
                      <a:noFill/>
                    </a:lnR>
                    <a:lnT>
                      <a:noFill/>
                    </a:lnT>
                    <a:lnB>
                      <a:noFill/>
                    </a:lnB>
                    <a:solidFill>
                      <a:srgbClr val="F6FAFA"/>
                    </a:solidFill>
                  </a:tcPr>
                </a:tc>
                <a:tc>
                  <a:txBody>
                    <a:bodyPr/>
                    <a:lstStyle/>
                    <a:p>
                      <a:pPr algn="ctr" fontAlgn="ctr">
                        <a:buNone/>
                      </a:pPr>
                      <a:r>
                        <a:rPr lang="pt-BR" sz="800" b="0" i="0" u="none" strike="noStrike">
                          <a:effectLst/>
                          <a:latin typeface="Roboto Light" panose="02000000000000000000" pitchFamily="2" charset="0"/>
                        </a:rPr>
                        <a:t>-0.3</a:t>
                      </a:r>
                    </a:p>
                  </a:txBody>
                  <a:tcPr marL="5837" marR="5837" marT="5837" marB="0" anchor="ctr">
                    <a:lnL>
                      <a:noFill/>
                    </a:lnL>
                    <a:lnR>
                      <a:noFill/>
                    </a:lnR>
                    <a:lnT>
                      <a:noFill/>
                    </a:lnT>
                    <a:lnB>
                      <a:noFill/>
                    </a:lnB>
                    <a:solidFill>
                      <a:srgbClr val="FBE8EB"/>
                    </a:solidFill>
                  </a:tcPr>
                </a:tc>
                <a:tc>
                  <a:txBody>
                    <a:bodyPr/>
                    <a:lstStyle/>
                    <a:p>
                      <a:pPr algn="ctr" fontAlgn="ctr">
                        <a:buNone/>
                      </a:pPr>
                      <a:r>
                        <a:rPr lang="pt-BR" sz="800" b="0" i="0" u="none" strike="noStrike">
                          <a:effectLst/>
                          <a:latin typeface="Roboto Light" panose="02000000000000000000" pitchFamily="2" charset="0"/>
                        </a:rPr>
                        <a:t>-0.3</a:t>
                      </a:r>
                    </a:p>
                  </a:txBody>
                  <a:tcPr marL="5837" marR="5837" marT="5837" marB="0" anchor="ctr">
                    <a:lnL>
                      <a:noFill/>
                    </a:lnL>
                    <a:lnR>
                      <a:noFill/>
                    </a:lnR>
                    <a:lnT>
                      <a:noFill/>
                    </a:lnT>
                    <a:lnB>
                      <a:noFill/>
                    </a:lnB>
                    <a:solidFill>
                      <a:srgbClr val="FBF4F7"/>
                    </a:solidFill>
                  </a:tcPr>
                </a:tc>
                <a:extLst>
                  <a:ext uri="{0D108BD9-81ED-4DB2-BD59-A6C34878D82A}">
                    <a16:rowId xmlns:a16="http://schemas.microsoft.com/office/drawing/2014/main" val="2756604839"/>
                  </a:ext>
                </a:extLst>
              </a:tr>
              <a:tr h="134255">
                <a:tc>
                  <a:txBody>
                    <a:bodyPr/>
                    <a:lstStyle/>
                    <a:p>
                      <a:pPr algn="ctr" fontAlgn="b">
                        <a:buNone/>
                      </a:pPr>
                      <a:r>
                        <a:rPr lang="pt-BR" sz="800" b="0" i="0" u="none" strike="noStrike">
                          <a:effectLst/>
                          <a:latin typeface="Roboto Light" panose="02000000000000000000" pitchFamily="2" charset="0"/>
                        </a:rPr>
                        <a:t>Financials Non-Banks</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6</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-0.3</a:t>
                      </a:r>
                    </a:p>
                  </a:txBody>
                  <a:tcPr marL="5837" marR="5837" marT="5837" marB="0" anchor="ctr">
                    <a:lnL>
                      <a:noFill/>
                    </a:lnL>
                    <a:lnR>
                      <a:noFill/>
                    </a:lnR>
                    <a:lnT>
                      <a:noFill/>
                    </a:lnT>
                    <a:lnB>
                      <a:noFill/>
                    </a:lnB>
                    <a:solidFill>
                      <a:srgbClr val="FBEBEE"/>
                    </a:solidFill>
                  </a:tcPr>
                </a:tc>
                <a:tc>
                  <a:txBody>
                    <a:bodyPr/>
                    <a:lstStyle/>
                    <a:p>
                      <a:pPr algn="ctr" fontAlgn="ctr">
                        <a:buNone/>
                      </a:pPr>
                      <a:r>
                        <a:rPr lang="pt-BR" sz="800" b="0" i="0" u="none" strike="noStrike">
                          <a:effectLst/>
                          <a:latin typeface="Roboto Light" panose="02000000000000000000" pitchFamily="2" charset="0"/>
                        </a:rPr>
                        <a:t>0.0</a:t>
                      </a:r>
                    </a:p>
                  </a:txBody>
                  <a:tcPr marL="5837" marR="5837" marT="5837" marB="0" anchor="ctr">
                    <a:lnL>
                      <a:noFill/>
                    </a:lnL>
                    <a:lnR>
                      <a:noFill/>
                    </a:lnR>
                    <a:lnT>
                      <a:noFill/>
                    </a:lnT>
                    <a:lnB>
                      <a:noFill/>
                    </a:lnB>
                    <a:solidFill>
                      <a:srgbClr val="ECF6F1"/>
                    </a:solidFill>
                  </a:tcPr>
                </a:tc>
                <a:tc>
                  <a:txBody>
                    <a:bodyPr/>
                    <a:lstStyle/>
                    <a:p>
                      <a:pPr algn="ctr" fontAlgn="ctr">
                        <a:buNone/>
                      </a:pPr>
                      <a:r>
                        <a:rPr lang="pt-BR" sz="800" b="0" i="0" u="none" strike="noStrike">
                          <a:effectLst/>
                          <a:latin typeface="Roboto Light" panose="02000000000000000000" pitchFamily="2" charset="0"/>
                        </a:rPr>
                        <a:t>-0.8</a:t>
                      </a:r>
                    </a:p>
                  </a:txBody>
                  <a:tcPr marL="5837" marR="5837" marT="5837" marB="0" anchor="ctr">
                    <a:lnL>
                      <a:noFill/>
                    </a:lnL>
                    <a:lnR>
                      <a:noFill/>
                    </a:lnR>
                    <a:lnT>
                      <a:noFill/>
                    </a:lnT>
                    <a:lnB>
                      <a:noFill/>
                    </a:lnB>
                    <a:solidFill>
                      <a:srgbClr val="F9A5A7"/>
                    </a:solid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FBE1E4"/>
                    </a:solidFill>
                  </a:tcPr>
                </a:tc>
                <a:extLst>
                  <a:ext uri="{0D108BD9-81ED-4DB2-BD59-A6C34878D82A}">
                    <a16:rowId xmlns:a16="http://schemas.microsoft.com/office/drawing/2014/main" val="1904766761"/>
                  </a:ext>
                </a:extLst>
              </a:tr>
              <a:tr h="134255">
                <a:tc>
                  <a:txBody>
                    <a:bodyPr/>
                    <a:lstStyle/>
                    <a:p>
                      <a:pPr algn="ctr" fontAlgn="b">
                        <a:buNone/>
                      </a:pPr>
                      <a:r>
                        <a:rPr lang="pt-BR" sz="800" b="0" i="0" u="none" strike="noStrike">
                          <a:effectLst/>
                          <a:latin typeface="Roboto Light" panose="02000000000000000000" pitchFamily="2" charset="0"/>
                        </a:rPr>
                        <a:t>TMT</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7</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-0.2</a:t>
                      </a:r>
                    </a:p>
                  </a:txBody>
                  <a:tcPr marL="5837" marR="5837" marT="5837" marB="0" anchor="ctr">
                    <a:lnL>
                      <a:noFill/>
                    </a:lnL>
                    <a:lnR>
                      <a:noFill/>
                    </a:lnR>
                    <a:lnT>
                      <a:noFill/>
                    </a:lnT>
                    <a:lnB>
                      <a:noFill/>
                    </a:lnB>
                    <a:solidFill>
                      <a:srgbClr val="FAFCFE"/>
                    </a:solidFill>
                  </a:tcPr>
                </a:tc>
                <a:tc>
                  <a:txBody>
                    <a:bodyPr/>
                    <a:lstStyle/>
                    <a:p>
                      <a:pPr algn="ctr" fontAlgn="ctr">
                        <a:buNone/>
                      </a:pPr>
                      <a:r>
                        <a:rPr lang="pt-BR" sz="800" b="0" i="0" u="none" strike="noStrike">
                          <a:effectLst/>
                          <a:latin typeface="Roboto Light" panose="02000000000000000000" pitchFamily="2" charset="0"/>
                        </a:rPr>
                        <a:t>-0.6</a:t>
                      </a:r>
                    </a:p>
                  </a:txBody>
                  <a:tcPr marL="5837" marR="5837" marT="5837" marB="0" anchor="ctr">
                    <a:lnL>
                      <a:noFill/>
                    </a:lnL>
                    <a:lnR>
                      <a:noFill/>
                    </a:lnR>
                    <a:lnT>
                      <a:noFill/>
                    </a:lnT>
                    <a:lnB>
                      <a:noFill/>
                    </a:lnB>
                    <a:solidFill>
                      <a:srgbClr val="FABEC1"/>
                    </a:solid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FBDEE1"/>
                    </a:solid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FBE0E3"/>
                    </a:solidFill>
                  </a:tcPr>
                </a:tc>
                <a:extLst>
                  <a:ext uri="{0D108BD9-81ED-4DB2-BD59-A6C34878D82A}">
                    <a16:rowId xmlns:a16="http://schemas.microsoft.com/office/drawing/2014/main" val="3836764216"/>
                  </a:ext>
                </a:extLst>
              </a:tr>
              <a:tr h="134255">
                <a:tc>
                  <a:txBody>
                    <a:bodyPr/>
                    <a:lstStyle/>
                    <a:p>
                      <a:pPr algn="ctr" fontAlgn="b">
                        <a:buNone/>
                      </a:pPr>
                      <a:r>
                        <a:rPr lang="pt-BR" sz="800" b="0" i="0" u="none" strike="noStrike">
                          <a:effectLst/>
                          <a:latin typeface="Roboto Light" panose="02000000000000000000" pitchFamily="2" charset="0"/>
                        </a:rPr>
                        <a:t>Health Care</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5</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0.1</a:t>
                      </a:r>
                    </a:p>
                  </a:txBody>
                  <a:tcPr marL="5837" marR="5837" marT="5837" marB="0" anchor="ctr">
                    <a:lnL>
                      <a:noFill/>
                    </a:lnL>
                    <a:lnR>
                      <a:noFill/>
                    </a:lnR>
                    <a:lnT>
                      <a:noFill/>
                    </a:lnT>
                    <a:lnB>
                      <a:noFill/>
                    </a:lnB>
                    <a:solidFill>
                      <a:srgbClr val="E7F4ED"/>
                    </a:solidFill>
                  </a:tcPr>
                </a:tc>
                <a:tc>
                  <a:txBody>
                    <a:bodyPr/>
                    <a:lstStyle/>
                    <a:p>
                      <a:pPr algn="ctr" fontAlgn="ctr">
                        <a:buNone/>
                      </a:pPr>
                      <a:r>
                        <a:rPr lang="pt-BR" sz="800" b="0" i="0" u="none" strike="noStrike">
                          <a:effectLst/>
                          <a:latin typeface="Roboto Light" panose="02000000000000000000" pitchFamily="2" charset="0"/>
                        </a:rPr>
                        <a:t>-0.7</a:t>
                      </a:r>
                    </a:p>
                  </a:txBody>
                  <a:tcPr marL="5837" marR="5837" marT="5837" marB="0" anchor="ctr">
                    <a:lnL>
                      <a:noFill/>
                    </a:lnL>
                    <a:lnR>
                      <a:noFill/>
                    </a:lnR>
                    <a:lnT>
                      <a:noFill/>
                    </a:lnT>
                    <a:lnB>
                      <a:noFill/>
                    </a:lnB>
                    <a:solidFill>
                      <a:srgbClr val="FAB5B8"/>
                    </a:solidFill>
                  </a:tcPr>
                </a:tc>
                <a:tc>
                  <a:txBody>
                    <a:bodyPr/>
                    <a:lstStyle/>
                    <a:p>
                      <a:pPr algn="ctr" fontAlgn="ctr">
                        <a:buNone/>
                      </a:pPr>
                      <a:r>
                        <a:rPr lang="pt-BR" sz="800" b="0" i="0" u="none" strike="noStrike">
                          <a:effectLst/>
                          <a:latin typeface="Roboto Light" panose="02000000000000000000" pitchFamily="2" charset="0"/>
                        </a:rPr>
                        <a:t>-0.7</a:t>
                      </a:r>
                    </a:p>
                  </a:txBody>
                  <a:tcPr marL="5837" marR="5837" marT="5837" marB="0" anchor="ctr">
                    <a:lnL>
                      <a:noFill/>
                    </a:lnL>
                    <a:lnR>
                      <a:noFill/>
                    </a:lnR>
                    <a:lnT>
                      <a:noFill/>
                    </a:lnT>
                    <a:lnB>
                      <a:noFill/>
                    </a:lnB>
                    <a:solidFill>
                      <a:srgbClr val="F9B1B4"/>
                    </a:solid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FBDBDE"/>
                    </a:solidFill>
                  </a:tcPr>
                </a:tc>
                <a:extLst>
                  <a:ext uri="{0D108BD9-81ED-4DB2-BD59-A6C34878D82A}">
                    <a16:rowId xmlns:a16="http://schemas.microsoft.com/office/drawing/2014/main" val="522280804"/>
                  </a:ext>
                </a:extLst>
              </a:tr>
              <a:tr h="134255">
                <a:tc>
                  <a:txBody>
                    <a:bodyPr/>
                    <a:lstStyle/>
                    <a:p>
                      <a:pPr algn="ctr" fontAlgn="b">
                        <a:buNone/>
                      </a:pPr>
                      <a:r>
                        <a:rPr lang="pt-BR" sz="800" b="0" i="0" u="none" strike="noStrike">
                          <a:effectLst/>
                          <a:latin typeface="Roboto Light" panose="02000000000000000000" pitchFamily="2" charset="0"/>
                        </a:rPr>
                        <a:t>Oil, Gas &amp; Petrochemicals</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8</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-0.8</a:t>
                      </a:r>
                    </a:p>
                  </a:txBody>
                  <a:tcPr marL="5837" marR="5837" marT="5837" marB="0" anchor="ctr">
                    <a:lnL>
                      <a:noFill/>
                    </a:lnL>
                    <a:lnR>
                      <a:noFill/>
                    </a:lnR>
                    <a:lnT>
                      <a:noFill/>
                    </a:lnT>
                    <a:lnB>
                      <a:noFill/>
                    </a:lnB>
                    <a:solidFill>
                      <a:srgbClr val="F9A7A9"/>
                    </a:solidFill>
                  </a:tcPr>
                </a:tc>
                <a:tc>
                  <a:txBody>
                    <a:bodyPr/>
                    <a:lstStyle/>
                    <a:p>
                      <a:pPr algn="ctr" fontAlgn="ctr">
                        <a:buNone/>
                      </a:pPr>
                      <a:r>
                        <a:rPr lang="pt-BR" sz="800" b="0" i="0" u="none" strike="noStrike">
                          <a:effectLst/>
                          <a:latin typeface="Roboto Light" panose="02000000000000000000" pitchFamily="2" charset="0"/>
                        </a:rPr>
                        <a:t>-0.2</a:t>
                      </a:r>
                    </a:p>
                  </a:txBody>
                  <a:tcPr marL="5837" marR="5837" marT="5837" marB="0" anchor="ctr">
                    <a:lnL>
                      <a:noFill/>
                    </a:lnL>
                    <a:lnR>
                      <a:noFill/>
                    </a:lnR>
                    <a:lnT>
                      <a:noFill/>
                    </a:lnT>
                    <a:lnB>
                      <a:noFill/>
                    </a:lnB>
                    <a:solidFill>
                      <a:srgbClr val="FBFCFE"/>
                    </a:solidFill>
                  </a:tcPr>
                </a:tc>
                <a:tc>
                  <a:txBody>
                    <a:bodyPr/>
                    <a:lstStyle/>
                    <a:p>
                      <a:pPr algn="ctr" fontAlgn="ctr">
                        <a:buNone/>
                      </a:pPr>
                      <a:r>
                        <a:rPr lang="pt-BR" sz="800" b="0" i="0" u="none" strike="noStrike">
                          <a:effectLst/>
                          <a:latin typeface="Roboto Light" panose="02000000000000000000" pitchFamily="2" charset="0"/>
                        </a:rPr>
                        <a:t>-0.3</a:t>
                      </a:r>
                    </a:p>
                  </a:txBody>
                  <a:tcPr marL="5837" marR="5837" marT="5837" marB="0" anchor="ctr">
                    <a:lnL>
                      <a:noFill/>
                    </a:lnL>
                    <a:lnR>
                      <a:noFill/>
                    </a:lnR>
                    <a:lnT>
                      <a:noFill/>
                    </a:lnT>
                    <a:lnB>
                      <a:noFill/>
                    </a:lnB>
                    <a:solidFill>
                      <a:srgbClr val="FBECEE"/>
                    </a:solid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FBD9DC"/>
                    </a:solidFill>
                  </a:tcPr>
                </a:tc>
                <a:extLst>
                  <a:ext uri="{0D108BD9-81ED-4DB2-BD59-A6C34878D82A}">
                    <a16:rowId xmlns:a16="http://schemas.microsoft.com/office/drawing/2014/main" val="1367244073"/>
                  </a:ext>
                </a:extLst>
              </a:tr>
              <a:tr h="134255">
                <a:tc>
                  <a:txBody>
                    <a:bodyPr/>
                    <a:lstStyle/>
                    <a:p>
                      <a:pPr algn="ctr" fontAlgn="b">
                        <a:buNone/>
                      </a:pPr>
                      <a:r>
                        <a:rPr lang="pt-BR" sz="800" b="0" i="0" u="none" strike="noStrike">
                          <a:effectLst/>
                          <a:latin typeface="Roboto Light" panose="02000000000000000000" pitchFamily="2" charset="0"/>
                        </a:rPr>
                        <a:t>Pulp &amp; Paper</a:t>
                      </a:r>
                    </a:p>
                  </a:txBody>
                  <a:tcPr marL="5837" marR="5837" marT="5837" marB="0" anchor="b">
                    <a:lnL>
                      <a:noFill/>
                    </a:lnL>
                    <a:lnR>
                      <a:noFill/>
                    </a:lnR>
                    <a:lnT>
                      <a:noFill/>
                    </a:lnT>
                    <a:lnB>
                      <a:noFill/>
                    </a:lnB>
                    <a:noFill/>
                  </a:tcPr>
                </a:tc>
                <a:tc>
                  <a:txBody>
                    <a:bodyPr/>
                    <a:lstStyle/>
                    <a:p>
                      <a:pPr algn="ctr" fontAlgn="b">
                        <a:buNone/>
                      </a:pPr>
                      <a:r>
                        <a:rPr lang="pt-BR" sz="800" b="0" i="0" u="none" strike="noStrike">
                          <a:effectLst/>
                          <a:latin typeface="Roboto Light" panose="02000000000000000000" pitchFamily="2" charset="0"/>
                        </a:rPr>
                        <a:t>3</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-0.6</a:t>
                      </a:r>
                    </a:p>
                  </a:txBody>
                  <a:tcPr marL="5837" marR="5837" marT="5837" marB="0" anchor="ctr">
                    <a:lnL>
                      <a:noFill/>
                    </a:lnL>
                    <a:lnR>
                      <a:noFill/>
                    </a:lnR>
                    <a:lnT>
                      <a:noFill/>
                    </a:lnT>
                    <a:lnB>
                      <a:noFill/>
                    </a:lnB>
                    <a:solidFill>
                      <a:srgbClr val="FAC0C2"/>
                    </a:solidFill>
                  </a:tcPr>
                </a:tc>
                <a:tc>
                  <a:txBody>
                    <a:bodyPr/>
                    <a:lstStyle/>
                    <a:p>
                      <a:pPr algn="ctr" fontAlgn="ctr">
                        <a:buNone/>
                      </a:pPr>
                      <a:r>
                        <a:rPr lang="pt-BR" sz="800" b="0" i="0" u="none" strike="noStrike">
                          <a:effectLst/>
                          <a:latin typeface="Roboto Light" panose="02000000000000000000" pitchFamily="2" charset="0"/>
                        </a:rPr>
                        <a:t>-0.4</a:t>
                      </a:r>
                    </a:p>
                  </a:txBody>
                  <a:tcPr marL="5837" marR="5837" marT="5837" marB="0" anchor="ctr">
                    <a:lnL>
                      <a:noFill/>
                    </a:lnL>
                    <a:lnR>
                      <a:noFill/>
                    </a:lnR>
                    <a:lnT>
                      <a:noFill/>
                    </a:lnT>
                    <a:lnB>
                      <a:noFill/>
                    </a:lnB>
                    <a:solidFill>
                      <a:srgbClr val="FBE6E9"/>
                    </a:solidFill>
                  </a:tcPr>
                </a:tc>
                <a:tc>
                  <a:txBody>
                    <a:bodyPr/>
                    <a:lstStyle/>
                    <a:p>
                      <a:pPr algn="ctr" fontAlgn="ctr">
                        <a:buNone/>
                      </a:pPr>
                      <a:r>
                        <a:rPr lang="pt-BR" sz="800" b="0" i="0" u="none" strike="noStrike">
                          <a:effectLst/>
                          <a:latin typeface="Roboto Light" panose="02000000000000000000" pitchFamily="2" charset="0"/>
                        </a:rPr>
                        <a:t>-1.0</a:t>
                      </a:r>
                    </a:p>
                  </a:txBody>
                  <a:tcPr marL="5837" marR="5837" marT="5837" marB="0" anchor="ctr">
                    <a:lnL>
                      <a:noFill/>
                    </a:lnL>
                    <a:lnR>
                      <a:noFill/>
                    </a:lnR>
                    <a:lnT>
                      <a:noFill/>
                    </a:lnT>
                    <a:lnB>
                      <a:noFill/>
                    </a:lnB>
                    <a:solidFill>
                      <a:srgbClr val="F98E90"/>
                    </a:solidFill>
                  </a:tcPr>
                </a:tc>
                <a:tc>
                  <a:txBody>
                    <a:bodyPr/>
                    <a:lstStyle/>
                    <a:p>
                      <a:pPr algn="ctr" fontAlgn="ctr">
                        <a:buNone/>
                      </a:pPr>
                      <a:r>
                        <a:rPr lang="pt-BR" sz="800" b="0" i="0" u="none" strike="noStrike">
                          <a:effectLst/>
                          <a:latin typeface="Roboto Light" panose="02000000000000000000" pitchFamily="2" charset="0"/>
                        </a:rPr>
                        <a:t>-0.7</a:t>
                      </a:r>
                    </a:p>
                  </a:txBody>
                  <a:tcPr marL="5837" marR="5837" marT="5837" marB="0" anchor="ctr">
                    <a:lnL>
                      <a:noFill/>
                    </a:lnL>
                    <a:lnR>
                      <a:noFill/>
                    </a:lnR>
                    <a:lnT>
                      <a:noFill/>
                    </a:lnT>
                    <a:lnB>
                      <a:noFill/>
                    </a:lnB>
                    <a:solidFill>
                      <a:srgbClr val="FABABC"/>
                    </a:solidFill>
                  </a:tcPr>
                </a:tc>
                <a:extLst>
                  <a:ext uri="{0D108BD9-81ED-4DB2-BD59-A6C34878D82A}">
                    <a16:rowId xmlns:a16="http://schemas.microsoft.com/office/drawing/2014/main" val="2412884725"/>
                  </a:ext>
                </a:extLst>
              </a:tr>
              <a:tr h="134255">
                <a:tc>
                  <a:txBody>
                    <a:bodyPr/>
                    <a:lstStyle/>
                    <a:p>
                      <a:pPr algn="ctr" fontAlgn="b">
                        <a:buNone/>
                      </a:pPr>
                      <a:r>
                        <a:rPr lang="pt-BR" sz="800" b="0" i="0" u="none" strike="noStrike">
                          <a:effectLst/>
                          <a:latin typeface="Roboto Light" panose="02000000000000000000" pitchFamily="2" charset="0"/>
                        </a:rPr>
                        <a:t>Metals &amp; Mining</a:t>
                      </a:r>
                    </a:p>
                  </a:txBody>
                  <a:tcPr marL="5837" marR="5837" marT="5837" marB="0" anchor="b">
                    <a:lnL>
                      <a:noFill/>
                    </a:lnL>
                    <a:lnR>
                      <a:noFill/>
                    </a:lnR>
                    <a:lnT>
                      <a:noFill/>
                    </a:lnT>
                    <a:lnB>
                      <a:noFill/>
                    </a:lnB>
                    <a:noFill/>
                  </a:tcPr>
                </a:tc>
                <a:tc>
                  <a:txBody>
                    <a:bodyPr/>
                    <a:lstStyle/>
                    <a:p>
                      <a:pPr algn="ctr" fontAlgn="b">
                        <a:buNone/>
                      </a:pPr>
                      <a:r>
                        <a:rPr lang="pt-BR" sz="800" b="0" i="0" u="none" strike="noStrike" dirty="0">
                          <a:effectLst/>
                          <a:latin typeface="Roboto Light" panose="02000000000000000000" pitchFamily="2" charset="0"/>
                        </a:rPr>
                        <a:t>5</a:t>
                      </a:r>
                    </a:p>
                  </a:txBody>
                  <a:tcPr marL="5837" marR="5837" marT="5837" marB="0" anchor="b">
                    <a:lnL>
                      <a:noFill/>
                    </a:lnL>
                    <a:lnR>
                      <a:noFill/>
                    </a:lnR>
                    <a:lnT>
                      <a:noFill/>
                    </a:lnT>
                    <a:lnB>
                      <a:noFill/>
                    </a:lnB>
                    <a:noFill/>
                  </a:tcPr>
                </a:tc>
                <a:tc>
                  <a:txBody>
                    <a:bodyPr/>
                    <a:lstStyle/>
                    <a:p>
                      <a:pPr algn="ctr" fontAlgn="ctr">
                        <a:buNone/>
                      </a:pPr>
                      <a:r>
                        <a:rPr lang="pt-BR" sz="800" b="0" i="0" u="none" strike="noStrike">
                          <a:effectLst/>
                          <a:latin typeface="Roboto Light" panose="02000000000000000000" pitchFamily="2" charset="0"/>
                        </a:rPr>
                        <a:t>-1.2</a:t>
                      </a:r>
                    </a:p>
                  </a:txBody>
                  <a:tcPr marL="5837" marR="5837" marT="5837" marB="0" anchor="ctr">
                    <a:lnL>
                      <a:noFill/>
                    </a:lnL>
                    <a:lnR>
                      <a:noFill/>
                    </a:lnR>
                    <a:lnT>
                      <a:noFill/>
                    </a:lnT>
                    <a:lnB>
                      <a:noFill/>
                    </a:lnB>
                    <a:solidFill>
                      <a:srgbClr val="F8696B"/>
                    </a:solidFill>
                  </a:tcPr>
                </a:tc>
                <a:tc>
                  <a:txBody>
                    <a:bodyPr/>
                    <a:lstStyle/>
                    <a:p>
                      <a:pPr algn="ctr" fontAlgn="ctr">
                        <a:buNone/>
                      </a:pPr>
                      <a:r>
                        <a:rPr lang="pt-BR" sz="800" b="0" i="0" u="none" strike="noStrike">
                          <a:effectLst/>
                          <a:latin typeface="Roboto Light" panose="02000000000000000000" pitchFamily="2" charset="0"/>
                        </a:rPr>
                        <a:t>-0.6</a:t>
                      </a:r>
                    </a:p>
                  </a:txBody>
                  <a:tcPr marL="5837" marR="5837" marT="5837" marB="0" anchor="ctr">
                    <a:lnL>
                      <a:noFill/>
                    </a:lnL>
                    <a:lnR>
                      <a:noFill/>
                    </a:lnR>
                    <a:lnT>
                      <a:noFill/>
                    </a:lnT>
                    <a:lnB>
                      <a:noFill/>
                    </a:lnB>
                    <a:solidFill>
                      <a:srgbClr val="FAC3C6"/>
                    </a:solidFill>
                  </a:tcPr>
                </a:tc>
                <a:tc>
                  <a:txBody>
                    <a:bodyPr/>
                    <a:lstStyle/>
                    <a:p>
                      <a:pPr algn="ctr" fontAlgn="ctr">
                        <a:buNone/>
                      </a:pPr>
                      <a:r>
                        <a:rPr lang="pt-BR" sz="800" b="0" i="0" u="none" strike="noStrike">
                          <a:effectLst/>
                          <a:latin typeface="Roboto Light" panose="02000000000000000000" pitchFamily="2" charset="0"/>
                        </a:rPr>
                        <a:t>-0.6</a:t>
                      </a:r>
                    </a:p>
                  </a:txBody>
                  <a:tcPr marL="5837" marR="5837" marT="5837" marB="0" anchor="ctr">
                    <a:lnL>
                      <a:noFill/>
                    </a:lnL>
                    <a:lnR>
                      <a:noFill/>
                    </a:lnR>
                    <a:lnT>
                      <a:noFill/>
                    </a:lnT>
                    <a:lnB>
                      <a:noFill/>
                    </a:lnB>
                    <a:solidFill>
                      <a:srgbClr val="FABCBF"/>
                    </a:solidFill>
                  </a:tcPr>
                </a:tc>
                <a:tc>
                  <a:txBody>
                    <a:bodyPr/>
                    <a:lstStyle/>
                    <a:p>
                      <a:pPr algn="ctr" fontAlgn="ctr">
                        <a:buNone/>
                      </a:pPr>
                      <a:r>
                        <a:rPr lang="pt-BR" sz="800" b="0" i="0" u="none" strike="noStrike" dirty="0">
                          <a:effectLst/>
                          <a:latin typeface="Roboto Light" panose="02000000000000000000" pitchFamily="2" charset="0"/>
                        </a:rPr>
                        <a:t>-0.8</a:t>
                      </a:r>
                    </a:p>
                  </a:txBody>
                  <a:tcPr marL="5837" marR="5837" marT="5837" marB="0" anchor="ctr">
                    <a:lnL>
                      <a:noFill/>
                    </a:lnL>
                    <a:lnR>
                      <a:noFill/>
                    </a:lnR>
                    <a:lnT>
                      <a:noFill/>
                    </a:lnT>
                    <a:lnB>
                      <a:noFill/>
                    </a:lnB>
                    <a:solidFill>
                      <a:srgbClr val="F9A1A3"/>
                    </a:solidFill>
                  </a:tcPr>
                </a:tc>
                <a:extLst>
                  <a:ext uri="{0D108BD9-81ED-4DB2-BD59-A6C34878D82A}">
                    <a16:rowId xmlns:a16="http://schemas.microsoft.com/office/drawing/2014/main" val="3666918225"/>
                  </a:ext>
                </a:extLst>
              </a:tr>
            </a:tbl>
          </a:graphicData>
        </a:graphic>
      </p:graphicFrame>
      <p:sp>
        <p:nvSpPr>
          <p:cNvPr id="25" name="Content Placeholder 4">
            <a:extLst>
              <a:ext uri="{FF2B5EF4-FFF2-40B4-BE49-F238E27FC236}">
                <a16:creationId xmlns:a16="http://schemas.microsoft.com/office/drawing/2014/main" id="{BC23E04D-98C1-2739-DF2E-6700E80470EC}"/>
              </a:ext>
            </a:extLst>
          </p:cNvPr>
          <p:cNvSpPr txBox="1">
            <a:spLocks/>
          </p:cNvSpPr>
          <p:nvPr/>
        </p:nvSpPr>
        <p:spPr>
          <a:xfrm>
            <a:off x="400825" y="6123012"/>
            <a:ext cx="60984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err="1"/>
              <a:t>Table</a:t>
            </a:r>
            <a:r>
              <a:rPr lang="pt-BR" dirty="0"/>
              <a:t> X: Out-</a:t>
            </a:r>
            <a:r>
              <a:rPr lang="pt-BR" dirty="0" err="1"/>
              <a:t>of</a:t>
            </a:r>
            <a:r>
              <a:rPr lang="pt-BR" dirty="0"/>
              <a:t>-Favor score </a:t>
            </a:r>
            <a:r>
              <a:rPr lang="pt-BR" dirty="0" err="1"/>
              <a:t>by</a:t>
            </a:r>
            <a:r>
              <a:rPr lang="pt-BR" dirty="0"/>
              <a:t> sector</a:t>
            </a:r>
          </a:p>
        </p:txBody>
      </p:sp>
      <p:graphicFrame>
        <p:nvGraphicFramePr>
          <p:cNvPr id="3" name="Chart 2">
            <a:extLst>
              <a:ext uri="{FF2B5EF4-FFF2-40B4-BE49-F238E27FC236}">
                <a16:creationId xmlns:a16="http://schemas.microsoft.com/office/drawing/2014/main" id="{34C776B7-4ADA-8D7F-C402-D22D2D94C640}"/>
              </a:ext>
            </a:extLst>
          </p:cNvPr>
          <p:cNvGraphicFramePr>
            <a:graphicFrameLocks/>
          </p:cNvGraphicFramePr>
          <p:nvPr>
            <p:extLst>
              <p:ext uri="{D42A27DB-BD31-4B8C-83A1-F6EECF244321}">
                <p14:modId xmlns:p14="http://schemas.microsoft.com/office/powerpoint/2010/main" val="2736085334"/>
              </p:ext>
            </p:extLst>
          </p:nvPr>
        </p:nvGraphicFramePr>
        <p:xfrm>
          <a:off x="405765" y="6416534"/>
          <a:ext cx="6093460" cy="2901447"/>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9A036CED-6843-4544-23C1-E325CF0D5C38}"/>
              </a:ext>
            </a:extLst>
          </p:cNvPr>
          <p:cNvSpPr/>
          <p:nvPr/>
        </p:nvSpPr>
        <p:spPr>
          <a:xfrm>
            <a:off x="3576680" y="6566259"/>
            <a:ext cx="2697118" cy="1195622"/>
          </a:xfrm>
          <a:prstGeom prst="rect">
            <a:avLst/>
          </a:prstGeom>
          <a:solidFill>
            <a:schemeClr val="accent3">
              <a:lumMod val="40000"/>
              <a:lumOff val="6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 name="Rectangle 4">
            <a:extLst>
              <a:ext uri="{FF2B5EF4-FFF2-40B4-BE49-F238E27FC236}">
                <a16:creationId xmlns:a16="http://schemas.microsoft.com/office/drawing/2014/main" id="{AE19619E-6F9B-6733-0D5D-C9415C67435F}"/>
              </a:ext>
            </a:extLst>
          </p:cNvPr>
          <p:cNvSpPr/>
          <p:nvPr/>
        </p:nvSpPr>
        <p:spPr>
          <a:xfrm>
            <a:off x="950736" y="7761880"/>
            <a:ext cx="2625944" cy="1131208"/>
          </a:xfrm>
          <a:prstGeom prst="rect">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849523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4B3DC07-5667-98A0-7293-158C4F51C38B}"/>
              </a:ext>
            </a:extLst>
          </p:cNvPr>
          <p:cNvSpPr>
            <a:spLocks noGrp="1"/>
          </p:cNvSpPr>
          <p:nvPr>
            <p:ph type="body" sz="quarter" idx="20"/>
          </p:nvPr>
        </p:nvSpPr>
        <p:spPr>
          <a:noFill/>
        </p:spPr>
        <p:txBody>
          <a:bodyPr/>
          <a:lstStyle/>
          <a:p>
            <a:endParaRPr lang="pt-BR" dirty="0"/>
          </a:p>
        </p:txBody>
      </p:sp>
      <p:sp>
        <p:nvSpPr>
          <p:cNvPr id="5" name="Content Placeholder 4">
            <a:extLst>
              <a:ext uri="{FF2B5EF4-FFF2-40B4-BE49-F238E27FC236}">
                <a16:creationId xmlns:a16="http://schemas.microsoft.com/office/drawing/2014/main" id="{0F191BFD-08E8-360E-298A-8FCFAB57A8DB}"/>
              </a:ext>
            </a:extLst>
          </p:cNvPr>
          <p:cNvSpPr>
            <a:spLocks noGrp="1"/>
          </p:cNvSpPr>
          <p:nvPr>
            <p:ph sz="quarter" idx="23"/>
          </p:nvPr>
        </p:nvSpPr>
        <p:spPr>
          <a:xfrm>
            <a:off x="382829" y="7623226"/>
            <a:ext cx="2938221" cy="230832"/>
          </a:xfrm>
        </p:spPr>
        <p:txBody>
          <a:bodyPr/>
          <a:lstStyle/>
          <a:p>
            <a:r>
              <a:rPr lang="pt-BR" dirty="0"/>
              <a:t>Chart X: </a:t>
            </a:r>
            <a:r>
              <a:rPr lang="pt-BR" dirty="0" err="1"/>
              <a:t>Component</a:t>
            </a:r>
            <a:r>
              <a:rPr lang="pt-BR" dirty="0"/>
              <a:t> 2 – Momentum </a:t>
            </a:r>
            <a:r>
              <a:rPr lang="pt-BR" dirty="0" err="1"/>
              <a:t>divergence</a:t>
            </a:r>
            <a:r>
              <a:rPr lang="pt-BR" dirty="0"/>
              <a:t>   </a:t>
            </a:r>
          </a:p>
        </p:txBody>
      </p:sp>
      <p:sp>
        <p:nvSpPr>
          <p:cNvPr id="6" name="Content Placeholder 5">
            <a:extLst>
              <a:ext uri="{FF2B5EF4-FFF2-40B4-BE49-F238E27FC236}">
                <a16:creationId xmlns:a16="http://schemas.microsoft.com/office/drawing/2014/main" id="{200F2592-5A4F-740B-5E8B-4A0BA7505614}"/>
              </a:ext>
            </a:extLst>
          </p:cNvPr>
          <p:cNvSpPr>
            <a:spLocks noGrp="1"/>
          </p:cNvSpPr>
          <p:nvPr>
            <p:ph sz="quarter" idx="24"/>
          </p:nvPr>
        </p:nvSpPr>
        <p:spPr>
          <a:xfrm>
            <a:off x="3552750" y="7623226"/>
            <a:ext cx="2949758" cy="230832"/>
          </a:xfrm>
        </p:spPr>
        <p:txBody>
          <a:bodyPr/>
          <a:lstStyle/>
          <a:p>
            <a:r>
              <a:rPr lang="pt-BR" dirty="0"/>
              <a:t>Chart X: </a:t>
            </a:r>
            <a:r>
              <a:rPr lang="pt-BR" dirty="0" err="1"/>
              <a:t>Component</a:t>
            </a:r>
            <a:r>
              <a:rPr lang="pt-BR" dirty="0"/>
              <a:t> 3 – Short </a:t>
            </a:r>
            <a:r>
              <a:rPr lang="pt-BR" dirty="0" err="1"/>
              <a:t>interest</a:t>
            </a:r>
            <a:r>
              <a:rPr lang="pt-BR" dirty="0"/>
              <a:t> </a:t>
            </a:r>
            <a:r>
              <a:rPr lang="pt-BR" dirty="0" err="1"/>
              <a:t>divergence</a:t>
            </a:r>
            <a:r>
              <a:rPr lang="pt-BR" dirty="0"/>
              <a:t>     </a:t>
            </a:r>
          </a:p>
        </p:txBody>
      </p:sp>
      <p:sp>
        <p:nvSpPr>
          <p:cNvPr id="9" name="Content Placeholder 8">
            <a:extLst>
              <a:ext uri="{FF2B5EF4-FFF2-40B4-BE49-F238E27FC236}">
                <a16:creationId xmlns:a16="http://schemas.microsoft.com/office/drawing/2014/main" id="{D8139D4B-4718-DA2A-9225-2F5150515B78}"/>
              </a:ext>
            </a:extLst>
          </p:cNvPr>
          <p:cNvSpPr>
            <a:spLocks noGrp="1"/>
          </p:cNvSpPr>
          <p:nvPr>
            <p:ph sz="quarter" idx="27"/>
          </p:nvPr>
        </p:nvSpPr>
        <p:spPr>
          <a:xfrm>
            <a:off x="377824" y="5684363"/>
            <a:ext cx="6098400" cy="230832"/>
          </a:xfrm>
        </p:spPr>
        <p:txBody>
          <a:bodyPr/>
          <a:lstStyle/>
          <a:p>
            <a:r>
              <a:rPr lang="pt-BR" dirty="0"/>
              <a:t>Chart X: </a:t>
            </a:r>
            <a:r>
              <a:rPr lang="pt-BR" dirty="0" err="1"/>
              <a:t>Component</a:t>
            </a:r>
            <a:r>
              <a:rPr lang="pt-BR" dirty="0"/>
              <a:t> 1 – </a:t>
            </a:r>
            <a:r>
              <a:rPr lang="pt-BR" dirty="0" err="1"/>
              <a:t>Valuation</a:t>
            </a:r>
            <a:r>
              <a:rPr lang="pt-BR" dirty="0"/>
              <a:t> </a:t>
            </a:r>
            <a:r>
              <a:rPr lang="pt-BR" dirty="0" err="1"/>
              <a:t>divergence</a:t>
            </a:r>
            <a:r>
              <a:rPr lang="pt-BR" dirty="0"/>
              <a:t>  </a:t>
            </a:r>
          </a:p>
        </p:txBody>
      </p:sp>
      <p:sp>
        <p:nvSpPr>
          <p:cNvPr id="12" name="Content Placeholder 11">
            <a:extLst>
              <a:ext uri="{FF2B5EF4-FFF2-40B4-BE49-F238E27FC236}">
                <a16:creationId xmlns:a16="http://schemas.microsoft.com/office/drawing/2014/main" id="{4878ADF2-F0F7-761F-9580-3F234D9C3D99}"/>
              </a:ext>
            </a:extLst>
          </p:cNvPr>
          <p:cNvSpPr>
            <a:spLocks noGrp="1"/>
          </p:cNvSpPr>
          <p:nvPr>
            <p:ph sz="quarter" idx="30"/>
          </p:nvPr>
        </p:nvSpPr>
        <p:spPr>
          <a:xfrm>
            <a:off x="382829" y="3656560"/>
            <a:ext cx="6099547" cy="230832"/>
          </a:xfrm>
        </p:spPr>
        <p:txBody>
          <a:bodyPr/>
          <a:lstStyle/>
          <a:p>
            <a:r>
              <a:rPr lang="pt-BR" dirty="0"/>
              <a:t>Chart X: XP </a:t>
            </a:r>
            <a:r>
              <a:rPr lang="pt-BR" dirty="0" err="1"/>
              <a:t>Divergence</a:t>
            </a:r>
            <a:r>
              <a:rPr lang="pt-BR" dirty="0"/>
              <a:t> Index </a:t>
            </a:r>
          </a:p>
        </p:txBody>
      </p:sp>
      <p:sp>
        <p:nvSpPr>
          <p:cNvPr id="13" name="Text Placeholder 12">
            <a:extLst>
              <a:ext uri="{FF2B5EF4-FFF2-40B4-BE49-F238E27FC236}">
                <a16:creationId xmlns:a16="http://schemas.microsoft.com/office/drawing/2014/main" id="{BD0ED51C-48FC-31BE-7118-46408AF689C8}"/>
              </a:ext>
            </a:extLst>
          </p:cNvPr>
          <p:cNvSpPr>
            <a:spLocks noGrp="1"/>
          </p:cNvSpPr>
          <p:nvPr>
            <p:ph type="body" sz="quarter" idx="16"/>
          </p:nvPr>
        </p:nvSpPr>
        <p:spPr/>
        <p:txBody>
          <a:bodyPr/>
          <a:lstStyle/>
          <a:p>
            <a:r>
              <a:rPr lang="pt-BR" dirty="0" err="1"/>
              <a:t>Bottom</a:t>
            </a:r>
            <a:r>
              <a:rPr lang="pt-BR" dirty="0"/>
              <a:t> </a:t>
            </a:r>
            <a:r>
              <a:rPr lang="pt-BR" dirty="0" err="1"/>
              <a:t>Fishing</a:t>
            </a:r>
            <a:r>
              <a:rPr lang="pt-BR" dirty="0"/>
              <a:t> </a:t>
            </a:r>
            <a:r>
              <a:rPr lang="pt-BR" dirty="0" err="1"/>
              <a:t>Brazilian</a:t>
            </a:r>
            <a:r>
              <a:rPr lang="pt-BR" dirty="0"/>
              <a:t> </a:t>
            </a:r>
            <a:r>
              <a:rPr lang="pt-BR" dirty="0" err="1"/>
              <a:t>Equities</a:t>
            </a:r>
            <a:endParaRPr lang="pt-BR" dirty="0"/>
          </a:p>
        </p:txBody>
      </p:sp>
      <p:sp>
        <p:nvSpPr>
          <p:cNvPr id="14" name="Text Placeholder 13">
            <a:extLst>
              <a:ext uri="{FF2B5EF4-FFF2-40B4-BE49-F238E27FC236}">
                <a16:creationId xmlns:a16="http://schemas.microsoft.com/office/drawing/2014/main" id="{CEB76AC4-6C15-CB98-AC63-FBF22854878D}"/>
              </a:ext>
            </a:extLst>
          </p:cNvPr>
          <p:cNvSpPr>
            <a:spLocks noGrp="1"/>
          </p:cNvSpPr>
          <p:nvPr>
            <p:ph type="body" sz="quarter" idx="17"/>
          </p:nvPr>
        </p:nvSpPr>
        <p:spPr/>
        <p:txBody>
          <a:bodyPr/>
          <a:lstStyle/>
          <a:p>
            <a:endParaRPr lang="pt-BR"/>
          </a:p>
        </p:txBody>
      </p:sp>
      <p:sp>
        <p:nvSpPr>
          <p:cNvPr id="15" name="Text Placeholder 14">
            <a:extLst>
              <a:ext uri="{FF2B5EF4-FFF2-40B4-BE49-F238E27FC236}">
                <a16:creationId xmlns:a16="http://schemas.microsoft.com/office/drawing/2014/main" id="{98DFC704-5252-C6FB-ED1C-76038C60FDEC}"/>
              </a:ext>
            </a:extLst>
          </p:cNvPr>
          <p:cNvSpPr>
            <a:spLocks noGrp="1"/>
          </p:cNvSpPr>
          <p:nvPr>
            <p:ph type="body" sz="quarter" idx="31"/>
          </p:nvPr>
        </p:nvSpPr>
        <p:spPr/>
        <p:txBody>
          <a:bodyPr/>
          <a:lstStyle/>
          <a:p>
            <a:r>
              <a:rPr lang="pt-BR" dirty="0" err="1"/>
              <a:t>Source</a:t>
            </a:r>
            <a:r>
              <a:rPr lang="pt-BR" dirty="0"/>
              <a:t>: Economatica, XP Research.</a:t>
            </a:r>
          </a:p>
        </p:txBody>
      </p:sp>
      <p:sp>
        <p:nvSpPr>
          <p:cNvPr id="16" name="Date Placeholder 15">
            <a:extLst>
              <a:ext uri="{FF2B5EF4-FFF2-40B4-BE49-F238E27FC236}">
                <a16:creationId xmlns:a16="http://schemas.microsoft.com/office/drawing/2014/main" id="{49C5BF09-0ECD-30E4-58BA-2311F2EC8B8D}"/>
              </a:ext>
            </a:extLst>
          </p:cNvPr>
          <p:cNvSpPr>
            <a:spLocks noGrp="1"/>
          </p:cNvSpPr>
          <p:nvPr>
            <p:ph type="dt" sz="half" idx="2"/>
          </p:nvPr>
        </p:nvSpPr>
        <p:spPr/>
        <p:txBody>
          <a:bodyPr/>
          <a:lstStyle/>
          <a:p>
            <a:fld id="{8BA8F4B9-B6C6-4F2E-BC07-C261BB51569F}" type="datetime4">
              <a:rPr lang="en-US" smtClean="0"/>
              <a:pPr/>
              <a:t>August 21, 2026</a:t>
            </a:fld>
            <a:endParaRPr lang="en-US"/>
          </a:p>
        </p:txBody>
      </p:sp>
      <p:graphicFrame>
        <p:nvGraphicFramePr>
          <p:cNvPr id="17" name="Content Placeholder 16">
            <a:extLst>
              <a:ext uri="{FF2B5EF4-FFF2-40B4-BE49-F238E27FC236}">
                <a16:creationId xmlns:a16="http://schemas.microsoft.com/office/drawing/2014/main" id="{554D5647-EDE7-563C-BD31-49785207C06A}"/>
              </a:ext>
            </a:extLst>
          </p:cNvPr>
          <p:cNvGraphicFramePr>
            <a:graphicFrameLocks noGrp="1"/>
          </p:cNvGraphicFramePr>
          <p:nvPr>
            <p:ph sz="quarter" idx="29"/>
            <p:extLst>
              <p:ext uri="{D42A27DB-BD31-4B8C-83A1-F6EECF244321}">
                <p14:modId xmlns:p14="http://schemas.microsoft.com/office/powerpoint/2010/main" val="746222910"/>
              </p:ext>
            </p:extLst>
          </p:nvPr>
        </p:nvGraphicFramePr>
        <p:xfrm>
          <a:off x="382588" y="3982641"/>
          <a:ext cx="6105525" cy="165256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4" name="Content Placeholder 23">
            <a:extLst>
              <a:ext uri="{FF2B5EF4-FFF2-40B4-BE49-F238E27FC236}">
                <a16:creationId xmlns:a16="http://schemas.microsoft.com/office/drawing/2014/main" id="{FD5C7C7A-17A0-4C33-A8F3-B2AC101C523D}"/>
              </a:ext>
            </a:extLst>
          </p:cNvPr>
          <p:cNvGraphicFramePr>
            <a:graphicFrameLocks noGrp="1"/>
          </p:cNvGraphicFramePr>
          <p:nvPr>
            <p:ph sz="quarter" idx="25"/>
            <p:extLst>
              <p:ext uri="{D42A27DB-BD31-4B8C-83A1-F6EECF244321}">
                <p14:modId xmlns:p14="http://schemas.microsoft.com/office/powerpoint/2010/main" val="310456247"/>
              </p:ext>
            </p:extLst>
          </p:nvPr>
        </p:nvGraphicFramePr>
        <p:xfrm>
          <a:off x="377825" y="6002767"/>
          <a:ext cx="6068038" cy="148388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 name="Content Placeholder 25">
            <a:extLst>
              <a:ext uri="{FF2B5EF4-FFF2-40B4-BE49-F238E27FC236}">
                <a16:creationId xmlns:a16="http://schemas.microsoft.com/office/drawing/2014/main" id="{663ADF51-37B7-4F42-9736-D31173EA01B4}"/>
              </a:ext>
            </a:extLst>
          </p:cNvPr>
          <p:cNvGraphicFramePr>
            <a:graphicFrameLocks noGrp="1"/>
          </p:cNvGraphicFramePr>
          <p:nvPr>
            <p:ph sz="quarter" idx="21"/>
            <p:extLst>
              <p:ext uri="{D42A27DB-BD31-4B8C-83A1-F6EECF244321}">
                <p14:modId xmlns:p14="http://schemas.microsoft.com/office/powerpoint/2010/main" val="843146364"/>
              </p:ext>
            </p:extLst>
          </p:nvPr>
        </p:nvGraphicFramePr>
        <p:xfrm>
          <a:off x="382588" y="7896225"/>
          <a:ext cx="2938462" cy="155733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9" name="Content Placeholder 24">
            <a:extLst>
              <a:ext uri="{FF2B5EF4-FFF2-40B4-BE49-F238E27FC236}">
                <a16:creationId xmlns:a16="http://schemas.microsoft.com/office/drawing/2014/main" id="{C699F515-A811-F481-C037-18BD5DD61FFE}"/>
              </a:ext>
            </a:extLst>
          </p:cNvPr>
          <p:cNvGraphicFramePr>
            <a:graphicFrameLocks noGrp="1"/>
          </p:cNvGraphicFramePr>
          <p:nvPr>
            <p:ph sz="quarter" idx="22"/>
            <p:extLst>
              <p:ext uri="{D42A27DB-BD31-4B8C-83A1-F6EECF244321}">
                <p14:modId xmlns:p14="http://schemas.microsoft.com/office/powerpoint/2010/main" val="3605094822"/>
              </p:ext>
            </p:extLst>
          </p:nvPr>
        </p:nvGraphicFramePr>
        <p:xfrm>
          <a:off x="3536950" y="7896225"/>
          <a:ext cx="2965450" cy="1557338"/>
        </p:xfrm>
        <a:graphic>
          <a:graphicData uri="http://schemas.openxmlformats.org/drawingml/2006/chart">
            <c:chart xmlns:c="http://schemas.openxmlformats.org/drawingml/2006/chart" xmlns:r="http://schemas.openxmlformats.org/officeDocument/2006/relationships" r:id="rId5"/>
          </a:graphicData>
        </a:graphic>
      </p:graphicFrame>
      <p:sp>
        <p:nvSpPr>
          <p:cNvPr id="32" name="TextBox 1">
            <a:extLst>
              <a:ext uri="{FF2B5EF4-FFF2-40B4-BE49-F238E27FC236}">
                <a16:creationId xmlns:a16="http://schemas.microsoft.com/office/drawing/2014/main" id="{4834EA12-2356-F4BD-3BDB-AC3680A76818}"/>
              </a:ext>
            </a:extLst>
          </p:cNvPr>
          <p:cNvSpPr txBox="1"/>
          <p:nvPr/>
        </p:nvSpPr>
        <p:spPr>
          <a:xfrm>
            <a:off x="500486" y="4031794"/>
            <a:ext cx="1518669" cy="26973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pt-BR" sz="900" dirty="0">
                <a:ln>
                  <a:noFill/>
                </a:ln>
                <a:latin typeface="Roboto  "/>
              </a:rPr>
              <a:t>Higher</a:t>
            </a:r>
            <a:r>
              <a:rPr lang="pt-BR" sz="900" baseline="0" dirty="0">
                <a:ln>
                  <a:noFill/>
                </a:ln>
                <a:latin typeface="Roboto  "/>
              </a:rPr>
              <a:t> </a:t>
            </a:r>
            <a:r>
              <a:rPr lang="pt-BR" sz="900" baseline="0" dirty="0" err="1">
                <a:ln>
                  <a:noFill/>
                </a:ln>
                <a:latin typeface="Roboto  "/>
              </a:rPr>
              <a:t>divergence</a:t>
            </a:r>
            <a:endParaRPr lang="pt-BR" sz="900" dirty="0">
              <a:ln>
                <a:noFill/>
              </a:ln>
              <a:latin typeface="Roboto  "/>
            </a:endParaRPr>
          </a:p>
        </p:txBody>
      </p:sp>
      <p:cxnSp>
        <p:nvCxnSpPr>
          <p:cNvPr id="33" name="Straight Arrow Connector 32">
            <a:extLst>
              <a:ext uri="{FF2B5EF4-FFF2-40B4-BE49-F238E27FC236}">
                <a16:creationId xmlns:a16="http://schemas.microsoft.com/office/drawing/2014/main" id="{9CF29C96-8F81-FED5-D441-945FA902491F}"/>
              </a:ext>
            </a:extLst>
          </p:cNvPr>
          <p:cNvCxnSpPr/>
          <p:nvPr/>
        </p:nvCxnSpPr>
        <p:spPr>
          <a:xfrm flipV="1">
            <a:off x="691186" y="3982641"/>
            <a:ext cx="0" cy="288000"/>
          </a:xfrm>
          <a:prstGeom prst="straightConnector1">
            <a:avLst/>
          </a:prstGeom>
          <a:ln w="47625">
            <a:solidFill>
              <a:srgbClr val="1F2F44"/>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1">
            <a:extLst>
              <a:ext uri="{FF2B5EF4-FFF2-40B4-BE49-F238E27FC236}">
                <a16:creationId xmlns:a16="http://schemas.microsoft.com/office/drawing/2014/main" id="{C7059C5B-732F-0B24-C821-2085A9EF05C7}"/>
              </a:ext>
            </a:extLst>
          </p:cNvPr>
          <p:cNvSpPr txBox="1"/>
          <p:nvPr/>
        </p:nvSpPr>
        <p:spPr>
          <a:xfrm>
            <a:off x="500486" y="5204673"/>
            <a:ext cx="1518669" cy="26973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pt-BR" sz="900" dirty="0">
                <a:ln>
                  <a:noFill/>
                </a:ln>
                <a:latin typeface="Roboto  "/>
              </a:rPr>
              <a:t>Lower</a:t>
            </a:r>
            <a:r>
              <a:rPr lang="pt-BR" sz="900" baseline="0" dirty="0">
                <a:ln>
                  <a:noFill/>
                </a:ln>
                <a:latin typeface="Roboto  "/>
              </a:rPr>
              <a:t> </a:t>
            </a:r>
            <a:r>
              <a:rPr lang="pt-BR" sz="900" baseline="0" dirty="0" err="1">
                <a:ln>
                  <a:noFill/>
                </a:ln>
                <a:latin typeface="Roboto  "/>
              </a:rPr>
              <a:t>divergence</a:t>
            </a:r>
            <a:endParaRPr lang="pt-BR" sz="900" dirty="0">
              <a:ln>
                <a:noFill/>
              </a:ln>
              <a:latin typeface="Roboto  "/>
            </a:endParaRPr>
          </a:p>
        </p:txBody>
      </p:sp>
      <p:cxnSp>
        <p:nvCxnSpPr>
          <p:cNvPr id="36" name="Straight Arrow Connector 35">
            <a:extLst>
              <a:ext uri="{FF2B5EF4-FFF2-40B4-BE49-F238E27FC236}">
                <a16:creationId xmlns:a16="http://schemas.microsoft.com/office/drawing/2014/main" id="{BBA7A5D1-13C4-EF6C-8FAF-DDF23A715600}"/>
              </a:ext>
            </a:extLst>
          </p:cNvPr>
          <p:cNvCxnSpPr>
            <a:cxnSpLocks/>
          </p:cNvCxnSpPr>
          <p:nvPr/>
        </p:nvCxnSpPr>
        <p:spPr>
          <a:xfrm rot="10800000" flipV="1">
            <a:off x="691186" y="5121485"/>
            <a:ext cx="0" cy="288000"/>
          </a:xfrm>
          <a:prstGeom prst="straightConnector1">
            <a:avLst/>
          </a:prstGeom>
          <a:ln w="47625">
            <a:solidFill>
              <a:srgbClr val="1F2F4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8388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DA628-179F-BEE7-9203-7C35534E47CF}"/>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BEF7CBFA-CC3B-16B0-259A-F4A0563C822E}"/>
              </a:ext>
            </a:extLst>
          </p:cNvPr>
          <p:cNvSpPr>
            <a:spLocks noGrp="1"/>
          </p:cNvSpPr>
          <p:nvPr>
            <p:ph type="body" sz="quarter" idx="11"/>
          </p:nvPr>
        </p:nvSpPr>
        <p:spPr>
          <a:xfrm>
            <a:off x="368299" y="1928155"/>
            <a:ext cx="5777007" cy="458908"/>
          </a:xfrm>
        </p:spPr>
        <p:txBody>
          <a:bodyPr/>
          <a:lstStyle/>
          <a:p>
            <a:r>
              <a:rPr lang="pt-BR" dirty="0" err="1"/>
              <a:t>Is</a:t>
            </a:r>
            <a:r>
              <a:rPr lang="pt-BR" dirty="0"/>
              <a:t> it a </a:t>
            </a:r>
            <a:r>
              <a:rPr lang="pt-BR" dirty="0" err="1"/>
              <a:t>good</a:t>
            </a:r>
            <a:r>
              <a:rPr lang="pt-BR" dirty="0"/>
              <a:t> </a:t>
            </a:r>
            <a:r>
              <a:rPr lang="pt-BR" dirty="0" err="1"/>
              <a:t>strategy</a:t>
            </a:r>
            <a:r>
              <a:rPr lang="pt-BR" dirty="0"/>
              <a:t> </a:t>
            </a:r>
            <a:r>
              <a:rPr lang="pt-BR" dirty="0" err="1"/>
              <a:t>to</a:t>
            </a:r>
            <a:r>
              <a:rPr lang="pt-BR" dirty="0"/>
              <a:t> </a:t>
            </a:r>
            <a:r>
              <a:rPr lang="pt-BR" dirty="0" err="1"/>
              <a:t>buy</a:t>
            </a:r>
            <a:r>
              <a:rPr lang="pt-BR" dirty="0"/>
              <a:t> </a:t>
            </a:r>
            <a:r>
              <a:rPr lang="pt-BR" dirty="0" err="1"/>
              <a:t>the</a:t>
            </a:r>
            <a:r>
              <a:rPr lang="pt-BR" dirty="0"/>
              <a:t> </a:t>
            </a:r>
            <a:r>
              <a:rPr lang="pt-BR" dirty="0" err="1"/>
              <a:t>losers</a:t>
            </a:r>
            <a:r>
              <a:rPr lang="pt-BR" dirty="0"/>
              <a:t> </a:t>
            </a:r>
            <a:r>
              <a:rPr lang="pt-BR" dirty="0" err="1"/>
              <a:t>and</a:t>
            </a:r>
            <a:r>
              <a:rPr lang="pt-BR" dirty="0"/>
              <a:t> </a:t>
            </a:r>
            <a:r>
              <a:rPr lang="pt-BR" dirty="0" err="1"/>
              <a:t>sell</a:t>
            </a:r>
            <a:r>
              <a:rPr lang="pt-BR" dirty="0"/>
              <a:t> </a:t>
            </a:r>
            <a:r>
              <a:rPr lang="pt-BR" dirty="0" err="1"/>
              <a:t>the</a:t>
            </a:r>
            <a:r>
              <a:rPr lang="pt-BR" dirty="0"/>
              <a:t> </a:t>
            </a:r>
            <a:r>
              <a:rPr lang="pt-BR" dirty="0" err="1"/>
              <a:t>winners</a:t>
            </a:r>
            <a:r>
              <a:rPr lang="pt-BR" dirty="0"/>
              <a:t>?</a:t>
            </a:r>
          </a:p>
        </p:txBody>
      </p:sp>
      <p:sp>
        <p:nvSpPr>
          <p:cNvPr id="7" name="Text Placeholder 6">
            <a:extLst>
              <a:ext uri="{FF2B5EF4-FFF2-40B4-BE49-F238E27FC236}">
                <a16:creationId xmlns:a16="http://schemas.microsoft.com/office/drawing/2014/main" id="{AA37D95C-BF2E-A8AE-CF59-6E80D1A2E4C4}"/>
              </a:ext>
            </a:extLst>
          </p:cNvPr>
          <p:cNvSpPr>
            <a:spLocks noGrp="1"/>
          </p:cNvSpPr>
          <p:nvPr>
            <p:ph type="body" sz="quarter" idx="12"/>
          </p:nvPr>
        </p:nvSpPr>
        <p:spPr/>
        <p:txBody>
          <a:bodyPr/>
          <a:lstStyle/>
          <a:p>
            <a:r>
              <a:rPr lang="pt-BR" dirty="0" err="1"/>
              <a:t>Bottom</a:t>
            </a:r>
            <a:r>
              <a:rPr lang="pt-BR" dirty="0"/>
              <a:t> </a:t>
            </a:r>
            <a:r>
              <a:rPr lang="pt-BR" dirty="0" err="1"/>
              <a:t>Fishing</a:t>
            </a:r>
            <a:r>
              <a:rPr lang="pt-BR" dirty="0"/>
              <a:t> </a:t>
            </a:r>
            <a:r>
              <a:rPr lang="pt-BR" dirty="0" err="1"/>
              <a:t>Brazilian</a:t>
            </a:r>
            <a:r>
              <a:rPr lang="pt-BR" dirty="0"/>
              <a:t> </a:t>
            </a:r>
            <a:r>
              <a:rPr lang="pt-BR" dirty="0" err="1"/>
              <a:t>Equities</a:t>
            </a:r>
            <a:endParaRPr lang="pt-BR" dirty="0"/>
          </a:p>
        </p:txBody>
      </p:sp>
    </p:spTree>
    <p:extLst>
      <p:ext uri="{BB962C8B-B14F-4D97-AF65-F5344CB8AC3E}">
        <p14:creationId xmlns:p14="http://schemas.microsoft.com/office/powerpoint/2010/main" val="4213189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B7A2A-F67D-E86C-1147-5FCFC5B2D5A2}"/>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8E57E160-54DD-3A86-0C53-467E37283C98}"/>
              </a:ext>
            </a:extLst>
          </p:cNvPr>
          <p:cNvSpPr>
            <a:spLocks noGrp="1"/>
          </p:cNvSpPr>
          <p:nvPr>
            <p:ph type="body" sz="quarter" idx="11"/>
          </p:nvPr>
        </p:nvSpPr>
        <p:spPr>
          <a:xfrm>
            <a:off x="368299" y="1928155"/>
            <a:ext cx="5777007" cy="458908"/>
          </a:xfrm>
        </p:spPr>
        <p:txBody>
          <a:bodyPr/>
          <a:lstStyle/>
          <a:p>
            <a:r>
              <a:rPr lang="pt-BR" dirty="0" err="1"/>
              <a:t>Appendix</a:t>
            </a:r>
            <a:endParaRPr lang="pt-BR" dirty="0"/>
          </a:p>
        </p:txBody>
      </p:sp>
      <p:sp>
        <p:nvSpPr>
          <p:cNvPr id="7" name="Text Placeholder 6">
            <a:extLst>
              <a:ext uri="{FF2B5EF4-FFF2-40B4-BE49-F238E27FC236}">
                <a16:creationId xmlns:a16="http://schemas.microsoft.com/office/drawing/2014/main" id="{6EE70EC4-3C71-9187-8A21-80C7181A24AA}"/>
              </a:ext>
            </a:extLst>
          </p:cNvPr>
          <p:cNvSpPr>
            <a:spLocks noGrp="1"/>
          </p:cNvSpPr>
          <p:nvPr>
            <p:ph type="body" sz="quarter" idx="12"/>
          </p:nvPr>
        </p:nvSpPr>
        <p:spPr/>
        <p:txBody>
          <a:bodyPr/>
          <a:lstStyle/>
          <a:p>
            <a:r>
              <a:rPr lang="pt-BR" dirty="0" err="1"/>
              <a:t>Bottom</a:t>
            </a:r>
            <a:r>
              <a:rPr lang="pt-BR" dirty="0"/>
              <a:t> </a:t>
            </a:r>
            <a:r>
              <a:rPr lang="pt-BR" dirty="0" err="1"/>
              <a:t>Fishing</a:t>
            </a:r>
            <a:r>
              <a:rPr lang="pt-BR" dirty="0"/>
              <a:t> </a:t>
            </a:r>
            <a:r>
              <a:rPr lang="pt-BR" dirty="0" err="1"/>
              <a:t>Brazilian</a:t>
            </a:r>
            <a:r>
              <a:rPr lang="pt-BR" dirty="0"/>
              <a:t> </a:t>
            </a:r>
            <a:r>
              <a:rPr lang="pt-BR" dirty="0" err="1"/>
              <a:t>Equities</a:t>
            </a:r>
            <a:endParaRPr lang="pt-BR" dirty="0"/>
          </a:p>
        </p:txBody>
      </p:sp>
    </p:spTree>
    <p:extLst>
      <p:ext uri="{BB962C8B-B14F-4D97-AF65-F5344CB8AC3E}">
        <p14:creationId xmlns:p14="http://schemas.microsoft.com/office/powerpoint/2010/main" val="972107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F5260A6-30D1-D899-3028-6E9DC5BF4B7A}"/>
              </a:ext>
            </a:extLst>
          </p:cNvPr>
          <p:cNvSpPr>
            <a:spLocks noGrp="1"/>
          </p:cNvSpPr>
          <p:nvPr>
            <p:ph type="body" sz="quarter" idx="26"/>
          </p:nvPr>
        </p:nvSpPr>
        <p:spPr/>
        <p:txBody>
          <a:bodyPr/>
          <a:lstStyle/>
          <a:p>
            <a:endParaRPr lang="pt-BR"/>
          </a:p>
        </p:txBody>
      </p:sp>
      <p:sp>
        <p:nvSpPr>
          <p:cNvPr id="3" name="Date Placeholder 2">
            <a:extLst>
              <a:ext uri="{FF2B5EF4-FFF2-40B4-BE49-F238E27FC236}">
                <a16:creationId xmlns:a16="http://schemas.microsoft.com/office/drawing/2014/main" id="{1C5AF21C-1B6B-E9F6-0764-1A61717DEC83}"/>
              </a:ext>
            </a:extLst>
          </p:cNvPr>
          <p:cNvSpPr>
            <a:spLocks noGrp="1"/>
          </p:cNvSpPr>
          <p:nvPr>
            <p:ph type="dt" sz="half" idx="2"/>
          </p:nvPr>
        </p:nvSpPr>
        <p:spPr>
          <a:xfrm>
            <a:off x="3971925" y="438763"/>
            <a:ext cx="2517775" cy="184666"/>
          </a:xfrm>
        </p:spPr>
        <p:txBody>
          <a:bodyPr/>
          <a:lstStyle/>
          <a:p>
            <a:fld id="{4D03E599-AFA5-4A08-AC9F-588B0C61A5AB}" type="datetime4">
              <a:rPr lang="en-US" smtClean="0"/>
              <a:pPr/>
              <a:t>August 21, 2026</a:t>
            </a:fld>
            <a:endParaRPr lang="en-US" dirty="0"/>
          </a:p>
        </p:txBody>
      </p:sp>
    </p:spTree>
    <p:extLst>
      <p:ext uri="{BB962C8B-B14F-4D97-AF65-F5344CB8AC3E}">
        <p14:creationId xmlns:p14="http://schemas.microsoft.com/office/powerpoint/2010/main" val="2954150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236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p:txBody>
          <a:bodyPr/>
          <a:lstStyle/>
          <a:p>
            <a:r>
              <a:rPr lang="en-US" dirty="0"/>
              <a:t>Buying the losers and selling the winners is not, on its own, a strategy. Run continuously since 2014 in non-overlapping 21-day blocks, the long P90 / short P10 basket returned -0.77% p.a. against the CDI, won only 49.3% of blocks and drew down 25.2% relative to cash. The mean spread per block was -0.06%.</a:t>
            </a:r>
          </a:p>
          <a:p>
            <a:r>
              <a:rPr lang="en-US" dirty="0"/>
              <a:t>What changes the answer is the regime. Sorting every trading day by the 21-day average z-score of the XP Divergence Index, the same basket loses 0.78% over the following 21 sessions when divergence is near its average, and gains 0.97% with a 55.9% hit rate when divergence is above +1.5. Entering on the day the index first crosses +1.5, rather than on any day the regime happens to be elevated, lifts the mean spread to +2.71%.</a:t>
            </a:r>
          </a:p>
        </p:txBody>
      </p:sp>
      <p:sp>
        <p:nvSpPr>
          <p:cNvPr id="10" name="Content Placeholder 10"/>
          <p:cNvSpPr>
            <a:spLocks noGrp="1"/>
          </p:cNvSpPr>
          <p:nvPr>
            <p:ph sz="quarter" idx="30"/>
          </p:nvPr>
        </p:nvSpPr>
        <p:spPr>
          <a:xfrm>
            <a:off x="382829" y="3640000"/>
            <a:ext cx="6099547" cy="230832"/>
          </a:xfrm>
        </p:spPr>
        <p:txBody>
          <a:bodyPr/>
          <a:lstStyle/>
          <a:p>
            <a:r>
              <a:rPr lang="en-US" dirty="0"/>
              <a:t>Chart 10: Forward 21-session spread return by divergence regime (%)</a:t>
            </a:r>
          </a:p>
        </p:txBody>
      </p:sp>
      <p:graphicFrame>
        <p:nvGraphicFramePr>
          <p:cNvPr id="11" name="Chart 11"/>
          <p:cNvGraphicFramePr>
            <a:graphicFrameLocks noGrp="1"/>
          </p:cNvGraphicFramePr>
          <p:nvPr>
            <p:ph sz="quarter" idx="29"/>
          </p:nvPr>
        </p:nvGraphicFramePr>
        <p:xfrm>
          <a:off x="382588" y="3932641"/>
          <a:ext cx="6105525" cy="1620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Content Placeholder 12"/>
          <p:cNvSpPr>
            <a:spLocks noGrp="1"/>
          </p:cNvSpPr>
          <p:nvPr>
            <p:ph sz="quarter" idx="27"/>
          </p:nvPr>
        </p:nvSpPr>
        <p:spPr>
          <a:xfrm>
            <a:off x="377825" y="5720000"/>
            <a:ext cx="2938221" cy="230832"/>
          </a:xfrm>
        </p:spPr>
        <p:txBody>
          <a:bodyPr/>
          <a:lstStyle/>
          <a:p>
            <a:r>
              <a:rPr lang="en-US" dirty="0"/>
              <a:t>Chart 11: Share of positive spreads (%)</a:t>
            </a:r>
          </a:p>
        </p:txBody>
      </p:sp>
      <p:graphicFrame>
        <p:nvGraphicFramePr>
          <p:cNvPr id="13" name="Chart 13"/>
          <p:cNvGraphicFramePr>
            <a:graphicFrameLocks noGrp="1"/>
          </p:cNvGraphicFramePr>
          <p:nvPr>
            <p:ph sz="quarter" idx="25"/>
          </p:nvPr>
        </p:nvGraphicFramePr>
        <p:xfrm>
          <a:off x="377825" y="6010000"/>
          <a:ext cx="2938221" cy="2150000"/>
        </p:xfrm>
        <a:graphic>
          <a:graphicData uri="http://schemas.openxmlformats.org/drawingml/2006/chart">
            <c:chart xmlns:c="http://schemas.openxmlformats.org/drawingml/2006/chart" xmlns:r="http://schemas.openxmlformats.org/officeDocument/2006/relationships" r:id="rId3"/>
          </a:graphicData>
        </a:graphic>
      </p:graphicFrame>
      <p:sp>
        <p:nvSpPr>
          <p:cNvPr id="14" name="Content Placeholder 14"/>
          <p:cNvSpPr>
            <a:spLocks noGrp="1"/>
          </p:cNvSpPr>
          <p:nvPr>
            <p:ph sz="quarter" idx="28"/>
          </p:nvPr>
        </p:nvSpPr>
        <p:spPr>
          <a:xfrm>
            <a:off x="3552750" y="5720000"/>
            <a:ext cx="2949758" cy="230832"/>
          </a:xfrm>
        </p:spPr>
        <p:txBody>
          <a:bodyPr/>
          <a:lstStyle/>
          <a:p>
            <a:r>
              <a:rPr lang="en-US" dirty="0"/>
              <a:t>Chart 12: Always-on basket vs CDI</a:t>
            </a:r>
          </a:p>
        </p:txBody>
      </p:sp>
      <p:graphicFrame>
        <p:nvGraphicFramePr>
          <p:cNvPr id="15" name="Chart 15"/>
          <p:cNvGraphicFramePr>
            <a:graphicFrameLocks noGrp="1"/>
          </p:cNvGraphicFramePr>
          <p:nvPr>
            <p:ph sz="quarter" idx="26"/>
          </p:nvPr>
        </p:nvGraphicFramePr>
        <p:xfrm>
          <a:off x="3552750" y="6010000"/>
          <a:ext cx="2949758" cy="2150000"/>
        </p:xfrm>
        <a:graphic>
          <a:graphicData uri="http://schemas.openxmlformats.org/drawingml/2006/chart">
            <c:chart xmlns:c="http://schemas.openxmlformats.org/drawingml/2006/chart" xmlns:r="http://schemas.openxmlformats.org/officeDocument/2006/relationships" r:id="rId4"/>
          </a:graphicData>
        </a:graphic>
      </p:graphicFrame>
      <p:sp>
        <p:nvSpPr>
          <p:cNvPr id="90" name="Text Placeholder 12"/>
          <p:cNvSpPr>
            <a:spLocks noGrp="1"/>
          </p:cNvSpPr>
          <p:nvPr>
            <p:ph type="body" sz="quarter" idx="16"/>
          </p:nvPr>
        </p:nvSpPr>
        <p:spPr/>
        <p:txBody>
          <a:bodyPr/>
          <a:lstStyle/>
          <a:p>
            <a:r>
              <a:rPr lang="en-US" dirty="0"/>
              <a:t>Bottom Fishing Brazilian Equities</a:t>
            </a:r>
          </a:p>
        </p:txBody>
      </p:sp>
      <p:sp>
        <p:nvSpPr>
          <p:cNvPr id="91" name="Text Placeholder 13"/>
          <p:cNvSpPr>
            <a:spLocks noGrp="1"/>
          </p:cNvSpPr>
          <p:nvPr>
            <p:ph type="body" sz="quarter" idx="17"/>
          </p:nvPr>
        </p:nvSpPr>
        <p:spPr/>
        <p:txBody>
          <a:bodyPr/>
          <a:lstStyle/>
          <a:p>
            <a:endParaRPr lang="en-US"/>
          </a:p>
        </p:txBody>
      </p:sp>
      <p:sp>
        <p:nvSpPr>
          <p:cNvPr id="92" name="Text Placeholder 14"/>
          <p:cNvSpPr>
            <a:spLocks noGrp="1"/>
          </p:cNvSpPr>
          <p:nvPr>
            <p:ph type="body" sz="quarter" idx="31"/>
          </p:nvPr>
        </p:nvSpPr>
        <p:spPr/>
        <p:txBody>
          <a:bodyPr/>
          <a:lstStyle/>
          <a:p>
            <a:r>
              <a:rPr lang="en-US" dirty="0"/>
              <a:t>Source: Economatica, XP Research. Forward 21-session returns of the long P90 / short P10 basket, quality-filtered, entered at D+1.</a:t>
            </a:r>
          </a:p>
        </p:txBody>
      </p:sp>
      <p:sp>
        <p:nvSpPr>
          <p:cNvPr id="93" name="Date Placeholder 15"/>
          <p:cNvSpPr>
            <a:spLocks noGrp="1"/>
          </p:cNvSpPr>
          <p:nvPr>
            <p:ph type="dt" sz="half" idx="2"/>
          </p:nvPr>
        </p:nvSpPr>
        <p:spPr/>
        <p:txBody>
          <a:bodyPr/>
          <a:lstStyle/>
          <a:p>
            <a:fld id="{8BA8F4B9-B6C6-4F2E-BC07-C261BB51569F}" type="datetime4">
              <a:rPr lang="en-US" smtClean="0"/>
              <a:pPr/>
              <a:t>August 21, 2026</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p:txBody>
          <a:bodyPr/>
          <a:lstStyle/>
          <a:p>
            <a:r>
              <a:rPr lang="en-US" dirty="0"/>
              <a:t>The regime works as a signal because divergence is mean-reverting. After the daily index first crosses +1.5, we freeze the mean and standard deviation at the signal date, so what we measure is the index falling back and not the expanding reference catching up. Events that do not converge are censored and probabilities come from Kaplan-Meier estimates.</a:t>
            </a:r>
          </a:p>
          <a:p>
            <a:r>
              <a:rPr lang="en-US" dirty="0"/>
              <a:t>Partial convergence is fast and close to certain: the index is back below +0.5 in 72.9% of events within 21 sessions and in 100% within 42, with a median of 9 sessions. A full return to the mean is slower, with a median of 24 sessions and 96.1% of events converging within 63. The 21-day average, which defines the regime, is slower still by construction; it is a regime filter, not a measure of how fast the market actually re-converges.</a:t>
            </a:r>
          </a:p>
        </p:txBody>
      </p:sp>
      <p:sp>
        <p:nvSpPr>
          <p:cNvPr id="10" name="Content Placeholder 10"/>
          <p:cNvSpPr>
            <a:spLocks noGrp="1"/>
          </p:cNvSpPr>
          <p:nvPr>
            <p:ph sz="quarter" idx="30"/>
          </p:nvPr>
        </p:nvSpPr>
        <p:spPr>
          <a:xfrm>
            <a:off x="382829" y="3640000"/>
            <a:ext cx="6099547" cy="230832"/>
          </a:xfrm>
        </p:spPr>
        <p:txBody>
          <a:bodyPr/>
          <a:lstStyle/>
          <a:p>
            <a:r>
              <a:rPr lang="en-US" dirty="0"/>
              <a:t>Chart 13: Cumulative probability of reversion (%), by session after the signal</a:t>
            </a:r>
          </a:p>
        </p:txBody>
      </p:sp>
      <p:graphicFrame>
        <p:nvGraphicFramePr>
          <p:cNvPr id="11" name="Chart 11"/>
          <p:cNvGraphicFramePr>
            <a:graphicFrameLocks noGrp="1"/>
          </p:cNvGraphicFramePr>
          <p:nvPr>
            <p:ph sz="quarter" idx="29"/>
          </p:nvPr>
        </p:nvGraphicFramePr>
        <p:xfrm>
          <a:off x="382588" y="3932641"/>
          <a:ext cx="6105525" cy="1620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Content Placeholder 12"/>
          <p:cNvSpPr>
            <a:spLocks noGrp="1"/>
          </p:cNvSpPr>
          <p:nvPr>
            <p:ph sz="quarter" idx="27"/>
          </p:nvPr>
        </p:nvSpPr>
        <p:spPr>
          <a:xfrm>
            <a:off x="377825" y="5720000"/>
            <a:ext cx="2938221" cy="230832"/>
          </a:xfrm>
        </p:spPr>
        <p:txBody>
          <a:bodyPr/>
          <a:lstStyle/>
          <a:p>
            <a:r>
              <a:rPr lang="en-US" dirty="0"/>
              <a:t>Table 3: Convergence by target (%)</a:t>
            </a:r>
          </a:p>
        </p:txBody>
      </p:sp>
      <p:graphicFrame>
        <p:nvGraphicFramePr>
          <p:cNvPr id="13" name="Data table"/>
          <p:cNvGraphicFramePr>
            <a:graphicFrameLocks noGrp="1"/>
          </p:cNvGraphicFramePr>
          <p:nvPr/>
        </p:nvGraphicFramePr>
        <p:xfrm>
          <a:off x="377825" y="6010000"/>
          <a:ext cx="2938221" cy="2150000"/>
        </p:xfrm>
        <a:graphic>
          <a:graphicData uri="http://schemas.openxmlformats.org/drawingml/2006/table">
            <a:tbl>
              <a:tblPr/>
              <a:tblGrid>
                <a:gridCol w="900000"/>
                <a:gridCol w="330000"/>
                <a:gridCol w="400000"/>
                <a:gridCol w="400000"/>
                <a:gridCol w="400000"/>
                <a:gridCol w="508221"/>
              </a:tblGrid>
              <a:tr h="150000">
                <a:tc>
                  <a:txBody>
                    <a:bodyPr/>
                    <a:lstStyle/>
                    <a:p>
                      <a:pPr algn="l" fontAlgn="ctr">
                        <a:buNone/>
                      </a:pPr>
                      <a:r>
                        <a:rPr lang="en-US" sz="800" b="1" i="0" u="none" strike="noStrike">
                          <a:solidFill>
                            <a:srgbClr val="FFFFFF"/>
                          </a:solidFill>
                          <a:effectLst/>
                          <a:latin typeface="Roboto"/>
                        </a:rPr>
                        <a:t>Target</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N</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21d</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42d</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63d</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Median</a:t>
                      </a:r>
                    </a:p>
                  </a:txBody>
                  <a:tcPr marL="5837" marR="5837" marT="5837" marB="0" anchor="ctr">
                    <a:lnL>
                      <a:noFill/>
                    </a:lnL>
                    <a:lnR>
                      <a:noFill/>
                    </a:lnR>
                    <a:lnT>
                      <a:noFill/>
                    </a:lnT>
                    <a:lnB>
                      <a:noFill/>
                    </a:lnB>
                    <a:solidFill>
                      <a:srgbClr val="1F2F44"/>
                    </a:solidFill>
                  </a:tcPr>
                </a:tc>
              </a:tr>
              <a:tr h="200000">
                <a:tc>
                  <a:txBody>
                    <a:bodyPr/>
                    <a:lstStyle/>
                    <a:p>
                      <a:pPr algn="l" fontAlgn="ctr">
                        <a:buNone/>
                      </a:pPr>
                      <a:r>
                        <a:rPr lang="en-US" sz="800" b="0" i="0" u="none" strike="noStrike">
                          <a:effectLst/>
                          <a:latin typeface="Roboto Light"/>
                        </a:rPr>
                        <a:t>z &lt;= +0.5</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35</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73</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100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100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9d</a:t>
                      </a:r>
                    </a:p>
                  </a:txBody>
                  <a:tcPr marL="5837" marR="5837" marT="5837" marB="0" anchor="ctr">
                    <a:lnL>
                      <a:noFill/>
                    </a:lnL>
                    <a:lnR>
                      <a:noFill/>
                    </a:lnR>
                    <a:lnT>
                      <a:noFill/>
                    </a:lnT>
                    <a:lnB>
                      <a:noFill/>
                    </a:lnB>
                    <a:noFill/>
                  </a:tcPr>
                </a:tc>
              </a:tr>
              <a:tr h="200000">
                <a:tc>
                  <a:txBody>
                    <a:bodyPr/>
                    <a:lstStyle/>
                    <a:p>
                      <a:pPr algn="l" fontAlgn="ctr">
                        <a:buNone/>
                      </a:pPr>
                      <a:r>
                        <a:rPr lang="en-US" sz="800" b="0" i="0" u="none" strike="noStrike">
                          <a:effectLst/>
                          <a:latin typeface="Roboto Light"/>
                        </a:rPr>
                        <a:t>z &lt;= 0.0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27</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49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88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96</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24d</a:t>
                      </a:r>
                    </a:p>
                  </a:txBody>
                  <a:tcPr marL="5837" marR="5837" marT="5837" marB="0" anchor="ctr">
                    <a:lnL>
                      <a:noFill/>
                    </a:lnL>
                    <a:lnR>
                      <a:noFill/>
                    </a:lnR>
                    <a:lnT>
                      <a:noFill/>
                    </a:lnT>
                    <a:lnB>
                      <a:noFill/>
                    </a:lnB>
                    <a:noFill/>
                  </a:tcPr>
                </a:tc>
              </a:tr>
            </a:tbl>
          </a:graphicData>
        </a:graphic>
      </p:graphicFrame>
      <p:sp>
        <p:nvSpPr>
          <p:cNvPr id="14" name="Content Placeholder 14"/>
          <p:cNvSpPr>
            <a:spLocks noGrp="1"/>
          </p:cNvSpPr>
          <p:nvPr>
            <p:ph sz="quarter" idx="28"/>
          </p:nvPr>
        </p:nvSpPr>
        <p:spPr>
          <a:xfrm>
            <a:off x="3552750" y="5720000"/>
            <a:ext cx="2949758" cy="230832"/>
          </a:xfrm>
        </p:spPr>
        <p:txBody>
          <a:bodyPr/>
          <a:lstStyle/>
          <a:p>
            <a:r>
              <a:rPr lang="en-US" dirty="0"/>
              <a:t>Chart 14: Median sessions to the mean</a:t>
            </a:r>
          </a:p>
        </p:txBody>
      </p:sp>
      <p:graphicFrame>
        <p:nvGraphicFramePr>
          <p:cNvPr id="15" name="Chart 15"/>
          <p:cNvGraphicFramePr>
            <a:graphicFrameLocks noGrp="1"/>
          </p:cNvGraphicFramePr>
          <p:nvPr>
            <p:ph sz="quarter" idx="26"/>
          </p:nvPr>
        </p:nvGraphicFramePr>
        <p:xfrm>
          <a:off x="3552750" y="6010000"/>
          <a:ext cx="2949758" cy="2150000"/>
        </p:xfrm>
        <a:graphic>
          <a:graphicData uri="http://schemas.openxmlformats.org/drawingml/2006/chart">
            <c:chart xmlns:c="http://schemas.openxmlformats.org/drawingml/2006/chart" xmlns:r="http://schemas.openxmlformats.org/officeDocument/2006/relationships" r:id="rId3"/>
          </a:graphicData>
        </a:graphic>
      </p:graphicFrame>
      <p:sp>
        <p:nvSpPr>
          <p:cNvPr id="90" name="Text Placeholder 12"/>
          <p:cNvSpPr>
            <a:spLocks noGrp="1"/>
          </p:cNvSpPr>
          <p:nvPr>
            <p:ph type="body" sz="quarter" idx="16"/>
          </p:nvPr>
        </p:nvSpPr>
        <p:spPr/>
        <p:txBody>
          <a:bodyPr/>
          <a:lstStyle/>
          <a:p>
            <a:r>
              <a:rPr lang="en-US" dirty="0"/>
              <a:t>Bottom Fishing Brazilian Equities</a:t>
            </a:r>
          </a:p>
        </p:txBody>
      </p:sp>
      <p:sp>
        <p:nvSpPr>
          <p:cNvPr id="91" name="Text Placeholder 13"/>
          <p:cNvSpPr>
            <a:spLocks noGrp="1"/>
          </p:cNvSpPr>
          <p:nvPr>
            <p:ph type="body" sz="quarter" idx="17"/>
          </p:nvPr>
        </p:nvSpPr>
        <p:spPr/>
        <p:txBody>
          <a:bodyPr/>
          <a:lstStyle/>
          <a:p>
            <a:endParaRPr lang="en-US"/>
          </a:p>
        </p:txBody>
      </p:sp>
      <p:sp>
        <p:nvSpPr>
          <p:cNvPr id="92" name="Text Placeholder 14"/>
          <p:cNvSpPr>
            <a:spLocks noGrp="1"/>
          </p:cNvSpPr>
          <p:nvPr>
            <p:ph type="body" sz="quarter" idx="31"/>
          </p:nvPr>
        </p:nvSpPr>
        <p:spPr/>
        <p:txBody>
          <a:bodyPr/>
          <a:lstStyle/>
          <a:p>
            <a:r>
              <a:rPr lang="en-US" dirty="0"/>
              <a:t>Source: Economatica, XP Research. Signal events at +1.5 z-score on the daily index; frozen reference at the signal date; Kaplan-Meier probabilities.</a:t>
            </a:r>
          </a:p>
        </p:txBody>
      </p:sp>
      <p:sp>
        <p:nvSpPr>
          <p:cNvPr id="93" name="Date Placeholder 15"/>
          <p:cNvSpPr>
            <a:spLocks noGrp="1"/>
          </p:cNvSpPr>
          <p:nvPr>
            <p:ph type="dt" sz="half" idx="2"/>
          </p:nvPr>
        </p:nvSpPr>
        <p:spPr/>
        <p:txBody>
          <a:bodyPr/>
          <a:lstStyle/>
          <a:p>
            <a:fld id="{8BA8F4B9-B6C6-4F2E-BC07-C261BB51569F}" type="datetime4">
              <a:rPr lang="en-US" smtClean="0"/>
              <a:pPr/>
              <a:t>August 21, 2026</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p:txBody>
          <a:bodyPr/>
          <a:lstStyle/>
          <a:p>
            <a:r>
              <a:rPr lang="en-US" dirty="0"/>
              <a:t>The official rule is deliberately simple. The universe is the daily historical composition of MLCX plus SMLL. Each stock carries an Out-of-Favor Score of 35% valuation, 30% short interest and 35% low momentum, and the XP Divergence Index is the distance between the 90th and the 10th percentile of that score. The trade is triggered when the causal 21-day average of the index crosses above +1.5 z-score, buying the P90 tail and selling the P10 tail in equal weight, with a separate 80/20 quality filter applied to both legs. Entry is at D+1, the holding period is fixed at 21 sessions, events never overlap and cash earns the CDI in between.</a:t>
            </a:r>
          </a:p>
          <a:p>
            <a:r>
              <a:rPr lang="en-US" dirty="0"/>
              <a:t>That rule fired 13 times in twelve years, keeping the book invested on 273 of 3,038 sessions. As of 12-Aug-26 the 21-day average stood at 1.42 z-score, below the trigger, and the last signal dates from 09-Feb-26.</a:t>
            </a:r>
          </a:p>
        </p:txBody>
      </p:sp>
      <p:sp>
        <p:nvSpPr>
          <p:cNvPr id="10" name="Content Placeholder 10"/>
          <p:cNvSpPr>
            <a:spLocks noGrp="1"/>
          </p:cNvSpPr>
          <p:nvPr>
            <p:ph sz="quarter" idx="30"/>
          </p:nvPr>
        </p:nvSpPr>
        <p:spPr>
          <a:xfrm>
            <a:off x="382829" y="3640000"/>
            <a:ext cx="6099547" cy="230832"/>
          </a:xfrm>
        </p:spPr>
        <p:txBody>
          <a:bodyPr/>
          <a:lstStyle/>
          <a:p>
            <a:r>
              <a:rPr lang="en-US" dirty="0"/>
              <a:t>Chart 15: 21-session average z-score and the 13 signals</a:t>
            </a:r>
          </a:p>
        </p:txBody>
      </p:sp>
      <p:graphicFrame>
        <p:nvGraphicFramePr>
          <p:cNvPr id="11" name="Chart 11"/>
          <p:cNvGraphicFramePr>
            <a:graphicFrameLocks noGrp="1"/>
          </p:cNvGraphicFramePr>
          <p:nvPr>
            <p:ph sz="quarter" idx="29"/>
          </p:nvPr>
        </p:nvGraphicFramePr>
        <p:xfrm>
          <a:off x="382588" y="3932641"/>
          <a:ext cx="6105525" cy="1620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Content Placeholder 12"/>
          <p:cNvSpPr>
            <a:spLocks noGrp="1"/>
          </p:cNvSpPr>
          <p:nvPr>
            <p:ph sz="quarter" idx="27"/>
          </p:nvPr>
        </p:nvSpPr>
        <p:spPr>
          <a:xfrm>
            <a:off x="382829" y="5720000"/>
            <a:ext cx="6099547" cy="230832"/>
          </a:xfrm>
        </p:spPr>
        <p:txBody>
          <a:bodyPr/>
          <a:lstStyle/>
          <a:p>
            <a:r>
              <a:rPr lang="en-US" dirty="0"/>
              <a:t>Table 4: The 13 events, in chronological order (%)</a:t>
            </a:r>
          </a:p>
        </p:txBody>
      </p:sp>
      <p:graphicFrame>
        <p:nvGraphicFramePr>
          <p:cNvPr id="13" name="Event table"/>
          <p:cNvGraphicFramePr>
            <a:graphicFrameLocks noGrp="1"/>
          </p:cNvGraphicFramePr>
          <p:nvPr/>
        </p:nvGraphicFramePr>
        <p:xfrm>
          <a:off x="382829" y="6010000"/>
          <a:ext cx="6099547" cy="3300000"/>
        </p:xfrm>
        <a:graphic>
          <a:graphicData uri="http://schemas.openxmlformats.org/drawingml/2006/table">
            <a:tbl>
              <a:tblPr/>
              <a:tblGrid>
                <a:gridCol w="270000"/>
                <a:gridCol w="780000"/>
                <a:gridCol w="780000"/>
                <a:gridCol w="560000"/>
                <a:gridCol w="800000"/>
                <a:gridCol w="800000"/>
                <a:gridCol w="800000"/>
                <a:gridCol w="1098221"/>
              </a:tblGrid>
              <a:tr h="150000">
                <a:tc>
                  <a:txBody>
                    <a:bodyPr/>
                    <a:lstStyle/>
                    <a:p>
                      <a:pPr algn="ctr" fontAlgn="ctr">
                        <a:buNone/>
                      </a:pPr>
                      <a:r>
                        <a:rPr lang="en-US" sz="800" b="1" i="0" u="none" strike="noStrike">
                          <a:solidFill>
                            <a:srgbClr val="FFFFFF"/>
                          </a:solidFill>
                          <a:effectLst/>
                          <a:latin typeface="Roboto"/>
                        </a:rPr>
                        <a:t>#</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Signal</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Exit</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Names</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Long</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Short</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Spread</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Overlay</a:t>
                      </a:r>
                    </a:p>
                  </a:txBody>
                  <a:tcPr marL="5837" marR="5837" marT="5837" marB="0" anchor="ctr">
                    <a:lnL>
                      <a:noFill/>
                    </a:lnL>
                    <a:lnR>
                      <a:noFill/>
                    </a:lnR>
                    <a:lnT>
                      <a:noFill/>
                    </a:lnT>
                    <a:lnB>
                      <a:noFill/>
                    </a:lnB>
                    <a:solidFill>
                      <a:srgbClr val="1F2F44"/>
                    </a:solidFill>
                  </a:tcPr>
                </a:tc>
              </a:tr>
              <a:tr h="150000">
                <a:tc>
                  <a:txBody>
                    <a:bodyPr/>
                    <a:lstStyle/>
                    <a:p>
                      <a:pPr algn="ctr" fontAlgn="ctr">
                        <a:buNone/>
                      </a:pPr>
                      <a:r>
                        <a:rPr lang="en-US" sz="800" b="1" i="0" u="none" strike="noStrike">
                          <a:effectLst/>
                          <a:latin typeface="Roboto Light"/>
                        </a:rPr>
                        <a:t>1</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02-Mar-18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04-Apr-18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-4.9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+0.4</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-5.4</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-2.7</a:t>
                      </a:r>
                    </a:p>
                  </a:txBody>
                  <a:tcPr marL="5837" marR="5837" marT="5837" marB="0" anchor="ctr">
                    <a:lnL>
                      <a:noFill/>
                    </a:lnL>
                    <a:lnR>
                      <a:noFill/>
                    </a:lnR>
                    <a:lnT>
                      <a:noFill/>
                    </a:lnT>
                    <a:lnB>
                      <a:noFill/>
                    </a:lnB>
                    <a:noFill/>
                  </a:tcPr>
                </a:tc>
              </a:tr>
              <a:tr h="150000">
                <a:tc>
                  <a:txBody>
                    <a:bodyPr/>
                    <a:lstStyle/>
                    <a:p>
                      <a:pPr algn="ctr" fontAlgn="ctr">
                        <a:buNone/>
                      </a:pPr>
                      <a:r>
                        <a:rPr lang="en-US" sz="800" b="1" i="0" u="none" strike="noStrike">
                          <a:effectLst/>
                          <a:latin typeface="Roboto Light"/>
                        </a:rPr>
                        <a:t>2</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06-Sep-18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09-Oct-18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+15.4</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-0.4</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+16.0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+7.7</a:t>
                      </a:r>
                    </a:p>
                  </a:txBody>
                  <a:tcPr marL="5837" marR="5837" marT="5837" marB="0" anchor="ctr">
                    <a:lnL>
                      <a:noFill/>
                    </a:lnL>
                    <a:lnR>
                      <a:noFill/>
                    </a:lnR>
                    <a:lnT>
                      <a:noFill/>
                    </a:lnT>
                    <a:lnB>
                      <a:noFill/>
                    </a:lnB>
                    <a:noFill/>
                  </a:tcPr>
                </a:tc>
              </a:tr>
              <a:tr h="150000">
                <a:tc>
                  <a:txBody>
                    <a:bodyPr/>
                    <a:lstStyle/>
                    <a:p>
                      <a:pPr algn="ctr" fontAlgn="ctr">
                        <a:buNone/>
                      </a:pPr>
                      <a:r>
                        <a:rPr lang="en-US" sz="800" b="1" i="0" u="none" strike="noStrike">
                          <a:effectLst/>
                          <a:latin typeface="Roboto Light"/>
                        </a:rPr>
                        <a:t>3</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16-Nov-18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19-Dec-18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+1.1</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-3.0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-1.5</a:t>
                      </a:r>
                    </a:p>
                  </a:txBody>
                  <a:tcPr marL="5837" marR="5837" marT="5837" marB="0" anchor="ctr">
                    <a:lnL>
                      <a:noFill/>
                    </a:lnL>
                    <a:lnR>
                      <a:noFill/>
                    </a:lnR>
                    <a:lnT>
                      <a:noFill/>
                    </a:lnT>
                    <a:lnB>
                      <a:noFill/>
                    </a:lnB>
                    <a:noFill/>
                  </a:tcPr>
                </a:tc>
              </a:tr>
              <a:tr h="150000">
                <a:tc>
                  <a:txBody>
                    <a:bodyPr/>
                    <a:lstStyle/>
                    <a:p>
                      <a:pPr algn="ctr" fontAlgn="ctr">
                        <a:buNone/>
                      </a:pPr>
                      <a:r>
                        <a:rPr lang="en-US" sz="800" b="1" i="0" u="none" strike="noStrike">
                          <a:effectLst/>
                          <a:latin typeface="Roboto Light"/>
                        </a:rPr>
                        <a:t>4</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14-Feb-19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20-Mar-19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+10.1</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-2.1</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+12.4</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+6.1</a:t>
                      </a:r>
                    </a:p>
                  </a:txBody>
                  <a:tcPr marL="5837" marR="5837" marT="5837" marB="0" anchor="ctr">
                    <a:lnL>
                      <a:noFill/>
                    </a:lnL>
                    <a:lnR>
                      <a:noFill/>
                    </a:lnR>
                    <a:lnT>
                      <a:noFill/>
                    </a:lnT>
                    <a:lnB>
                      <a:noFill/>
                    </a:lnB>
                    <a:noFill/>
                  </a:tcPr>
                </a:tc>
              </a:tr>
              <a:tr h="150000">
                <a:tc>
                  <a:txBody>
                    <a:bodyPr/>
                    <a:lstStyle/>
                    <a:p>
                      <a:pPr algn="ctr" fontAlgn="ctr">
                        <a:buNone/>
                      </a:pPr>
                      <a:r>
                        <a:rPr lang="en-US" sz="800" b="1" i="0" u="none" strike="noStrike">
                          <a:effectLst/>
                          <a:latin typeface="Roboto Light"/>
                        </a:rPr>
                        <a:t>5</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10-Sep-19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10-Oct-19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-3.8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+2.1</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-5.9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-2.9</a:t>
                      </a:r>
                    </a:p>
                  </a:txBody>
                  <a:tcPr marL="5837" marR="5837" marT="5837" marB="0" anchor="ctr">
                    <a:lnL>
                      <a:noFill/>
                    </a:lnL>
                    <a:lnR>
                      <a:noFill/>
                    </a:lnR>
                    <a:lnT>
                      <a:noFill/>
                    </a:lnT>
                    <a:lnB>
                      <a:noFill/>
                    </a:lnB>
                    <a:noFill/>
                  </a:tcPr>
                </a:tc>
              </a:tr>
              <a:tr h="150000">
                <a:tc>
                  <a:txBody>
                    <a:bodyPr/>
                    <a:lstStyle/>
                    <a:p>
                      <a:pPr algn="ctr" fontAlgn="ctr">
                        <a:buNone/>
                      </a:pPr>
                      <a:r>
                        <a:rPr lang="en-US" sz="800" b="1" i="0" u="none" strike="noStrike">
                          <a:effectLst/>
                          <a:latin typeface="Roboto Light"/>
                        </a:rPr>
                        <a:t>6</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06-Apr-20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11-May-20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+3.1</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-5.4</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-2.6</a:t>
                      </a:r>
                    </a:p>
                  </a:txBody>
                  <a:tcPr marL="5837" marR="5837" marT="5837" marB="0" anchor="ctr">
                    <a:lnL>
                      <a:noFill/>
                    </a:lnL>
                    <a:lnR>
                      <a:noFill/>
                    </a:lnR>
                    <a:lnT>
                      <a:noFill/>
                    </a:lnT>
                    <a:lnB>
                      <a:noFill/>
                    </a:lnB>
                    <a:noFill/>
                  </a:tcPr>
                </a:tc>
              </a:tr>
              <a:tr h="150000">
                <a:tc>
                  <a:txBody>
                    <a:bodyPr/>
                    <a:lstStyle/>
                    <a:p>
                      <a:pPr algn="ctr" fontAlgn="ctr">
                        <a:buNone/>
                      </a:pPr>
                      <a:r>
                        <a:rPr lang="en-US" sz="800" b="1" i="0" u="none" strike="noStrike">
                          <a:effectLst/>
                          <a:latin typeface="Roboto Light"/>
                        </a:rPr>
                        <a:t>7</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27-Aug-20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29-Sep-20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-5.4</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-6.3</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+0.5</a:t>
                      </a:r>
                    </a:p>
                  </a:txBody>
                  <a:tcPr marL="5837" marR="5837" marT="5837" marB="0" anchor="ctr">
                    <a:lnL>
                      <a:noFill/>
                    </a:lnL>
                    <a:lnR>
                      <a:noFill/>
                    </a:lnR>
                    <a:lnT>
                      <a:noFill/>
                    </a:lnT>
                    <a:lnB>
                      <a:noFill/>
                    </a:lnB>
                    <a:noFill/>
                  </a:tcPr>
                </a:tc>
              </a:tr>
              <a:tr h="150000">
                <a:tc>
                  <a:txBody>
                    <a:bodyPr/>
                    <a:lstStyle/>
                    <a:p>
                      <a:pPr algn="ctr" fontAlgn="ctr">
                        <a:buNone/>
                      </a:pPr>
                      <a:r>
                        <a:rPr lang="en-US" sz="800" b="1" i="0" u="none" strike="noStrike">
                          <a:effectLst/>
                          <a:latin typeface="Roboto Light"/>
                        </a:rPr>
                        <a:t>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19-Feb-21</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23-Mar-21</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11</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+8.7</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-2.6</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+11.1</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+5.5</a:t>
                      </a:r>
                    </a:p>
                  </a:txBody>
                  <a:tcPr marL="5837" marR="5837" marT="5837" marB="0" anchor="ctr">
                    <a:lnL>
                      <a:noFill/>
                    </a:lnL>
                    <a:lnR>
                      <a:noFill/>
                    </a:lnR>
                    <a:lnT>
                      <a:noFill/>
                    </a:lnT>
                    <a:lnB>
                      <a:noFill/>
                    </a:lnB>
                    <a:noFill/>
                  </a:tcPr>
                </a:tc>
              </a:tr>
              <a:tr h="150000">
                <a:tc>
                  <a:txBody>
                    <a:bodyPr/>
                    <a:lstStyle/>
                    <a:p>
                      <a:pPr algn="ctr" fontAlgn="ctr">
                        <a:buNone/>
                      </a:pPr>
                      <a:r>
                        <a:rPr lang="en-US" sz="800" b="1" i="0" u="none" strike="noStrike">
                          <a:effectLst/>
                          <a:latin typeface="Roboto Light"/>
                        </a:rPr>
                        <a:t>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07-Apr-22</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11-May-22</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12</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-3.7</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-7.8</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+4.4</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+2.2</a:t>
                      </a:r>
                    </a:p>
                  </a:txBody>
                  <a:tcPr marL="5837" marR="5837" marT="5837" marB="0" anchor="ctr">
                    <a:lnL>
                      <a:noFill/>
                    </a:lnL>
                    <a:lnR>
                      <a:noFill/>
                    </a:lnR>
                    <a:lnT>
                      <a:noFill/>
                    </a:lnT>
                    <a:lnB>
                      <a:noFill/>
                    </a:lnB>
                    <a:noFill/>
                  </a:tcPr>
                </a:tc>
              </a:tr>
              <a:tr h="150000">
                <a:tc>
                  <a:txBody>
                    <a:bodyPr/>
                    <a:lstStyle/>
                    <a:p>
                      <a:pPr algn="ctr" fontAlgn="ctr">
                        <a:buNone/>
                      </a:pPr>
                      <a:r>
                        <a:rPr lang="en-US" sz="800" b="1" i="0" u="none" strike="noStrike">
                          <a:effectLst/>
                          <a:latin typeface="Roboto Light"/>
                        </a:rPr>
                        <a:t>10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09-Dec-22</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11-Jan-23</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12</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+11.7</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+7.1</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+4.5</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+2.3</a:t>
                      </a:r>
                    </a:p>
                  </a:txBody>
                  <a:tcPr marL="5837" marR="5837" marT="5837" marB="0" anchor="ctr">
                    <a:lnL>
                      <a:noFill/>
                    </a:lnL>
                    <a:lnR>
                      <a:noFill/>
                    </a:lnR>
                    <a:lnT>
                      <a:noFill/>
                    </a:lnT>
                    <a:lnB>
                      <a:noFill/>
                    </a:lnB>
                    <a:noFill/>
                  </a:tcPr>
                </a:tc>
              </a:tr>
              <a:tr h="150000">
                <a:tc>
                  <a:txBody>
                    <a:bodyPr/>
                    <a:lstStyle/>
                    <a:p>
                      <a:pPr algn="ctr" fontAlgn="ctr">
                        <a:buNone/>
                      </a:pPr>
                      <a:r>
                        <a:rPr lang="en-US" sz="800" b="1" i="0" u="none" strike="noStrike">
                          <a:effectLst/>
                          <a:latin typeface="Roboto Light"/>
                        </a:rPr>
                        <a:t>11</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11-Dec-24</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16-Jan-25</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13</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-6.2</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-6.6</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+0.6</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+0.4</a:t>
                      </a:r>
                    </a:p>
                  </a:txBody>
                  <a:tcPr marL="5837" marR="5837" marT="5837" marB="0" anchor="ctr">
                    <a:lnL>
                      <a:noFill/>
                    </a:lnL>
                    <a:lnR>
                      <a:noFill/>
                    </a:lnR>
                    <a:lnT>
                      <a:noFill/>
                    </a:lnT>
                    <a:lnB>
                      <a:noFill/>
                    </a:lnB>
                    <a:noFill/>
                  </a:tcPr>
                </a:tc>
              </a:tr>
              <a:tr h="150000">
                <a:tc>
                  <a:txBody>
                    <a:bodyPr/>
                    <a:lstStyle/>
                    <a:p>
                      <a:pPr algn="ctr" fontAlgn="ctr">
                        <a:buNone/>
                      </a:pPr>
                      <a:r>
                        <a:rPr lang="en-US" sz="800" b="1" i="0" u="none" strike="noStrike">
                          <a:effectLst/>
                          <a:latin typeface="Roboto Light"/>
                        </a:rPr>
                        <a:t>12</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19-Feb-25</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25-Mar-25</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12</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+3.9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+1.2</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+2.9</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+1.5</a:t>
                      </a:r>
                    </a:p>
                  </a:txBody>
                  <a:tcPr marL="5837" marR="5837" marT="5837" marB="0" anchor="ctr">
                    <a:lnL>
                      <a:noFill/>
                    </a:lnL>
                    <a:lnR>
                      <a:noFill/>
                    </a:lnR>
                    <a:lnT>
                      <a:noFill/>
                    </a:lnT>
                    <a:lnB>
                      <a:noFill/>
                    </a:lnB>
                    <a:noFill/>
                  </a:tcPr>
                </a:tc>
              </a:tr>
              <a:tr h="150000">
                <a:tc>
                  <a:txBody>
                    <a:bodyPr/>
                    <a:lstStyle/>
                    <a:p>
                      <a:pPr algn="ctr" fontAlgn="ctr">
                        <a:buNone/>
                      </a:pPr>
                      <a:r>
                        <a:rPr lang="en-US" sz="800" b="1" i="0" u="none" strike="noStrike">
                          <a:effectLst/>
                          <a:latin typeface="Roboto Light"/>
                        </a:rPr>
                        <a:t>13</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09-Feb-26</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13-Mar-26</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12</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-6.6</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-8.5</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+2.0</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+1.0</a:t>
                      </a:r>
                    </a:p>
                  </a:txBody>
                  <a:tcPr marL="5837" marR="5837" marT="5837" marB="0" anchor="ctr">
                    <a:lnL>
                      <a:noFill/>
                    </a:lnL>
                    <a:lnR>
                      <a:noFill/>
                    </a:lnR>
                    <a:lnT>
                      <a:noFill/>
                    </a:lnT>
                    <a:lnB>
                      <a:noFill/>
                    </a:lnB>
                    <a:noFill/>
                  </a:tcPr>
                </a:tc>
              </a:tr>
            </a:tbl>
          </a:graphicData>
        </a:graphic>
      </p:graphicFrame>
      <p:sp>
        <p:nvSpPr>
          <p:cNvPr id="90" name="Text Placeholder 12"/>
          <p:cNvSpPr>
            <a:spLocks noGrp="1"/>
          </p:cNvSpPr>
          <p:nvPr>
            <p:ph type="body" sz="quarter" idx="16"/>
          </p:nvPr>
        </p:nvSpPr>
        <p:spPr/>
        <p:txBody>
          <a:bodyPr/>
          <a:lstStyle/>
          <a:p>
            <a:r>
              <a:rPr lang="en-US" dirty="0"/>
              <a:t>Bottom Fishing Brazilian Equities</a:t>
            </a:r>
          </a:p>
        </p:txBody>
      </p:sp>
      <p:sp>
        <p:nvSpPr>
          <p:cNvPr id="91" name="Text Placeholder 13"/>
          <p:cNvSpPr>
            <a:spLocks noGrp="1"/>
          </p:cNvSpPr>
          <p:nvPr>
            <p:ph type="body" sz="quarter" idx="17"/>
          </p:nvPr>
        </p:nvSpPr>
        <p:spPr/>
        <p:txBody>
          <a:bodyPr/>
          <a:lstStyle/>
          <a:p>
            <a:endParaRPr lang="en-US"/>
          </a:p>
        </p:txBody>
      </p:sp>
      <p:sp>
        <p:nvSpPr>
          <p:cNvPr id="92" name="Text Placeholder 14"/>
          <p:cNvSpPr>
            <a:spLocks noGrp="1"/>
          </p:cNvSpPr>
          <p:nvPr>
            <p:ph type="body" sz="quarter" idx="31"/>
          </p:nvPr>
        </p:nvSpPr>
        <p:spPr/>
        <p:txBody>
          <a:bodyPr/>
          <a:lstStyle/>
          <a:p>
            <a:r>
              <a:rPr lang="en-US" dirty="0"/>
              <a:t>Source: Economatica, XP Research. Causal z-score of the 21-session average, expanding reference with a 252-session minimum.</a:t>
            </a:r>
          </a:p>
        </p:txBody>
      </p:sp>
      <p:sp>
        <p:nvSpPr>
          <p:cNvPr id="93" name="Date Placeholder 15"/>
          <p:cNvSpPr>
            <a:spLocks noGrp="1"/>
          </p:cNvSpPr>
          <p:nvPr>
            <p:ph type="dt" sz="half" idx="2"/>
          </p:nvPr>
        </p:nvSpPr>
        <p:spPr/>
        <p:txBody>
          <a:bodyPr/>
          <a:lstStyle/>
          <a:p>
            <a:fld id="{8BA8F4B9-B6C6-4F2E-BC07-C261BB51569F}" type="datetime4">
              <a:rPr lang="en-US" smtClean="0"/>
              <a:pPr/>
              <a:t>August 21, 2026</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p:txBody>
          <a:bodyPr/>
          <a:lstStyle/>
          <a:p>
            <a:r>
              <a:rPr lang="en-US" dirty="0"/>
              <a:t>Applied only in that regime, the overlay beat the CDI. The strategy compounded at 11.69% a year against 10.16% for cash, an excess of 1.39% p.a. over the full calendar, which becomes 16.60% p.a. when measured only over the 273 sessions in which the book was actually invested, at a Sharpe of 1.48. Nine of the thirteen events were positive, the mean event returned 1.34% and the worst relative drawdown was 8.10%.</a:t>
            </a:r>
          </a:p>
          <a:p>
            <a:r>
              <a:rPr lang="en-US" dirty="0"/>
              <a:t>The gap between the calendar and the active-day numbers is entirely a function of occupancy: the signal was off for roughly 91% of the sample, so a strong conditional return dilutes into a modest one when spread across twelve years. This is a tactical overlay on a cash position, not a permanent allocation.</a:t>
            </a:r>
          </a:p>
        </p:txBody>
      </p:sp>
      <p:sp>
        <p:nvSpPr>
          <p:cNvPr id="10" name="Content Placeholder 10"/>
          <p:cNvSpPr>
            <a:spLocks noGrp="1"/>
          </p:cNvSpPr>
          <p:nvPr>
            <p:ph sz="quarter" idx="30"/>
          </p:nvPr>
        </p:nvSpPr>
        <p:spPr>
          <a:xfrm>
            <a:off x="382829" y="3640000"/>
            <a:ext cx="6099547" cy="230832"/>
          </a:xfrm>
        </p:spPr>
        <p:txBody>
          <a:bodyPr/>
          <a:lstStyle/>
          <a:p>
            <a:r>
              <a:rPr lang="en-US" dirty="0"/>
              <a:t>Chart 16: Strategy versus CDI (100 = May-2014)</a:t>
            </a:r>
          </a:p>
        </p:txBody>
      </p:sp>
      <p:graphicFrame>
        <p:nvGraphicFramePr>
          <p:cNvPr id="11" name="Chart 11"/>
          <p:cNvGraphicFramePr>
            <a:graphicFrameLocks noGrp="1"/>
          </p:cNvGraphicFramePr>
          <p:nvPr>
            <p:ph sz="quarter" idx="29"/>
          </p:nvPr>
        </p:nvGraphicFramePr>
        <p:xfrm>
          <a:off x="382588" y="3932641"/>
          <a:ext cx="6105525" cy="1620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Content Placeholder 12"/>
          <p:cNvSpPr>
            <a:spLocks noGrp="1"/>
          </p:cNvSpPr>
          <p:nvPr>
            <p:ph sz="quarter" idx="27"/>
          </p:nvPr>
        </p:nvSpPr>
        <p:spPr>
          <a:xfrm>
            <a:off x="377825" y="5720000"/>
            <a:ext cx="2938221" cy="230832"/>
          </a:xfrm>
        </p:spPr>
        <p:txBody>
          <a:bodyPr/>
          <a:lstStyle/>
          <a:p>
            <a:r>
              <a:rPr lang="en-US" dirty="0"/>
              <a:t>Table 5: Headline results</a:t>
            </a:r>
          </a:p>
        </p:txBody>
      </p:sp>
      <p:graphicFrame>
        <p:nvGraphicFramePr>
          <p:cNvPr id="13" name="Data table"/>
          <p:cNvGraphicFramePr>
            <a:graphicFrameLocks noGrp="1"/>
          </p:cNvGraphicFramePr>
          <p:nvPr/>
        </p:nvGraphicFramePr>
        <p:xfrm>
          <a:off x="377825" y="6010000"/>
          <a:ext cx="2938221" cy="2150000"/>
        </p:xfrm>
        <a:graphic>
          <a:graphicData uri="http://schemas.openxmlformats.org/drawingml/2006/table">
            <a:tbl>
              <a:tblPr/>
              <a:tblGrid>
                <a:gridCol w="1700000"/>
                <a:gridCol w="1238221"/>
              </a:tblGrid>
              <a:tr h="150000">
                <a:tc>
                  <a:txBody>
                    <a:bodyPr/>
                    <a:lstStyle/>
                    <a:p>
                      <a:pPr algn="l" fontAlgn="ctr">
                        <a:buNone/>
                      </a:pPr>
                      <a:r>
                        <a:rPr lang="en-US" sz="800" b="1" i="0" u="none" strike="noStrike">
                          <a:solidFill>
                            <a:srgbClr val="FFFFFF"/>
                          </a:solidFill>
                          <a:effectLst/>
                          <a:latin typeface="Roboto"/>
                        </a:rPr>
                        <a:t>Metric</a:t>
                      </a:r>
                    </a:p>
                  </a:txBody>
                  <a:tcPr marL="5837" marR="5837" marT="5837" marB="0" anchor="ctr">
                    <a:lnL>
                      <a:noFill/>
                    </a:lnL>
                    <a:lnR>
                      <a:noFill/>
                    </a:lnR>
                    <a:lnT>
                      <a:noFill/>
                    </a:lnT>
                    <a:lnB>
                      <a:noFill/>
                    </a:lnB>
                    <a:solidFill>
                      <a:srgbClr val="1F2F44"/>
                    </a:solidFill>
                  </a:tcPr>
                </a:tc>
                <a:tc>
                  <a:txBody>
                    <a:bodyPr/>
                    <a:lstStyle/>
                    <a:p>
                      <a:pPr algn="ctr" fontAlgn="ctr">
                        <a:buNone/>
                      </a:pPr>
                      <a:r>
                        <a:rPr lang="en-US" sz="800" b="1" i="0" u="none" strike="noStrike">
                          <a:solidFill>
                            <a:srgbClr val="FFFFFF"/>
                          </a:solidFill>
                          <a:effectLst/>
                          <a:latin typeface="Roboto"/>
                        </a:rPr>
                        <a:t>Result</a:t>
                      </a:r>
                    </a:p>
                  </a:txBody>
                  <a:tcPr marL="5837" marR="5837" marT="5837" marB="0" anchor="ctr">
                    <a:lnL>
                      <a:noFill/>
                    </a:lnL>
                    <a:lnR>
                      <a:noFill/>
                    </a:lnR>
                    <a:lnT>
                      <a:noFill/>
                    </a:lnT>
                    <a:lnB>
                      <a:noFill/>
                    </a:lnB>
                    <a:solidFill>
                      <a:srgbClr val="1F2F44"/>
                    </a:solidFill>
                  </a:tcPr>
                </a:tc>
              </a:tr>
              <a:tr h="130000">
                <a:tc>
                  <a:txBody>
                    <a:bodyPr/>
                    <a:lstStyle/>
                    <a:p>
                      <a:pPr algn="l" fontAlgn="ctr">
                        <a:buNone/>
                      </a:pPr>
                      <a:r>
                        <a:rPr lang="en-US" sz="800" b="0" i="0" u="none" strike="noStrike">
                          <a:effectLst/>
                          <a:latin typeface="Roboto Light"/>
                        </a:rPr>
                        <a:t>Events</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13</a:t>
                      </a:r>
                    </a:p>
                  </a:txBody>
                  <a:tcPr marL="5837" marR="5837" marT="5837" marB="0" anchor="ctr">
                    <a:lnL>
                      <a:noFill/>
                    </a:lnL>
                    <a:lnR>
                      <a:noFill/>
                    </a:lnR>
                    <a:lnT>
                      <a:noFill/>
                    </a:lnT>
                    <a:lnB>
                      <a:noFill/>
                    </a:lnB>
                    <a:noFill/>
                  </a:tcPr>
                </a:tc>
              </a:tr>
              <a:tr h="130000">
                <a:tc>
                  <a:txBody>
                    <a:bodyPr/>
                    <a:lstStyle/>
                    <a:p>
                      <a:pPr algn="l" fontAlgn="ctr">
                        <a:buNone/>
                      </a:pPr>
                      <a:r>
                        <a:rPr lang="en-US" sz="800" b="0" i="0" u="none" strike="noStrike">
                          <a:effectLst/>
                          <a:latin typeface="Roboto Light"/>
                        </a:rPr>
                        <a:t>Active days</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273 of 3,038 (9.0%)</a:t>
                      </a:r>
                    </a:p>
                  </a:txBody>
                  <a:tcPr marL="5837" marR="5837" marT="5837" marB="0" anchor="ctr">
                    <a:lnL>
                      <a:noFill/>
                    </a:lnL>
                    <a:lnR>
                      <a:noFill/>
                    </a:lnR>
                    <a:lnT>
                      <a:noFill/>
                    </a:lnT>
                    <a:lnB>
                      <a:noFill/>
                    </a:lnB>
                    <a:noFill/>
                  </a:tcPr>
                </a:tc>
              </a:tr>
              <a:tr h="130000">
                <a:tc>
                  <a:txBody>
                    <a:bodyPr/>
                    <a:lstStyle/>
                    <a:p>
                      <a:pPr algn="l" fontAlgn="ctr">
                        <a:buNone/>
                      </a:pPr>
                      <a:r>
                        <a:rPr lang="en-US" sz="800" b="0" i="0" u="none" strike="noStrike">
                          <a:effectLst/>
                          <a:latin typeface="Roboto Light"/>
                        </a:rPr>
                        <a:t>Strategy CAGR</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11.69%</a:t>
                      </a:r>
                    </a:p>
                  </a:txBody>
                  <a:tcPr marL="5837" marR="5837" marT="5837" marB="0" anchor="ctr">
                    <a:lnL>
                      <a:noFill/>
                    </a:lnL>
                    <a:lnR>
                      <a:noFill/>
                    </a:lnR>
                    <a:lnT>
                      <a:noFill/>
                    </a:lnT>
                    <a:lnB>
                      <a:noFill/>
                    </a:lnB>
                    <a:noFill/>
                  </a:tcPr>
                </a:tc>
              </a:tr>
              <a:tr h="130000">
                <a:tc>
                  <a:txBody>
                    <a:bodyPr/>
                    <a:lstStyle/>
                    <a:p>
                      <a:pPr algn="l" fontAlgn="ctr">
                        <a:buNone/>
                      </a:pPr>
                      <a:r>
                        <a:rPr lang="en-US" sz="800" b="0" i="0" u="none" strike="noStrike">
                          <a:effectLst/>
                          <a:latin typeface="Roboto Light"/>
                        </a:rPr>
                        <a:t>CDI CAGR</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10.16%</a:t>
                      </a:r>
                    </a:p>
                  </a:txBody>
                  <a:tcPr marL="5837" marR="5837" marT="5837" marB="0" anchor="ctr">
                    <a:lnL>
                      <a:noFill/>
                    </a:lnL>
                    <a:lnR>
                      <a:noFill/>
                    </a:lnR>
                    <a:lnT>
                      <a:noFill/>
                    </a:lnT>
                    <a:lnB>
                      <a:noFill/>
                    </a:lnB>
                    <a:noFill/>
                  </a:tcPr>
                </a:tc>
              </a:tr>
              <a:tr h="130000">
                <a:tc>
                  <a:txBody>
                    <a:bodyPr/>
                    <a:lstStyle/>
                    <a:p>
                      <a:pPr algn="l" fontAlgn="ctr">
                        <a:buNone/>
                      </a:pPr>
                      <a:r>
                        <a:rPr lang="en-US" sz="800" b="0" i="0" u="none" strike="noStrike">
                          <a:effectLst/>
                          <a:latin typeface="Roboto Light"/>
                        </a:rPr>
                        <a:t>Excess, full calendar</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+1.39% p.a.</a:t>
                      </a:r>
                    </a:p>
                  </a:txBody>
                  <a:tcPr marL="5837" marR="5837" marT="5837" marB="0" anchor="ctr">
                    <a:lnL>
                      <a:noFill/>
                    </a:lnL>
                    <a:lnR>
                      <a:noFill/>
                    </a:lnR>
                    <a:lnT>
                      <a:noFill/>
                    </a:lnT>
                    <a:lnB>
                      <a:noFill/>
                    </a:lnB>
                    <a:noFill/>
                  </a:tcPr>
                </a:tc>
              </a:tr>
              <a:tr h="130000">
                <a:tc>
                  <a:txBody>
                    <a:bodyPr/>
                    <a:lstStyle/>
                    <a:p>
                      <a:pPr algn="l" fontAlgn="ctr">
                        <a:buNone/>
                      </a:pPr>
                      <a:r>
                        <a:rPr lang="en-US" sz="800" b="0" i="0" u="none" strike="noStrike">
                          <a:effectLst/>
                          <a:latin typeface="Roboto Light"/>
                        </a:rPr>
                        <a:t>Excess, active days only</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+16.60% p.a.</a:t>
                      </a:r>
                    </a:p>
                  </a:txBody>
                  <a:tcPr marL="5837" marR="5837" marT="5837" marB="0" anchor="ctr">
                    <a:lnL>
                      <a:noFill/>
                    </a:lnL>
                    <a:lnR>
                      <a:noFill/>
                    </a:lnR>
                    <a:lnT>
                      <a:noFill/>
                    </a:lnT>
                    <a:lnB>
                      <a:noFill/>
                    </a:lnB>
                    <a:noFill/>
                  </a:tcPr>
                </a:tc>
              </a:tr>
              <a:tr h="130000">
                <a:tc>
                  <a:txBody>
                    <a:bodyPr/>
                    <a:lstStyle/>
                    <a:p>
                      <a:pPr algn="l" fontAlgn="ctr">
                        <a:buNone/>
                      </a:pPr>
                      <a:r>
                        <a:rPr lang="en-US" sz="800" b="0" i="0" u="none" strike="noStrike">
                          <a:effectLst/>
                          <a:latin typeface="Roboto Light"/>
                        </a:rPr>
                        <a:t>Sharpe, active days</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1.48</a:t>
                      </a:r>
                    </a:p>
                  </a:txBody>
                  <a:tcPr marL="5837" marR="5837" marT="5837" marB="0" anchor="ctr">
                    <a:lnL>
                      <a:noFill/>
                    </a:lnL>
                    <a:lnR>
                      <a:noFill/>
                    </a:lnR>
                    <a:lnT>
                      <a:noFill/>
                    </a:lnT>
                    <a:lnB>
                      <a:noFill/>
                    </a:lnB>
                    <a:noFill/>
                  </a:tcPr>
                </a:tc>
              </a:tr>
              <a:tr h="130000">
                <a:tc>
                  <a:txBody>
                    <a:bodyPr/>
                    <a:lstStyle/>
                    <a:p>
                      <a:pPr algn="l" fontAlgn="ctr">
                        <a:buNone/>
                      </a:pPr>
                      <a:r>
                        <a:rPr lang="en-US" sz="800" b="0" i="0" u="none" strike="noStrike">
                          <a:effectLst/>
                          <a:latin typeface="Roboto Light"/>
                        </a:rPr>
                        <a:t>Hit rate per event</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69.2%</a:t>
                      </a:r>
                    </a:p>
                  </a:txBody>
                  <a:tcPr marL="5837" marR="5837" marT="5837" marB="0" anchor="ctr">
                    <a:lnL>
                      <a:noFill/>
                    </a:lnL>
                    <a:lnR>
                      <a:noFill/>
                    </a:lnR>
                    <a:lnT>
                      <a:noFill/>
                    </a:lnT>
                    <a:lnB>
                      <a:noFill/>
                    </a:lnB>
                    <a:noFill/>
                  </a:tcPr>
                </a:tc>
              </a:tr>
              <a:tr h="130000">
                <a:tc>
                  <a:txBody>
                    <a:bodyPr/>
                    <a:lstStyle/>
                    <a:p>
                      <a:pPr algn="l" fontAlgn="ctr">
                        <a:buNone/>
                      </a:pPr>
                      <a:r>
                        <a:rPr lang="en-US" sz="800" b="0" i="0" u="none" strike="noStrike">
                          <a:effectLst/>
                          <a:latin typeface="Roboto Light"/>
                        </a:rPr>
                        <a:t>Mean return per event</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+1.34%</a:t>
                      </a:r>
                    </a:p>
                  </a:txBody>
                  <a:tcPr marL="5837" marR="5837" marT="5837" marB="0" anchor="ctr">
                    <a:lnL>
                      <a:noFill/>
                    </a:lnL>
                    <a:lnR>
                      <a:noFill/>
                    </a:lnR>
                    <a:lnT>
                      <a:noFill/>
                    </a:lnT>
                    <a:lnB>
                      <a:noFill/>
                    </a:lnB>
                    <a:noFill/>
                  </a:tcPr>
                </a:tc>
              </a:tr>
              <a:tr h="130000">
                <a:tc>
                  <a:txBody>
                    <a:bodyPr/>
                    <a:lstStyle/>
                    <a:p>
                      <a:pPr algn="l" fontAlgn="ctr">
                        <a:buNone/>
                      </a:pPr>
                      <a:r>
                        <a:rPr lang="en-US" sz="800" b="0" i="0" u="none" strike="noStrike">
                          <a:effectLst/>
                          <a:latin typeface="Roboto Light"/>
                        </a:rPr>
                        <a:t>Max relative drawdown</a:t>
                      </a:r>
                    </a:p>
                  </a:txBody>
                  <a:tcPr marL="5837" marR="5837" marT="5837" marB="0" anchor="ctr">
                    <a:lnL>
                      <a:noFill/>
                    </a:lnL>
                    <a:lnR>
                      <a:noFill/>
                    </a:lnR>
                    <a:lnT>
                      <a:noFill/>
                    </a:lnT>
                    <a:lnB>
                      <a:noFill/>
                    </a:lnB>
                    <a:noFill/>
                  </a:tcPr>
                </a:tc>
                <a:tc>
                  <a:txBody>
                    <a:bodyPr/>
                    <a:lstStyle/>
                    <a:p>
                      <a:pPr algn="ctr" fontAlgn="ctr">
                        <a:buNone/>
                      </a:pPr>
                      <a:r>
                        <a:rPr lang="en-US" sz="800" b="0" i="0" u="none" strike="noStrike">
                          <a:effectLst/>
                          <a:latin typeface="Roboto Light"/>
                        </a:rPr>
                        <a:t>-8.10%</a:t>
                      </a:r>
                    </a:p>
                  </a:txBody>
                  <a:tcPr marL="5837" marR="5837" marT="5837" marB="0" anchor="ctr">
                    <a:lnL>
                      <a:noFill/>
                    </a:lnL>
                    <a:lnR>
                      <a:noFill/>
                    </a:lnR>
                    <a:lnT>
                      <a:noFill/>
                    </a:lnT>
                    <a:lnB>
                      <a:noFill/>
                    </a:lnB>
                    <a:noFill/>
                  </a:tcPr>
                </a:tc>
              </a:tr>
            </a:tbl>
          </a:graphicData>
        </a:graphic>
      </p:graphicFrame>
      <p:sp>
        <p:nvSpPr>
          <p:cNvPr id="14" name="Content Placeholder 14"/>
          <p:cNvSpPr>
            <a:spLocks noGrp="1"/>
          </p:cNvSpPr>
          <p:nvPr>
            <p:ph sz="quarter" idx="28"/>
          </p:nvPr>
        </p:nvSpPr>
        <p:spPr>
          <a:xfrm>
            <a:off x="3552750" y="5720000"/>
            <a:ext cx="2949758" cy="230832"/>
          </a:xfrm>
        </p:spPr>
        <p:txBody>
          <a:bodyPr/>
          <a:lstStyle/>
          <a:p>
            <a:r>
              <a:rPr lang="en-US" dirty="0"/>
              <a:t>Chart 17: Overlay return per event (%)</a:t>
            </a:r>
          </a:p>
        </p:txBody>
      </p:sp>
      <p:graphicFrame>
        <p:nvGraphicFramePr>
          <p:cNvPr id="15" name="Chart 15"/>
          <p:cNvGraphicFramePr>
            <a:graphicFrameLocks noGrp="1"/>
          </p:cNvGraphicFramePr>
          <p:nvPr>
            <p:ph sz="quarter" idx="26"/>
          </p:nvPr>
        </p:nvGraphicFramePr>
        <p:xfrm>
          <a:off x="3552750" y="6010000"/>
          <a:ext cx="2949758" cy="2150000"/>
        </p:xfrm>
        <a:graphic>
          <a:graphicData uri="http://schemas.openxmlformats.org/drawingml/2006/chart">
            <c:chart xmlns:c="http://schemas.openxmlformats.org/drawingml/2006/chart" xmlns:r="http://schemas.openxmlformats.org/officeDocument/2006/relationships" r:id="rId3"/>
          </a:graphicData>
        </a:graphic>
      </p:graphicFrame>
      <p:sp>
        <p:nvSpPr>
          <p:cNvPr id="90" name="Text Placeholder 12"/>
          <p:cNvSpPr>
            <a:spLocks noGrp="1"/>
          </p:cNvSpPr>
          <p:nvPr>
            <p:ph type="body" sz="quarter" idx="16"/>
          </p:nvPr>
        </p:nvSpPr>
        <p:spPr/>
        <p:txBody>
          <a:bodyPr/>
          <a:lstStyle/>
          <a:p>
            <a:r>
              <a:rPr lang="en-US" dirty="0"/>
              <a:t>Bottom Fishing Brazilian Equities</a:t>
            </a:r>
          </a:p>
        </p:txBody>
      </p:sp>
      <p:sp>
        <p:nvSpPr>
          <p:cNvPr id="91" name="Text Placeholder 13"/>
          <p:cNvSpPr>
            <a:spLocks noGrp="1"/>
          </p:cNvSpPr>
          <p:nvPr>
            <p:ph type="body" sz="quarter" idx="17"/>
          </p:nvPr>
        </p:nvSpPr>
        <p:spPr/>
        <p:txBody>
          <a:bodyPr/>
          <a:lstStyle/>
          <a:p>
            <a:endParaRPr lang="en-US"/>
          </a:p>
        </p:txBody>
      </p:sp>
      <p:sp>
        <p:nvSpPr>
          <p:cNvPr id="92" name="Text Placeholder 14"/>
          <p:cNvSpPr>
            <a:spLocks noGrp="1"/>
          </p:cNvSpPr>
          <p:nvPr>
            <p:ph type="body" sz="quarter" idx="31"/>
          </p:nvPr>
        </p:nvSpPr>
        <p:spPr/>
        <p:txBody>
          <a:bodyPr/>
          <a:lstStyle/>
          <a:p>
            <a:r>
              <a:rPr lang="en-US" dirty="0"/>
              <a:t>Source: Economatica, XP Research. Backtest from 15-May-2014 to 12-Aug-2026, in-sample. CDI earned on days without a position.</a:t>
            </a:r>
          </a:p>
        </p:txBody>
      </p:sp>
      <p:sp>
        <p:nvSpPr>
          <p:cNvPr id="93" name="Date Placeholder 15"/>
          <p:cNvSpPr>
            <a:spLocks noGrp="1"/>
          </p:cNvSpPr>
          <p:nvPr>
            <p:ph type="dt" sz="half" idx="2"/>
          </p:nvPr>
        </p:nvSpPr>
        <p:spPr/>
        <p:txBody>
          <a:bodyPr/>
          <a:lstStyle/>
          <a:p>
            <a:fld id="{8BA8F4B9-B6C6-4F2E-BC07-C261BB51569F}" type="datetime4">
              <a:rPr lang="en-US" smtClean="0"/>
              <a:pPr/>
              <a:t>August 21, 2026</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p:txBody>
          <a:bodyPr/>
          <a:lstStyle/>
          <a:p>
            <a:r>
              <a:rPr lang="en-US" dirty="0"/>
              <a:t>Both legs contributed. The long tail returned 1.12% on average per event while the shorted names fell 1.48%, for a pure spread of 2.71% before the 50/50 allocation. The quality filter is what keeps the long leg out of value traps and the short leg out of genuinely good companies: it lifts the hit rate from 61.5% to 69.2%, the active excess from 13.5% to 16.6% p.a., and cuts the relative drawdown from 10.8% to 8.1%.</a:t>
            </a:r>
          </a:p>
          <a:p>
            <a:r>
              <a:rPr lang="en-US" dirty="0"/>
              <a:t>The fragility is equally clear and should not be read past. There are only 13 independent events; the bootstrap interval for the mean event return runs from -0.40% to +3.18% and therefore includes zero; the one-sided sign test returns p = 0.133; and the three best events account for 112% of the total log gain. The threshold is not monotonic either, with +1.25 negative and +1.75 and +2.00 positive but weaker than +1.50. Every parameter was chosen in-sample. The defensible claim is an episodic convergence opportunity, not a validated structural alpha.</a:t>
            </a:r>
          </a:p>
        </p:txBody>
      </p:sp>
      <p:sp>
        <p:nvSpPr>
          <p:cNvPr id="10" name="Content Placeholder 10"/>
          <p:cNvSpPr>
            <a:spLocks noGrp="1"/>
          </p:cNvSpPr>
          <p:nvPr>
            <p:ph sz="quarter" idx="27"/>
          </p:nvPr>
        </p:nvSpPr>
        <p:spPr>
          <a:xfrm>
            <a:off x="377825" y="3640000"/>
            <a:ext cx="2938221" cy="230832"/>
          </a:xfrm>
        </p:spPr>
        <p:txBody>
          <a:bodyPr/>
          <a:lstStyle/>
          <a:p>
            <a:r>
              <a:rPr lang="en-US" dirty="0"/>
              <a:t>Chart 18: Contribution per event (%)</a:t>
            </a:r>
          </a:p>
        </p:txBody>
      </p:sp>
      <p:graphicFrame>
        <p:nvGraphicFramePr>
          <p:cNvPr id="11" name="Chart 11"/>
          <p:cNvGraphicFramePr>
            <a:graphicFrameLocks noGrp="1"/>
          </p:cNvGraphicFramePr>
          <p:nvPr>
            <p:ph sz="quarter" idx="25"/>
          </p:nvPr>
        </p:nvGraphicFramePr>
        <p:xfrm>
          <a:off x="377825" y="3932641"/>
          <a:ext cx="2938221" cy="2250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Content Placeholder 12"/>
          <p:cNvSpPr>
            <a:spLocks noGrp="1"/>
          </p:cNvSpPr>
          <p:nvPr>
            <p:ph sz="quarter" idx="28"/>
          </p:nvPr>
        </p:nvSpPr>
        <p:spPr>
          <a:xfrm>
            <a:off x="3552750" y="3640000"/>
            <a:ext cx="2949758" cy="230832"/>
          </a:xfrm>
        </p:spPr>
        <p:txBody>
          <a:bodyPr/>
          <a:lstStyle/>
          <a:p>
            <a:r>
              <a:rPr lang="en-US" dirty="0"/>
              <a:t>Chart 19: Effect of the quality filter</a:t>
            </a:r>
          </a:p>
        </p:txBody>
      </p:sp>
      <p:graphicFrame>
        <p:nvGraphicFramePr>
          <p:cNvPr id="13" name="Chart 13"/>
          <p:cNvGraphicFramePr>
            <a:graphicFrameLocks noGrp="1"/>
          </p:cNvGraphicFramePr>
          <p:nvPr>
            <p:ph sz="quarter" idx="26"/>
          </p:nvPr>
        </p:nvGraphicFramePr>
        <p:xfrm>
          <a:off x="3552750" y="3932641"/>
          <a:ext cx="2949758" cy="2250000"/>
        </p:xfrm>
        <a:graphic>
          <a:graphicData uri="http://schemas.openxmlformats.org/drawingml/2006/chart">
            <c:chart xmlns:c="http://schemas.openxmlformats.org/drawingml/2006/chart" xmlns:r="http://schemas.openxmlformats.org/officeDocument/2006/relationships" r:id="rId3"/>
          </a:graphicData>
        </a:graphic>
      </p:graphicFrame>
      <p:sp>
        <p:nvSpPr>
          <p:cNvPr id="14" name="Content Placeholder 14"/>
          <p:cNvSpPr>
            <a:spLocks noGrp="1"/>
          </p:cNvSpPr>
          <p:nvPr>
            <p:ph sz="quarter" idx="23"/>
          </p:nvPr>
        </p:nvSpPr>
        <p:spPr>
          <a:xfrm>
            <a:off x="377825" y="6420000"/>
            <a:ext cx="2938221" cy="230832"/>
          </a:xfrm>
        </p:spPr>
        <p:txBody>
          <a:bodyPr/>
          <a:lstStyle/>
          <a:p>
            <a:r>
              <a:rPr lang="en-US" dirty="0"/>
              <a:t>Chart 20: Excess by entry threshold (%)</a:t>
            </a:r>
          </a:p>
        </p:txBody>
      </p:sp>
      <p:graphicFrame>
        <p:nvGraphicFramePr>
          <p:cNvPr id="15" name="Chart 15"/>
          <p:cNvGraphicFramePr>
            <a:graphicFrameLocks noGrp="1"/>
          </p:cNvGraphicFramePr>
          <p:nvPr>
            <p:ph sz="quarter" idx="21"/>
          </p:nvPr>
        </p:nvGraphicFramePr>
        <p:xfrm>
          <a:off x="377825" y="6710000"/>
          <a:ext cx="2938221" cy="2250000"/>
        </p:xfrm>
        <a:graphic>
          <a:graphicData uri="http://schemas.openxmlformats.org/drawingml/2006/chart">
            <c:chart xmlns:c="http://schemas.openxmlformats.org/drawingml/2006/chart" xmlns:r="http://schemas.openxmlformats.org/officeDocument/2006/relationships" r:id="rId4"/>
          </a:graphicData>
        </a:graphic>
      </p:graphicFrame>
      <p:sp>
        <p:nvSpPr>
          <p:cNvPr id="16" name="Content Placeholder 16"/>
          <p:cNvSpPr>
            <a:spLocks noGrp="1"/>
          </p:cNvSpPr>
          <p:nvPr>
            <p:ph sz="quarter" idx="24"/>
          </p:nvPr>
        </p:nvSpPr>
        <p:spPr>
          <a:xfrm>
            <a:off x="3552750" y="6420000"/>
            <a:ext cx="2949758" cy="230832"/>
          </a:xfrm>
        </p:spPr>
        <p:txBody>
          <a:bodyPr/>
          <a:lstStyle/>
          <a:p>
            <a:r>
              <a:rPr lang="en-US" dirty="0"/>
              <a:t>Chart 21: Excess by holding period (%)</a:t>
            </a:r>
          </a:p>
        </p:txBody>
      </p:sp>
      <p:graphicFrame>
        <p:nvGraphicFramePr>
          <p:cNvPr id="17" name="Chart 17"/>
          <p:cNvGraphicFramePr>
            <a:graphicFrameLocks noGrp="1"/>
          </p:cNvGraphicFramePr>
          <p:nvPr>
            <p:ph sz="quarter" idx="22"/>
          </p:nvPr>
        </p:nvGraphicFramePr>
        <p:xfrm>
          <a:off x="3552750" y="6710000"/>
          <a:ext cx="2949758" cy="2250000"/>
        </p:xfrm>
        <a:graphic>
          <a:graphicData uri="http://schemas.openxmlformats.org/drawingml/2006/chart">
            <c:chart xmlns:c="http://schemas.openxmlformats.org/drawingml/2006/chart" xmlns:r="http://schemas.openxmlformats.org/officeDocument/2006/relationships" r:id="rId5"/>
          </a:graphicData>
        </a:graphic>
      </p:graphicFrame>
      <p:sp>
        <p:nvSpPr>
          <p:cNvPr id="90" name="Text Placeholder 12"/>
          <p:cNvSpPr>
            <a:spLocks noGrp="1"/>
          </p:cNvSpPr>
          <p:nvPr>
            <p:ph type="body" sz="quarter" idx="16"/>
          </p:nvPr>
        </p:nvSpPr>
        <p:spPr/>
        <p:txBody>
          <a:bodyPr/>
          <a:lstStyle/>
          <a:p>
            <a:r>
              <a:rPr lang="en-US" dirty="0"/>
              <a:t>Bottom Fishing Brazilian Equities</a:t>
            </a:r>
          </a:p>
        </p:txBody>
      </p:sp>
      <p:sp>
        <p:nvSpPr>
          <p:cNvPr id="91" name="Text Placeholder 13"/>
          <p:cNvSpPr>
            <a:spLocks noGrp="1"/>
          </p:cNvSpPr>
          <p:nvPr>
            <p:ph type="body" sz="quarter" idx="17"/>
          </p:nvPr>
        </p:nvSpPr>
        <p:spPr/>
        <p:txBody>
          <a:bodyPr/>
          <a:lstStyle/>
          <a:p>
            <a:endParaRPr lang="en-US"/>
          </a:p>
        </p:txBody>
      </p:sp>
      <p:sp>
        <p:nvSpPr>
          <p:cNvPr id="92" name="Text Placeholder 14"/>
          <p:cNvSpPr>
            <a:spLocks noGrp="1"/>
          </p:cNvSpPr>
          <p:nvPr>
            <p:ph type="body" sz="quarter" idx="31"/>
          </p:nvPr>
        </p:nvSpPr>
        <p:spPr/>
        <p:txBody>
          <a:bodyPr/>
          <a:lstStyle/>
          <a:p>
            <a:r>
              <a:rPr lang="en-US" dirty="0"/>
              <a:t>Source: Economatica, XP Research. All parameters selected in-sample; costs, borrow, liquidity and factor neutralisation are not modelled.</a:t>
            </a:r>
          </a:p>
        </p:txBody>
      </p:sp>
      <p:sp>
        <p:nvSpPr>
          <p:cNvPr id="93" name="Date Placeholder 15"/>
          <p:cNvSpPr>
            <a:spLocks noGrp="1"/>
          </p:cNvSpPr>
          <p:nvPr>
            <p:ph type="dt" sz="half" idx="2"/>
          </p:nvPr>
        </p:nvSpPr>
        <p:spPr/>
        <p:txBody>
          <a:bodyPr/>
          <a:lstStyle/>
          <a:p>
            <a:fld id="{8BA8F4B9-B6C6-4F2E-BC07-C261BB51569F}" type="datetime4">
              <a:rPr lang="en-US" smtClean="0"/>
              <a:pPr/>
              <a:t>August 21, 2026</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LIDE_TYPE" val="6"/>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ags/tag38.xml><?xml version="1.0" encoding="utf-8"?>
<p:tagLst xmlns:a="http://schemas.openxmlformats.org/drawingml/2006/main" xmlns:r="http://schemas.openxmlformats.org/officeDocument/2006/relationships" xmlns:p="http://schemas.openxmlformats.org/presentationml/2006/main">
  <p:tag name="MM_SLIDE_TYPE" val="6"/>
</p:tagLst>
</file>

<file path=ppt/tags/tag39.xml><?xml version="1.0" encoding="utf-8"?>
<p:tagLst xmlns:a="http://schemas.openxmlformats.org/drawingml/2006/main" xmlns:r="http://schemas.openxmlformats.org/officeDocument/2006/relationships" xmlns:p="http://schemas.openxmlformats.org/presentationml/2006/main">
  <p:tag name="MM_SLIDE_TYPE" val="6"/>
</p:tagLst>
</file>

<file path=ppt/tags/tag40.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2.xml><?xml version="1.0" encoding="utf-8"?>
<a:theme xmlns:a="http://schemas.openxmlformats.org/drawingml/2006/main" name="1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5585</TotalTime>
  <Words>492</Words>
  <Application>Microsoft Office PowerPoint</Application>
  <PresentationFormat>A4 Paper (210x297 mm)</PresentationFormat>
  <Paragraphs>182</Paragraphs>
  <Slides>11</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11</vt:i4>
      </vt:variant>
    </vt:vector>
  </HeadingPairs>
  <TitlesOfParts>
    <vt:vector size="22" baseType="lpstr">
      <vt:lpstr>Arial</vt:lpstr>
      <vt:lpstr>Calibri</vt:lpstr>
      <vt:lpstr>Roboto</vt:lpstr>
      <vt:lpstr>Roboto  </vt:lpstr>
      <vt:lpstr>Roboto Light</vt:lpstr>
      <vt:lpstr>XP</vt:lpstr>
      <vt:lpstr>XP Light Lighthouse</vt:lpstr>
      <vt:lpstr>XP Lighthouse</vt:lpstr>
      <vt:lpstr>XP Medium Lighthouse</vt:lpstr>
      <vt:lpstr>Tema IB 2021</vt:lpstr>
      <vt:lpstr>1_Tema IB 2021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Amanda Augusti</dc:creator>
  <cp:lastModifiedBy>Caio Souza</cp:lastModifiedBy>
  <cp:revision>191</cp:revision>
  <dcterms:created xsi:type="dcterms:W3CDTF">2022-03-20T14:16:37Z</dcterms:created>
  <dcterms:modified xsi:type="dcterms:W3CDTF">2026-08-21T17:44:47Z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2025-03-07T20:02:49Z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baa5625b-963e-4a95-9d6d-d9fd1ed2ce52</vt:lpwstr>
  </property>
  <property fmtid="{D5CDD505-2E9C-101B-9397-08002B2CF9AE}" pid="8" name="MSIP_Label_e6a9157b-bcf3-4eac-b03e-7cf007ba9fdf_ContentBits">
    <vt:lpwstr>2</vt:lpwstr>
  </property>
  <property fmtid="{D5CDD505-2E9C-101B-9397-08002B2CF9AE}" pid="9" name="MSIP_Label_e6a9157b-bcf3-4eac-b03e-7cf007ba9fdf_Tag">
    <vt:lpwstr>10, 3, 0, 1</vt:lpwstr>
  </property>
  <property fmtid="{D5CDD505-2E9C-101B-9397-08002B2CF9AE}" pid="10" name="ClassificationContentMarkingFooterLocations">
    <vt:lpwstr>Tema IB 2021:5</vt:lpwstr>
  </property>
  <property fmtid="{D5CDD505-2E9C-101B-9397-08002B2CF9AE}" pid="11" name="ClassificationContentMarkingFooterText">
    <vt:lpwstr>[ CLASSIFICAÇÃO: PÚBLICA ]</vt:lpwstr>
  </property>
</Properties>
</file>